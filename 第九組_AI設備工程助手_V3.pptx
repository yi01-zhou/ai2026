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  <p:sldMasterId id="2147483732" r:id="rId2"/>
    <p:sldMasterId id="2147483760" r:id="rId3"/>
    <p:sldMasterId id="2147483845" r:id="rId4"/>
    <p:sldMasterId id="2147483860" r:id="rId5"/>
  </p:sldMasterIdLst>
  <p:notesMasterIdLst>
    <p:notesMasterId r:id="rId21"/>
  </p:notesMasterIdLst>
  <p:sldIdLst>
    <p:sldId id="366" r:id="rId6"/>
    <p:sldId id="474" r:id="rId7"/>
    <p:sldId id="473" r:id="rId8"/>
    <p:sldId id="475" r:id="rId9"/>
    <p:sldId id="472" r:id="rId10"/>
    <p:sldId id="484" r:id="rId11"/>
    <p:sldId id="485" r:id="rId12"/>
    <p:sldId id="476" r:id="rId13"/>
    <p:sldId id="486" r:id="rId14"/>
    <p:sldId id="487" r:id="rId15"/>
    <p:sldId id="488" r:id="rId16"/>
    <p:sldId id="480" r:id="rId17"/>
    <p:sldId id="481" r:id="rId18"/>
    <p:sldId id="477" r:id="rId19"/>
    <p:sldId id="471" r:id="rId20"/>
  </p:sldIdLst>
  <p:sldSz cx="12192000" cy="6858000"/>
  <p:notesSz cx="6858000" cy="9144000"/>
  <p:custShowLst>
    <p:custShow name="自訂放映 1" id="0">
      <p:sldLst/>
    </p:custShow>
  </p:custShow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eet.xiao" initials="a" lastIdx="2" clrIdx="0">
    <p:extLst>
      <p:ext uri="{19B8F6BF-5375-455C-9EA6-DF929625EA0E}">
        <p15:presenceInfo xmlns:p15="http://schemas.microsoft.com/office/powerpoint/2012/main" userId="sweet.xia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008080"/>
    <a:srgbClr val="FF0066"/>
    <a:srgbClr val="4BD0FF"/>
    <a:srgbClr val="00FF00"/>
    <a:srgbClr val="FF66CC"/>
    <a:srgbClr val="CC3300"/>
    <a:srgbClr val="FFFFCC"/>
    <a:srgbClr val="7D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39" autoAdjust="0"/>
    <p:restoredTop sz="99641" autoAdjust="0"/>
  </p:normalViewPr>
  <p:slideViewPr>
    <p:cSldViewPr snapToGrid="0">
      <p:cViewPr>
        <p:scale>
          <a:sx n="75" d="100"/>
          <a:sy n="75" d="100"/>
        </p:scale>
        <p:origin x="2196" y="942"/>
      </p:cViewPr>
      <p:guideLst>
        <p:guide orient="horz" pos="2092"/>
        <p:guide pos="3817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E9528-9A58-4E47-80D3-A5001758F669}" type="datetimeFigureOut">
              <a:rPr lang="zh-TW" altLang="en-US" smtClean="0"/>
              <a:pPr/>
              <a:t>2026/10/12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1E5AD-89C3-4E1A-80C6-1A00460655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15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1E5AD-89C3-4E1A-80C6-1A00460655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8372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一、故障排查耗時長，停機損失大</a:t>
            </a:r>
          </a:p>
          <a:p>
            <a:endParaRPr lang="zh-TW" altLang="en-US" dirty="0"/>
          </a:p>
          <a:p>
            <a:r>
              <a:rPr lang="en-US" altLang="zh-TW" dirty="0"/>
              <a:t>1. </a:t>
            </a:r>
            <a:r>
              <a:rPr lang="zh-TW" altLang="en-US" dirty="0"/>
              <a:t>設備突發停機時，維修人員需要翻找厚重維修手冊、查閱歷史故障記錄，手動查找資料耗時久，拉長停機時間。</a:t>
            </a:r>
          </a:p>
          <a:p>
            <a:endParaRPr lang="zh-TW" altLang="en-US" dirty="0"/>
          </a:p>
          <a:p>
            <a:r>
              <a:rPr lang="en-US" altLang="zh-TW" dirty="0"/>
              <a:t>2. </a:t>
            </a:r>
            <a:r>
              <a:rPr lang="zh-TW" altLang="en-US" dirty="0"/>
              <a:t>新人維護人員經驗不足，遇到複雜故障無法快速定位，依賴資深工程師支援；若資深人員不在現場，問題會卡很久。</a:t>
            </a:r>
          </a:p>
          <a:p>
            <a:endParaRPr lang="zh-TW" altLang="en-US" dirty="0"/>
          </a:p>
          <a:p>
            <a:r>
              <a:rPr lang="zh-TW" altLang="en-US" dirty="0"/>
              <a:t>二、維修經驗難沉淀、知識斷層</a:t>
            </a:r>
          </a:p>
          <a:p>
            <a:endParaRPr lang="zh-TW" altLang="en-US" dirty="0"/>
          </a:p>
          <a:p>
            <a:r>
              <a:rPr lang="en-US" altLang="zh-TW" dirty="0"/>
              <a:t>1. </a:t>
            </a:r>
            <a:r>
              <a:rPr lang="zh-TW" altLang="en-US" dirty="0"/>
              <a:t>老師傅的故障處理經驗大多存在大腦裡，沒有系統化留存，人員離職、調崗會造成經驗流失。</a:t>
            </a:r>
          </a:p>
          <a:p>
            <a:endParaRPr lang="zh-TW" altLang="en-US" dirty="0"/>
          </a:p>
          <a:p>
            <a:r>
              <a:rPr lang="en-US" altLang="zh-TW" dirty="0"/>
              <a:t>2. </a:t>
            </a:r>
            <a:r>
              <a:rPr lang="zh-TW" altLang="en-US" dirty="0"/>
              <a:t>故障案例分散在</a:t>
            </a:r>
            <a:r>
              <a:rPr lang="en-US" altLang="zh-TW" dirty="0"/>
              <a:t>Excel</a:t>
            </a:r>
            <a:r>
              <a:rPr lang="zh-TW" altLang="en-US" dirty="0"/>
              <a:t>、</a:t>
            </a:r>
            <a:r>
              <a:rPr lang="en-US" altLang="zh-TW" dirty="0"/>
              <a:t>PDF</a:t>
            </a:r>
            <a:r>
              <a:rPr lang="zh-TW" altLang="en-US" dirty="0"/>
              <a:t>、</a:t>
            </a:r>
            <a:r>
              <a:rPr lang="en-US" altLang="zh-TW" dirty="0"/>
              <a:t>Word</a:t>
            </a:r>
            <a:r>
              <a:rPr lang="zh-TW" altLang="en-US" dirty="0"/>
              <a:t>、紙本記錄，資料零散，不容易統一查詢。</a:t>
            </a:r>
          </a:p>
          <a:p>
            <a:endParaRPr lang="zh-TW" altLang="en-US" dirty="0"/>
          </a:p>
          <a:p>
            <a:r>
              <a:rPr lang="en-US" altLang="zh-TW" dirty="0"/>
              <a:t>3. </a:t>
            </a:r>
            <a:r>
              <a:rPr lang="zh-TW" altLang="en-US" dirty="0"/>
              <a:t>相同故障重複發生，但新進人員不知道過往的有效解決方案，重複踩坑。</a:t>
            </a:r>
          </a:p>
          <a:p>
            <a:endParaRPr lang="zh-TW" altLang="en-US" dirty="0"/>
          </a:p>
          <a:p>
            <a:r>
              <a:rPr lang="zh-TW" altLang="en-US" dirty="0"/>
              <a:t>三、資料查詢效率低，資訊不即時</a:t>
            </a:r>
          </a:p>
          <a:p>
            <a:endParaRPr lang="zh-TW" altLang="en-US" dirty="0"/>
          </a:p>
          <a:p>
            <a:r>
              <a:rPr lang="en-US" altLang="zh-TW" dirty="0"/>
              <a:t>1. </a:t>
            </a:r>
            <a:r>
              <a:rPr lang="zh-TW" altLang="en-US" dirty="0"/>
              <a:t>維修手冊篇幅龐大，傳統關鍵字搜尋只能匹配標題，很難定位到隱藏在段落內的排障步驟。</a:t>
            </a:r>
          </a:p>
          <a:p>
            <a:endParaRPr lang="zh-TW" altLang="en-US" dirty="0"/>
          </a:p>
          <a:p>
            <a:r>
              <a:rPr lang="en-US" altLang="zh-TW" dirty="0"/>
              <a:t>2. </a:t>
            </a:r>
            <a:r>
              <a:rPr lang="zh-TW" altLang="en-US" dirty="0"/>
              <a:t>手冊版本混雜，舊版、改版文件並存，容易查到過時、錯誤的維修資訊，造成誤判。</a:t>
            </a:r>
          </a:p>
          <a:p>
            <a:endParaRPr lang="zh-TW" altLang="en-US" dirty="0"/>
          </a:p>
          <a:p>
            <a:r>
              <a:rPr lang="zh-TW" altLang="en-US" dirty="0"/>
              <a:t>四、維修標準不一致，風險難控</a:t>
            </a:r>
          </a:p>
          <a:p>
            <a:endParaRPr lang="zh-TW" altLang="en-US" dirty="0"/>
          </a:p>
          <a:p>
            <a:r>
              <a:rPr lang="en-US" altLang="zh-TW" dirty="0"/>
              <a:t>1. </a:t>
            </a:r>
            <a:r>
              <a:rPr lang="zh-TW" altLang="en-US" dirty="0"/>
              <a:t>不同工程師處理同一故障，步驟、處置方式不一樣，缺乏標準化的引導流程。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1E5AD-89C3-4E1A-80C6-1A00460655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86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841218-5D18-43EF-9CFE-15C3ABE5FCB7}"/>
              </a:ext>
            </a:extLst>
          </p:cNvPr>
          <p:cNvGrpSpPr/>
          <p:nvPr userDrawn="1"/>
        </p:nvGrpSpPr>
        <p:grpSpPr>
          <a:xfrm>
            <a:off x="217010" y="5986664"/>
            <a:ext cx="11787886" cy="686721"/>
            <a:chOff x="217009" y="5981470"/>
            <a:chExt cx="11877043" cy="691915"/>
          </a:xfrm>
          <a:solidFill>
            <a:schemeClr val="accent4"/>
          </a:solidFill>
        </p:grpSpPr>
        <p:grpSp>
          <p:nvGrpSpPr>
            <p:cNvPr id="4" name="Graphic 3">
              <a:extLst>
                <a:ext uri="{FF2B5EF4-FFF2-40B4-BE49-F238E27FC236}">
                  <a16:creationId xmlns:a16="http://schemas.microsoft.com/office/drawing/2014/main" id="{EA5439F7-D0CC-4B7D-B19D-62343F761B82}"/>
                </a:ext>
              </a:extLst>
            </p:cNvPr>
            <p:cNvGrpSpPr/>
            <p:nvPr/>
          </p:nvGrpSpPr>
          <p:grpSpPr>
            <a:xfrm>
              <a:off x="8701032" y="5981470"/>
              <a:ext cx="3393020" cy="691915"/>
              <a:chOff x="4666" y="2186177"/>
              <a:chExt cx="12179332" cy="2483649"/>
            </a:xfrm>
            <a:grpFill/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AF06189-971B-419B-BF86-29E2312780F5}"/>
                  </a:ext>
                </a:extLst>
              </p:cNvPr>
              <p:cNvSpPr/>
              <p:nvPr/>
            </p:nvSpPr>
            <p:spPr>
              <a:xfrm>
                <a:off x="4666" y="2186177"/>
                <a:ext cx="12179332" cy="2391650"/>
              </a:xfrm>
              <a:custGeom>
                <a:avLst/>
                <a:gdLst>
                  <a:gd name="connsiteX0" fmla="*/ 11651647 w 12179332"/>
                  <a:gd name="connsiteY0" fmla="*/ 2194846 h 2391650"/>
                  <a:gd name="connsiteX1" fmla="*/ 11651647 w 12179332"/>
                  <a:gd name="connsiteY1" fmla="*/ 1418654 h 2391650"/>
                  <a:gd name="connsiteX2" fmla="*/ 11901201 w 12179332"/>
                  <a:gd name="connsiteY2" fmla="*/ 1418654 h 2391650"/>
                  <a:gd name="connsiteX3" fmla="*/ 11902630 w 12179332"/>
                  <a:gd name="connsiteY3" fmla="*/ 1406176 h 2391650"/>
                  <a:gd name="connsiteX4" fmla="*/ 10870120 w 12179332"/>
                  <a:gd name="connsiteY4" fmla="*/ 590645 h 2391650"/>
                  <a:gd name="connsiteX5" fmla="*/ 10811161 w 12179332"/>
                  <a:gd name="connsiteY5" fmla="*/ 638747 h 2391650"/>
                  <a:gd name="connsiteX6" fmla="*/ 9976580 w 12179332"/>
                  <a:gd name="connsiteY6" fmla="*/ 1323689 h 2391650"/>
                  <a:gd name="connsiteX7" fmla="*/ 9901714 w 12179332"/>
                  <a:gd name="connsiteY7" fmla="*/ 1359980 h 2391650"/>
                  <a:gd name="connsiteX8" fmla="*/ 8941403 w 12179332"/>
                  <a:gd name="connsiteY8" fmla="*/ 1551527 h 2391650"/>
                  <a:gd name="connsiteX9" fmla="*/ 8898160 w 12179332"/>
                  <a:gd name="connsiteY9" fmla="*/ 1603343 h 2391650"/>
                  <a:gd name="connsiteX10" fmla="*/ 8901589 w 12179332"/>
                  <a:gd name="connsiteY10" fmla="*/ 2131124 h 2391650"/>
                  <a:gd name="connsiteX11" fmla="*/ 8901589 w 12179332"/>
                  <a:gd name="connsiteY11" fmla="*/ 2188274 h 2391650"/>
                  <a:gd name="connsiteX12" fmla="*/ 8461915 w 12179332"/>
                  <a:gd name="connsiteY12" fmla="*/ 2188274 h 2391650"/>
                  <a:gd name="connsiteX13" fmla="*/ 8423339 w 12179332"/>
                  <a:gd name="connsiteY13" fmla="*/ 1966246 h 2391650"/>
                  <a:gd name="connsiteX14" fmla="*/ 8452675 w 12179332"/>
                  <a:gd name="connsiteY14" fmla="*/ 1900333 h 2391650"/>
                  <a:gd name="connsiteX15" fmla="*/ 8553069 w 12179332"/>
                  <a:gd name="connsiteY15" fmla="*/ 1778699 h 2391650"/>
                  <a:gd name="connsiteX16" fmla="*/ 8608695 w 12179332"/>
                  <a:gd name="connsiteY16" fmla="*/ 1726121 h 2391650"/>
                  <a:gd name="connsiteX17" fmla="*/ 8733853 w 12179332"/>
                  <a:gd name="connsiteY17" fmla="*/ 1267587 h 2391650"/>
                  <a:gd name="connsiteX18" fmla="*/ 8708517 w 12179332"/>
                  <a:gd name="connsiteY18" fmla="*/ 1185005 h 2391650"/>
                  <a:gd name="connsiteX19" fmla="*/ 8716328 w 12179332"/>
                  <a:gd name="connsiteY19" fmla="*/ 1053179 h 2391650"/>
                  <a:gd name="connsiteX20" fmla="*/ 8494109 w 12179332"/>
                  <a:gd name="connsiteY20" fmla="*/ 851630 h 2391650"/>
                  <a:gd name="connsiteX21" fmla="*/ 8448961 w 12179332"/>
                  <a:gd name="connsiteY21" fmla="*/ 816578 h 2391650"/>
                  <a:gd name="connsiteX22" fmla="*/ 8400098 w 12179332"/>
                  <a:gd name="connsiteY22" fmla="*/ 714566 h 2391650"/>
                  <a:gd name="connsiteX23" fmla="*/ 8098917 w 12179332"/>
                  <a:gd name="connsiteY23" fmla="*/ 637604 h 2391650"/>
                  <a:gd name="connsiteX24" fmla="*/ 7970425 w 12179332"/>
                  <a:gd name="connsiteY24" fmla="*/ 878586 h 2391650"/>
                  <a:gd name="connsiteX25" fmla="*/ 7952994 w 12179332"/>
                  <a:gd name="connsiteY25" fmla="*/ 924592 h 2391650"/>
                  <a:gd name="connsiteX26" fmla="*/ 7851267 w 12179332"/>
                  <a:gd name="connsiteY26" fmla="*/ 1332833 h 2391650"/>
                  <a:gd name="connsiteX27" fmla="*/ 7837361 w 12179332"/>
                  <a:gd name="connsiteY27" fmla="*/ 1425416 h 2391650"/>
                  <a:gd name="connsiteX28" fmla="*/ 7801261 w 12179332"/>
                  <a:gd name="connsiteY28" fmla="*/ 1727549 h 2391650"/>
                  <a:gd name="connsiteX29" fmla="*/ 8084058 w 12179332"/>
                  <a:gd name="connsiteY29" fmla="*/ 1845564 h 2391650"/>
                  <a:gd name="connsiteX30" fmla="*/ 8201311 w 12179332"/>
                  <a:gd name="connsiteY30" fmla="*/ 1934528 h 2391650"/>
                  <a:gd name="connsiteX31" fmla="*/ 8175213 w 12179332"/>
                  <a:gd name="connsiteY31" fmla="*/ 2169033 h 2391650"/>
                  <a:gd name="connsiteX32" fmla="*/ 7709631 w 12179332"/>
                  <a:gd name="connsiteY32" fmla="*/ 2185702 h 2391650"/>
                  <a:gd name="connsiteX33" fmla="*/ 7589615 w 12179332"/>
                  <a:gd name="connsiteY33" fmla="*/ 2032064 h 2391650"/>
                  <a:gd name="connsiteX34" fmla="*/ 7588568 w 12179332"/>
                  <a:gd name="connsiteY34" fmla="*/ 2027587 h 2391650"/>
                  <a:gd name="connsiteX35" fmla="*/ 7493318 w 12179332"/>
                  <a:gd name="connsiteY35" fmla="*/ 1820894 h 2391650"/>
                  <a:gd name="connsiteX36" fmla="*/ 7271290 w 12179332"/>
                  <a:gd name="connsiteY36" fmla="*/ 1879473 h 2391650"/>
                  <a:gd name="connsiteX37" fmla="*/ 7245763 w 12179332"/>
                  <a:gd name="connsiteY37" fmla="*/ 1886903 h 2391650"/>
                  <a:gd name="connsiteX38" fmla="*/ 7105459 w 12179332"/>
                  <a:gd name="connsiteY38" fmla="*/ 2083784 h 2391650"/>
                  <a:gd name="connsiteX39" fmla="*/ 7135083 w 12179332"/>
                  <a:gd name="connsiteY39" fmla="*/ 2188083 h 2391650"/>
                  <a:gd name="connsiteX40" fmla="*/ 6971157 w 12179332"/>
                  <a:gd name="connsiteY40" fmla="*/ 2188464 h 2391650"/>
                  <a:gd name="connsiteX41" fmla="*/ 6930200 w 12179332"/>
                  <a:gd name="connsiteY41" fmla="*/ 2147030 h 2391650"/>
                  <a:gd name="connsiteX42" fmla="*/ 6927723 w 12179332"/>
                  <a:gd name="connsiteY42" fmla="*/ 1538383 h 2391650"/>
                  <a:gd name="connsiteX43" fmla="*/ 6930295 w 12179332"/>
                  <a:gd name="connsiteY43" fmla="*/ 1510665 h 2391650"/>
                  <a:gd name="connsiteX44" fmla="*/ 7198710 w 12179332"/>
                  <a:gd name="connsiteY44" fmla="*/ 1510665 h 2391650"/>
                  <a:gd name="connsiteX45" fmla="*/ 6094762 w 12179332"/>
                  <a:gd name="connsiteY45" fmla="*/ 504444 h 2391650"/>
                  <a:gd name="connsiteX46" fmla="*/ 5025295 w 12179332"/>
                  <a:gd name="connsiteY46" fmla="*/ 1505903 h 2391650"/>
                  <a:gd name="connsiteX47" fmla="*/ 5029962 w 12179332"/>
                  <a:gd name="connsiteY47" fmla="*/ 1521047 h 2391650"/>
                  <a:gd name="connsiteX48" fmla="*/ 5303615 w 12179332"/>
                  <a:gd name="connsiteY48" fmla="*/ 1521047 h 2391650"/>
                  <a:gd name="connsiteX49" fmla="*/ 5303615 w 12179332"/>
                  <a:gd name="connsiteY49" fmla="*/ 2192179 h 2391650"/>
                  <a:gd name="connsiteX50" fmla="*/ 5003769 w 12179332"/>
                  <a:gd name="connsiteY50" fmla="*/ 2192179 h 2391650"/>
                  <a:gd name="connsiteX51" fmla="*/ 5003769 w 12179332"/>
                  <a:gd name="connsiteY51" fmla="*/ 1556957 h 2391650"/>
                  <a:gd name="connsiteX52" fmla="*/ 4124801 w 12179332"/>
                  <a:gd name="connsiteY52" fmla="*/ 1556957 h 2391650"/>
                  <a:gd name="connsiteX53" fmla="*/ 4124801 w 12179332"/>
                  <a:gd name="connsiteY53" fmla="*/ 2200370 h 2391650"/>
                  <a:gd name="connsiteX54" fmla="*/ 3945350 w 12179332"/>
                  <a:gd name="connsiteY54" fmla="*/ 2190464 h 2391650"/>
                  <a:gd name="connsiteX55" fmla="*/ 3945350 w 12179332"/>
                  <a:gd name="connsiteY55" fmla="*/ 262128 h 2391650"/>
                  <a:gd name="connsiteX56" fmla="*/ 3627311 w 12179332"/>
                  <a:gd name="connsiteY56" fmla="*/ 262128 h 2391650"/>
                  <a:gd name="connsiteX57" fmla="*/ 3627311 w 12179332"/>
                  <a:gd name="connsiteY57" fmla="*/ 0 h 2391650"/>
                  <a:gd name="connsiteX58" fmla="*/ 2735771 w 12179332"/>
                  <a:gd name="connsiteY58" fmla="*/ 0 h 2391650"/>
                  <a:gd name="connsiteX59" fmla="*/ 2735771 w 12179332"/>
                  <a:gd name="connsiteY59" fmla="*/ 276892 h 2391650"/>
                  <a:gd name="connsiteX60" fmla="*/ 2417255 w 12179332"/>
                  <a:gd name="connsiteY60" fmla="*/ 260033 h 2391650"/>
                  <a:gd name="connsiteX61" fmla="*/ 2417255 w 12179332"/>
                  <a:gd name="connsiteY61" fmla="*/ 321945 h 2391650"/>
                  <a:gd name="connsiteX62" fmla="*/ 2420112 w 12179332"/>
                  <a:gd name="connsiteY62" fmla="*/ 1358456 h 2391650"/>
                  <a:gd name="connsiteX63" fmla="*/ 2338197 w 12179332"/>
                  <a:gd name="connsiteY63" fmla="*/ 1437704 h 2391650"/>
                  <a:gd name="connsiteX64" fmla="*/ 1938528 w 12179332"/>
                  <a:gd name="connsiteY64" fmla="*/ 1430941 h 2391650"/>
                  <a:gd name="connsiteX65" fmla="*/ 1865757 w 12179332"/>
                  <a:gd name="connsiteY65" fmla="*/ 1397508 h 2391650"/>
                  <a:gd name="connsiteX66" fmla="*/ 1428655 w 12179332"/>
                  <a:gd name="connsiteY66" fmla="*/ 882777 h 2391650"/>
                  <a:gd name="connsiteX67" fmla="*/ 1346168 w 12179332"/>
                  <a:gd name="connsiteY67" fmla="*/ 867251 h 2391650"/>
                  <a:gd name="connsiteX68" fmla="*/ 787241 w 12179332"/>
                  <a:gd name="connsiteY68" fmla="*/ 1141667 h 2391650"/>
                  <a:gd name="connsiteX69" fmla="*/ 721709 w 12179332"/>
                  <a:gd name="connsiteY69" fmla="*/ 1171385 h 2391650"/>
                  <a:gd name="connsiteX70" fmla="*/ 721709 w 12179332"/>
                  <a:gd name="connsiteY70" fmla="*/ 926878 h 2391650"/>
                  <a:gd name="connsiteX71" fmla="*/ 468154 w 12179332"/>
                  <a:gd name="connsiteY71" fmla="*/ 926878 h 2391650"/>
                  <a:gd name="connsiteX72" fmla="*/ 469487 w 12179332"/>
                  <a:gd name="connsiteY72" fmla="*/ 1217581 h 2391650"/>
                  <a:gd name="connsiteX73" fmla="*/ 411575 w 12179332"/>
                  <a:gd name="connsiteY73" fmla="*/ 1311593 h 2391650"/>
                  <a:gd name="connsiteX74" fmla="*/ 206312 w 12179332"/>
                  <a:gd name="connsiteY74" fmla="*/ 1421606 h 2391650"/>
                  <a:gd name="connsiteX75" fmla="*/ 66675 w 12179332"/>
                  <a:gd name="connsiteY75" fmla="*/ 1498283 h 2391650"/>
                  <a:gd name="connsiteX76" fmla="*/ 69056 w 12179332"/>
                  <a:gd name="connsiteY76" fmla="*/ 1506950 h 2391650"/>
                  <a:gd name="connsiteX77" fmla="*/ 340614 w 12179332"/>
                  <a:gd name="connsiteY77" fmla="*/ 1521238 h 2391650"/>
                  <a:gd name="connsiteX78" fmla="*/ 340614 w 12179332"/>
                  <a:gd name="connsiteY78" fmla="*/ 2185321 h 2391650"/>
                  <a:gd name="connsiteX79" fmla="*/ 284702 w 12179332"/>
                  <a:gd name="connsiteY79" fmla="*/ 2188845 h 2391650"/>
                  <a:gd name="connsiteX80" fmla="*/ 0 w 12179332"/>
                  <a:gd name="connsiteY80" fmla="*/ 2199704 h 2391650"/>
                  <a:gd name="connsiteX81" fmla="*/ 0 w 12179332"/>
                  <a:gd name="connsiteY81" fmla="*/ 2275808 h 2391650"/>
                  <a:gd name="connsiteX82" fmla="*/ 415290 w 12179332"/>
                  <a:gd name="connsiteY82" fmla="*/ 2275808 h 2391650"/>
                  <a:gd name="connsiteX83" fmla="*/ 415290 w 12179332"/>
                  <a:gd name="connsiteY83" fmla="*/ 1438751 h 2391650"/>
                  <a:gd name="connsiteX84" fmla="*/ 368713 w 12179332"/>
                  <a:gd name="connsiteY84" fmla="*/ 1427036 h 2391650"/>
                  <a:gd name="connsiteX85" fmla="*/ 482251 w 12179332"/>
                  <a:gd name="connsiteY85" fmla="*/ 1364456 h 2391650"/>
                  <a:gd name="connsiteX86" fmla="*/ 527114 w 12179332"/>
                  <a:gd name="connsiteY86" fmla="*/ 1286923 h 2391650"/>
                  <a:gd name="connsiteX87" fmla="*/ 526352 w 12179332"/>
                  <a:gd name="connsiteY87" fmla="*/ 1021271 h 2391650"/>
                  <a:gd name="connsiteX88" fmla="*/ 626554 w 12179332"/>
                  <a:gd name="connsiteY88" fmla="*/ 1021271 h 2391650"/>
                  <a:gd name="connsiteX89" fmla="*/ 650272 w 12179332"/>
                  <a:gd name="connsiteY89" fmla="*/ 1288352 h 2391650"/>
                  <a:gd name="connsiteX90" fmla="*/ 1365790 w 12179332"/>
                  <a:gd name="connsiteY90" fmla="*/ 945261 h 2391650"/>
                  <a:gd name="connsiteX91" fmla="*/ 1393793 w 12179332"/>
                  <a:gd name="connsiteY91" fmla="*/ 975074 h 2391650"/>
                  <a:gd name="connsiteX92" fmla="*/ 1815751 w 12179332"/>
                  <a:gd name="connsiteY92" fmla="*/ 1465231 h 2391650"/>
                  <a:gd name="connsiteX93" fmla="*/ 1900619 w 12179332"/>
                  <a:gd name="connsiteY93" fmla="*/ 1503617 h 2391650"/>
                  <a:gd name="connsiteX94" fmla="*/ 2438305 w 12179332"/>
                  <a:gd name="connsiteY94" fmla="*/ 1503902 h 2391650"/>
                  <a:gd name="connsiteX95" fmla="*/ 2490692 w 12179332"/>
                  <a:gd name="connsiteY95" fmla="*/ 1450277 h 2391650"/>
                  <a:gd name="connsiteX96" fmla="*/ 2489835 w 12179332"/>
                  <a:gd name="connsiteY96" fmla="*/ 404241 h 2391650"/>
                  <a:gd name="connsiteX97" fmla="*/ 2489835 w 12179332"/>
                  <a:gd name="connsiteY97" fmla="*/ 344234 h 2391650"/>
                  <a:gd name="connsiteX98" fmla="*/ 2799779 w 12179332"/>
                  <a:gd name="connsiteY98" fmla="*/ 344234 h 2391650"/>
                  <a:gd name="connsiteX99" fmla="*/ 2799779 w 12179332"/>
                  <a:gd name="connsiteY99" fmla="*/ 72009 h 2391650"/>
                  <a:gd name="connsiteX100" fmla="*/ 3557683 w 12179332"/>
                  <a:gd name="connsiteY100" fmla="*/ 72009 h 2391650"/>
                  <a:gd name="connsiteX101" fmla="*/ 3557683 w 12179332"/>
                  <a:gd name="connsiteY101" fmla="*/ 327089 h 2391650"/>
                  <a:gd name="connsiteX102" fmla="*/ 3875818 w 12179332"/>
                  <a:gd name="connsiteY102" fmla="*/ 327089 h 2391650"/>
                  <a:gd name="connsiteX103" fmla="*/ 3875818 w 12179332"/>
                  <a:gd name="connsiteY103" fmla="*/ 2273808 h 2391650"/>
                  <a:gd name="connsiteX104" fmla="*/ 4196429 w 12179332"/>
                  <a:gd name="connsiteY104" fmla="*/ 2273808 h 2391650"/>
                  <a:gd name="connsiteX105" fmla="*/ 4196429 w 12179332"/>
                  <a:gd name="connsiteY105" fmla="*/ 1632966 h 2391650"/>
                  <a:gd name="connsiteX106" fmla="*/ 4934141 w 12179332"/>
                  <a:gd name="connsiteY106" fmla="*/ 1632966 h 2391650"/>
                  <a:gd name="connsiteX107" fmla="*/ 4934141 w 12179332"/>
                  <a:gd name="connsiteY107" fmla="*/ 2273332 h 2391650"/>
                  <a:gd name="connsiteX108" fmla="*/ 5380482 w 12179332"/>
                  <a:gd name="connsiteY108" fmla="*/ 2273332 h 2391650"/>
                  <a:gd name="connsiteX109" fmla="*/ 5380482 w 12179332"/>
                  <a:gd name="connsiteY109" fmla="*/ 1435989 h 2391650"/>
                  <a:gd name="connsiteX110" fmla="*/ 5235607 w 12179332"/>
                  <a:gd name="connsiteY110" fmla="*/ 1435989 h 2391650"/>
                  <a:gd name="connsiteX111" fmla="*/ 6094762 w 12179332"/>
                  <a:gd name="connsiteY111" fmla="*/ 617887 h 2391650"/>
                  <a:gd name="connsiteX112" fmla="*/ 7006304 w 12179332"/>
                  <a:gd name="connsiteY112" fmla="*/ 1422940 h 2391650"/>
                  <a:gd name="connsiteX113" fmla="*/ 6850380 w 12179332"/>
                  <a:gd name="connsiteY113" fmla="*/ 1431608 h 2391650"/>
                  <a:gd name="connsiteX114" fmla="*/ 6850380 w 12179332"/>
                  <a:gd name="connsiteY114" fmla="*/ 2276951 h 2391650"/>
                  <a:gd name="connsiteX115" fmla="*/ 7085933 w 12179332"/>
                  <a:gd name="connsiteY115" fmla="*/ 2276570 h 2391650"/>
                  <a:gd name="connsiteX116" fmla="*/ 7144988 w 12179332"/>
                  <a:gd name="connsiteY116" fmla="*/ 2305050 h 2391650"/>
                  <a:gd name="connsiteX117" fmla="*/ 7399973 w 12179332"/>
                  <a:gd name="connsiteY117" fmla="*/ 2351246 h 2391650"/>
                  <a:gd name="connsiteX118" fmla="*/ 7486365 w 12179332"/>
                  <a:gd name="connsiteY118" fmla="*/ 2335816 h 2391650"/>
                  <a:gd name="connsiteX119" fmla="*/ 7637526 w 12179332"/>
                  <a:gd name="connsiteY119" fmla="*/ 2312003 h 2391650"/>
                  <a:gd name="connsiteX120" fmla="*/ 7761256 w 12179332"/>
                  <a:gd name="connsiteY120" fmla="*/ 2265712 h 2391650"/>
                  <a:gd name="connsiteX121" fmla="*/ 7951565 w 12179332"/>
                  <a:gd name="connsiteY121" fmla="*/ 2262092 h 2391650"/>
                  <a:gd name="connsiteX122" fmla="*/ 8229695 w 12179332"/>
                  <a:gd name="connsiteY122" fmla="*/ 2261902 h 2391650"/>
                  <a:gd name="connsiteX123" fmla="*/ 8264747 w 12179332"/>
                  <a:gd name="connsiteY123" fmla="*/ 1882807 h 2391650"/>
                  <a:gd name="connsiteX124" fmla="*/ 8249698 w 12179332"/>
                  <a:gd name="connsiteY124" fmla="*/ 1857375 h 2391650"/>
                  <a:gd name="connsiteX125" fmla="*/ 8113776 w 12179332"/>
                  <a:gd name="connsiteY125" fmla="*/ 1752029 h 2391650"/>
                  <a:gd name="connsiteX126" fmla="*/ 7869555 w 12179332"/>
                  <a:gd name="connsiteY126" fmla="*/ 1711643 h 2391650"/>
                  <a:gd name="connsiteX127" fmla="*/ 7839266 w 12179332"/>
                  <a:gd name="connsiteY127" fmla="*/ 1548098 h 2391650"/>
                  <a:gd name="connsiteX128" fmla="*/ 7993952 w 12179332"/>
                  <a:gd name="connsiteY128" fmla="*/ 1383697 h 2391650"/>
                  <a:gd name="connsiteX129" fmla="*/ 8042339 w 12179332"/>
                  <a:gd name="connsiteY129" fmla="*/ 979265 h 2391650"/>
                  <a:gd name="connsiteX130" fmla="*/ 8052816 w 12179332"/>
                  <a:gd name="connsiteY130" fmla="*/ 836581 h 2391650"/>
                  <a:gd name="connsiteX131" fmla="*/ 8184928 w 12179332"/>
                  <a:gd name="connsiteY131" fmla="*/ 696278 h 2391650"/>
                  <a:gd name="connsiteX132" fmla="*/ 8386858 w 12179332"/>
                  <a:gd name="connsiteY132" fmla="*/ 810006 h 2391650"/>
                  <a:gd name="connsiteX133" fmla="*/ 8413242 w 12179332"/>
                  <a:gd name="connsiteY133" fmla="*/ 930593 h 2391650"/>
                  <a:gd name="connsiteX134" fmla="*/ 8473059 w 12179332"/>
                  <a:gd name="connsiteY134" fmla="*/ 924401 h 2391650"/>
                  <a:gd name="connsiteX135" fmla="*/ 8651176 w 12179332"/>
                  <a:gd name="connsiteY135" fmla="*/ 1082993 h 2391650"/>
                  <a:gd name="connsiteX136" fmla="*/ 8630221 w 12179332"/>
                  <a:gd name="connsiteY136" fmla="*/ 1221200 h 2391650"/>
                  <a:gd name="connsiteX137" fmla="*/ 8648986 w 12179332"/>
                  <a:gd name="connsiteY137" fmla="*/ 1299591 h 2391650"/>
                  <a:gd name="connsiteX138" fmla="*/ 8709850 w 12179332"/>
                  <a:gd name="connsiteY138" fmla="*/ 1365314 h 2391650"/>
                  <a:gd name="connsiteX139" fmla="*/ 8729472 w 12179332"/>
                  <a:gd name="connsiteY139" fmla="*/ 1562195 h 2391650"/>
                  <a:gd name="connsiteX140" fmla="*/ 8543258 w 12179332"/>
                  <a:gd name="connsiteY140" fmla="*/ 1665256 h 2391650"/>
                  <a:gd name="connsiteX141" fmla="*/ 8501158 w 12179332"/>
                  <a:gd name="connsiteY141" fmla="*/ 1663351 h 2391650"/>
                  <a:gd name="connsiteX142" fmla="*/ 8415337 w 12179332"/>
                  <a:gd name="connsiteY142" fmla="*/ 1839563 h 2391650"/>
                  <a:gd name="connsiteX143" fmla="*/ 8365713 w 12179332"/>
                  <a:gd name="connsiteY143" fmla="*/ 1959102 h 2391650"/>
                  <a:gd name="connsiteX144" fmla="*/ 8367999 w 12179332"/>
                  <a:gd name="connsiteY144" fmla="*/ 1987486 h 2391650"/>
                  <a:gd name="connsiteX145" fmla="*/ 8394478 w 12179332"/>
                  <a:gd name="connsiteY145" fmla="*/ 2252758 h 2391650"/>
                  <a:gd name="connsiteX146" fmla="*/ 8975598 w 12179332"/>
                  <a:gd name="connsiteY146" fmla="*/ 2252758 h 2391650"/>
                  <a:gd name="connsiteX147" fmla="*/ 8975598 w 12179332"/>
                  <a:gd name="connsiteY147" fmla="*/ 2195132 h 2391650"/>
                  <a:gd name="connsiteX148" fmla="*/ 8974836 w 12179332"/>
                  <a:gd name="connsiteY148" fmla="*/ 1667351 h 2391650"/>
                  <a:gd name="connsiteX149" fmla="*/ 9023604 w 12179332"/>
                  <a:gd name="connsiteY149" fmla="*/ 1605629 h 2391650"/>
                  <a:gd name="connsiteX150" fmla="*/ 9920478 w 12179332"/>
                  <a:gd name="connsiteY150" fmla="*/ 1436561 h 2391650"/>
                  <a:gd name="connsiteX151" fmla="*/ 9991820 w 12179332"/>
                  <a:gd name="connsiteY151" fmla="*/ 1403604 h 2391650"/>
                  <a:gd name="connsiteX152" fmla="*/ 10470738 w 12179332"/>
                  <a:gd name="connsiteY152" fmla="*/ 1012508 h 2391650"/>
                  <a:gd name="connsiteX153" fmla="*/ 10870120 w 12179332"/>
                  <a:gd name="connsiteY153" fmla="*/ 685800 h 2391650"/>
                  <a:gd name="connsiteX154" fmla="*/ 11694700 w 12179332"/>
                  <a:gd name="connsiteY154" fmla="*/ 1337215 h 2391650"/>
                  <a:gd name="connsiteX155" fmla="*/ 11577637 w 12179332"/>
                  <a:gd name="connsiteY155" fmla="*/ 1356836 h 2391650"/>
                  <a:gd name="connsiteX156" fmla="*/ 11577637 w 12179332"/>
                  <a:gd name="connsiteY156" fmla="*/ 2261330 h 2391650"/>
                  <a:gd name="connsiteX157" fmla="*/ 12179332 w 12179332"/>
                  <a:gd name="connsiteY157" fmla="*/ 2261330 h 2391650"/>
                  <a:gd name="connsiteX158" fmla="*/ 12179332 w 12179332"/>
                  <a:gd name="connsiteY158" fmla="*/ 2194751 h 2391650"/>
                  <a:gd name="connsiteX159" fmla="*/ 11651647 w 12179332"/>
                  <a:gd name="connsiteY159" fmla="*/ 2194846 h 2391650"/>
                  <a:gd name="connsiteX160" fmla="*/ 7525322 w 12179332"/>
                  <a:gd name="connsiteY160" fmla="*/ 2265426 h 2391650"/>
                  <a:gd name="connsiteX161" fmla="*/ 7403592 w 12179332"/>
                  <a:gd name="connsiteY161" fmla="*/ 2239137 h 2391650"/>
                  <a:gd name="connsiteX162" fmla="*/ 7388543 w 12179332"/>
                  <a:gd name="connsiteY162" fmla="*/ 2261807 h 2391650"/>
                  <a:gd name="connsiteX163" fmla="*/ 7219379 w 12179332"/>
                  <a:gd name="connsiteY163" fmla="*/ 2302288 h 2391650"/>
                  <a:gd name="connsiteX164" fmla="*/ 7189280 w 12179332"/>
                  <a:gd name="connsiteY164" fmla="*/ 2195322 h 2391650"/>
                  <a:gd name="connsiteX165" fmla="*/ 7173754 w 12179332"/>
                  <a:gd name="connsiteY165" fmla="*/ 2077212 h 2391650"/>
                  <a:gd name="connsiteX166" fmla="*/ 7157371 w 12179332"/>
                  <a:gd name="connsiteY166" fmla="*/ 1996726 h 2391650"/>
                  <a:gd name="connsiteX167" fmla="*/ 7258812 w 12179332"/>
                  <a:gd name="connsiteY167" fmla="*/ 1956054 h 2391650"/>
                  <a:gd name="connsiteX168" fmla="*/ 7350728 w 12179332"/>
                  <a:gd name="connsiteY168" fmla="*/ 1927384 h 2391650"/>
                  <a:gd name="connsiteX169" fmla="*/ 7491889 w 12179332"/>
                  <a:gd name="connsiteY169" fmla="*/ 1919478 h 2391650"/>
                  <a:gd name="connsiteX170" fmla="*/ 7502843 w 12179332"/>
                  <a:gd name="connsiteY170" fmla="*/ 2008442 h 2391650"/>
                  <a:gd name="connsiteX171" fmla="*/ 7448265 w 12179332"/>
                  <a:gd name="connsiteY171" fmla="*/ 2081498 h 2391650"/>
                  <a:gd name="connsiteX172" fmla="*/ 7541610 w 12179332"/>
                  <a:gd name="connsiteY172" fmla="*/ 2105406 h 2391650"/>
                  <a:gd name="connsiteX173" fmla="*/ 7602284 w 12179332"/>
                  <a:gd name="connsiteY173" fmla="*/ 2158365 h 2391650"/>
                  <a:gd name="connsiteX174" fmla="*/ 7525322 w 12179332"/>
                  <a:gd name="connsiteY174" fmla="*/ 2265426 h 239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</a:cxnLst>
                <a:rect l="l" t="t" r="r" b="b"/>
                <a:pathLst>
                  <a:path w="12179332" h="2391650">
                    <a:moveTo>
                      <a:pt x="11651647" y="2194846"/>
                    </a:moveTo>
                    <a:cubicBezTo>
                      <a:pt x="11651647" y="1933194"/>
                      <a:pt x="11651647" y="1680877"/>
                      <a:pt x="11651647" y="1418654"/>
                    </a:cubicBezTo>
                    <a:cubicBezTo>
                      <a:pt x="11736704" y="1418654"/>
                      <a:pt x="11818905" y="1418654"/>
                      <a:pt x="11901201" y="1418654"/>
                    </a:cubicBezTo>
                    <a:cubicBezTo>
                      <a:pt x="11901678" y="1414463"/>
                      <a:pt x="11902155" y="1410367"/>
                      <a:pt x="11902630" y="1406176"/>
                    </a:cubicBezTo>
                    <a:cubicBezTo>
                      <a:pt x="11558587" y="1134428"/>
                      <a:pt x="11214544" y="862775"/>
                      <a:pt x="10870120" y="590645"/>
                    </a:cubicBezTo>
                    <a:cubicBezTo>
                      <a:pt x="10847927" y="608743"/>
                      <a:pt x="10829448" y="623697"/>
                      <a:pt x="10811161" y="638747"/>
                    </a:cubicBezTo>
                    <a:cubicBezTo>
                      <a:pt x="10533126" y="867251"/>
                      <a:pt x="10255377" y="1096137"/>
                      <a:pt x="9976580" y="1323689"/>
                    </a:cubicBezTo>
                    <a:cubicBezTo>
                      <a:pt x="9955529" y="1340834"/>
                      <a:pt x="9928193" y="1354550"/>
                      <a:pt x="9901714" y="1359980"/>
                    </a:cubicBezTo>
                    <a:cubicBezTo>
                      <a:pt x="9581864" y="1425226"/>
                      <a:pt x="9261824" y="1489139"/>
                      <a:pt x="8941403" y="1551527"/>
                    </a:cubicBezTo>
                    <a:cubicBezTo>
                      <a:pt x="8907971" y="1558004"/>
                      <a:pt x="8897684" y="1569339"/>
                      <a:pt x="8898160" y="1603343"/>
                    </a:cubicBezTo>
                    <a:cubicBezTo>
                      <a:pt x="8900732" y="1779270"/>
                      <a:pt x="8900732" y="1955197"/>
                      <a:pt x="8901589" y="2131124"/>
                    </a:cubicBezTo>
                    <a:cubicBezTo>
                      <a:pt x="8901684" y="2147983"/>
                      <a:pt x="8901589" y="2164937"/>
                      <a:pt x="8901589" y="2188274"/>
                    </a:cubicBezTo>
                    <a:cubicBezTo>
                      <a:pt x="8752141" y="2188274"/>
                      <a:pt x="8608695" y="2188274"/>
                      <a:pt x="8461915" y="2188274"/>
                    </a:cubicBezTo>
                    <a:cubicBezTo>
                      <a:pt x="8449437" y="2115503"/>
                      <a:pt x="8437912" y="2040636"/>
                      <a:pt x="8423339" y="1966246"/>
                    </a:cubicBezTo>
                    <a:cubicBezTo>
                      <a:pt x="8417243" y="1935004"/>
                      <a:pt x="8430006" y="1920716"/>
                      <a:pt x="8452675" y="1900333"/>
                    </a:cubicBezTo>
                    <a:cubicBezTo>
                      <a:pt x="8491537" y="1865281"/>
                      <a:pt x="8528590" y="1824323"/>
                      <a:pt x="8553069" y="1778699"/>
                    </a:cubicBezTo>
                    <a:cubicBezTo>
                      <a:pt x="8567737" y="1751362"/>
                      <a:pt x="8577929" y="1735074"/>
                      <a:pt x="8608695" y="1726121"/>
                    </a:cubicBezTo>
                    <a:cubicBezTo>
                      <a:pt x="8830056" y="1661541"/>
                      <a:pt x="8892350" y="1432941"/>
                      <a:pt x="8733853" y="1267587"/>
                    </a:cubicBezTo>
                    <a:cubicBezTo>
                      <a:pt x="8710041" y="1242727"/>
                      <a:pt x="8700040" y="1221581"/>
                      <a:pt x="8708517" y="1185005"/>
                    </a:cubicBezTo>
                    <a:cubicBezTo>
                      <a:pt x="8718328" y="1142619"/>
                      <a:pt x="8720137" y="1096804"/>
                      <a:pt x="8716328" y="1053179"/>
                    </a:cubicBezTo>
                    <a:cubicBezTo>
                      <a:pt x="8705755" y="934212"/>
                      <a:pt x="8611648" y="849821"/>
                      <a:pt x="8494109" y="851630"/>
                    </a:cubicBezTo>
                    <a:cubicBezTo>
                      <a:pt x="8466010" y="852011"/>
                      <a:pt x="8457343" y="841915"/>
                      <a:pt x="8448961" y="816578"/>
                    </a:cubicBezTo>
                    <a:cubicBezTo>
                      <a:pt x="8437245" y="780955"/>
                      <a:pt x="8421624" y="745046"/>
                      <a:pt x="8400098" y="714566"/>
                    </a:cubicBezTo>
                    <a:cubicBezTo>
                      <a:pt x="8339042" y="628269"/>
                      <a:pt x="8192548" y="592646"/>
                      <a:pt x="8098917" y="637604"/>
                    </a:cubicBezTo>
                    <a:cubicBezTo>
                      <a:pt x="8027480" y="671894"/>
                      <a:pt x="7966234" y="789432"/>
                      <a:pt x="7970425" y="878586"/>
                    </a:cubicBezTo>
                    <a:cubicBezTo>
                      <a:pt x="7971187" y="893921"/>
                      <a:pt x="7964329" y="916115"/>
                      <a:pt x="7952994" y="924592"/>
                    </a:cubicBezTo>
                    <a:cubicBezTo>
                      <a:pt x="7805928" y="1034701"/>
                      <a:pt x="7770019" y="1167765"/>
                      <a:pt x="7851267" y="1332833"/>
                    </a:cubicBezTo>
                    <a:cubicBezTo>
                      <a:pt x="7870794" y="1372457"/>
                      <a:pt x="7865936" y="1393698"/>
                      <a:pt x="7837361" y="1425416"/>
                    </a:cubicBezTo>
                    <a:cubicBezTo>
                      <a:pt x="7753445" y="1518285"/>
                      <a:pt x="7742873" y="1628204"/>
                      <a:pt x="7801261" y="1727549"/>
                    </a:cubicBezTo>
                    <a:cubicBezTo>
                      <a:pt x="7864888" y="1835753"/>
                      <a:pt x="7953470" y="1872710"/>
                      <a:pt x="8084058" y="1845564"/>
                    </a:cubicBezTo>
                    <a:cubicBezTo>
                      <a:pt x="8115586" y="1838992"/>
                      <a:pt x="8204073" y="1903571"/>
                      <a:pt x="8201311" y="1934528"/>
                    </a:cubicBezTo>
                    <a:cubicBezTo>
                      <a:pt x="8194453" y="2011490"/>
                      <a:pt x="8184452" y="2088261"/>
                      <a:pt x="8175213" y="2169033"/>
                    </a:cubicBezTo>
                    <a:cubicBezTo>
                      <a:pt x="8017288" y="2174653"/>
                      <a:pt x="7862697" y="2180177"/>
                      <a:pt x="7709631" y="2185702"/>
                    </a:cubicBezTo>
                    <a:cubicBezTo>
                      <a:pt x="7681150" y="2091500"/>
                      <a:pt x="7681150" y="2091500"/>
                      <a:pt x="7589615" y="2032064"/>
                    </a:cubicBezTo>
                    <a:cubicBezTo>
                      <a:pt x="7589235" y="2030540"/>
                      <a:pt x="7588377" y="2029015"/>
                      <a:pt x="7588568" y="2027587"/>
                    </a:cubicBezTo>
                    <a:cubicBezTo>
                      <a:pt x="7599998" y="1919669"/>
                      <a:pt x="7570851" y="1856423"/>
                      <a:pt x="7493318" y="1820894"/>
                    </a:cubicBezTo>
                    <a:cubicBezTo>
                      <a:pt x="7402640" y="1779270"/>
                      <a:pt x="7357110" y="1791653"/>
                      <a:pt x="7271290" y="1879473"/>
                    </a:cubicBezTo>
                    <a:cubicBezTo>
                      <a:pt x="7265861" y="1884998"/>
                      <a:pt x="7254621" y="1885760"/>
                      <a:pt x="7245763" y="1886903"/>
                    </a:cubicBezTo>
                    <a:cubicBezTo>
                      <a:pt x="7125748" y="1902047"/>
                      <a:pt x="7079742" y="1965674"/>
                      <a:pt x="7105459" y="2083784"/>
                    </a:cubicBezTo>
                    <a:cubicBezTo>
                      <a:pt x="7113080" y="2118836"/>
                      <a:pt x="7124986" y="2152936"/>
                      <a:pt x="7135083" y="2188083"/>
                    </a:cubicBezTo>
                    <a:cubicBezTo>
                      <a:pt x="7078694" y="2188083"/>
                      <a:pt x="7024878" y="2187035"/>
                      <a:pt x="6971157" y="2188464"/>
                    </a:cubicBezTo>
                    <a:cubicBezTo>
                      <a:pt x="6940582" y="2189321"/>
                      <a:pt x="6930200" y="2178177"/>
                      <a:pt x="6930200" y="2147030"/>
                    </a:cubicBezTo>
                    <a:cubicBezTo>
                      <a:pt x="6930295" y="1944148"/>
                      <a:pt x="6928581" y="1741265"/>
                      <a:pt x="6927723" y="1538383"/>
                    </a:cubicBezTo>
                    <a:cubicBezTo>
                      <a:pt x="6927723" y="1529334"/>
                      <a:pt x="6929438" y="1520190"/>
                      <a:pt x="6930295" y="1510665"/>
                    </a:cubicBezTo>
                    <a:cubicBezTo>
                      <a:pt x="7018687" y="1510665"/>
                      <a:pt x="7104222" y="1510665"/>
                      <a:pt x="7198710" y="1510665"/>
                    </a:cubicBezTo>
                    <a:cubicBezTo>
                      <a:pt x="6827044" y="1171861"/>
                      <a:pt x="6461950" y="839153"/>
                      <a:pt x="6094762" y="504444"/>
                    </a:cubicBezTo>
                    <a:cubicBezTo>
                      <a:pt x="5736241" y="840200"/>
                      <a:pt x="5380768" y="1173004"/>
                      <a:pt x="5025295" y="1505903"/>
                    </a:cubicBezTo>
                    <a:cubicBezTo>
                      <a:pt x="5026819" y="1510951"/>
                      <a:pt x="5028438" y="1515999"/>
                      <a:pt x="5029962" y="1521047"/>
                    </a:cubicBezTo>
                    <a:cubicBezTo>
                      <a:pt x="5119212" y="1521047"/>
                      <a:pt x="5208461" y="1521047"/>
                      <a:pt x="5303615" y="1521047"/>
                    </a:cubicBezTo>
                    <a:cubicBezTo>
                      <a:pt x="5303615" y="1753076"/>
                      <a:pt x="5303615" y="1975295"/>
                      <a:pt x="5303615" y="2192179"/>
                    </a:cubicBezTo>
                    <a:cubicBezTo>
                      <a:pt x="5204174" y="2192179"/>
                      <a:pt x="5106543" y="2192179"/>
                      <a:pt x="5003769" y="2192179"/>
                    </a:cubicBezTo>
                    <a:cubicBezTo>
                      <a:pt x="5003769" y="1975009"/>
                      <a:pt x="5003769" y="1765173"/>
                      <a:pt x="5003769" y="1556957"/>
                    </a:cubicBezTo>
                    <a:cubicBezTo>
                      <a:pt x="4707160" y="1556957"/>
                      <a:pt x="4415981" y="1556957"/>
                      <a:pt x="4124801" y="1556957"/>
                    </a:cubicBezTo>
                    <a:cubicBezTo>
                      <a:pt x="4124801" y="1772888"/>
                      <a:pt x="4124801" y="1984343"/>
                      <a:pt x="4124801" y="2200370"/>
                    </a:cubicBezTo>
                    <a:cubicBezTo>
                      <a:pt x="4064318" y="2197037"/>
                      <a:pt x="4006310" y="2193798"/>
                      <a:pt x="3945350" y="2190464"/>
                    </a:cubicBezTo>
                    <a:cubicBezTo>
                      <a:pt x="3945350" y="1547908"/>
                      <a:pt x="3945350" y="908590"/>
                      <a:pt x="3945350" y="262128"/>
                    </a:cubicBezTo>
                    <a:cubicBezTo>
                      <a:pt x="3839337" y="262128"/>
                      <a:pt x="3735800" y="262128"/>
                      <a:pt x="3627311" y="262128"/>
                    </a:cubicBezTo>
                    <a:cubicBezTo>
                      <a:pt x="3627311" y="170307"/>
                      <a:pt x="3627311" y="85535"/>
                      <a:pt x="3627311" y="0"/>
                    </a:cubicBezTo>
                    <a:cubicBezTo>
                      <a:pt x="3326702" y="0"/>
                      <a:pt x="3031331" y="0"/>
                      <a:pt x="2735771" y="0"/>
                    </a:cubicBezTo>
                    <a:cubicBezTo>
                      <a:pt x="2735771" y="93917"/>
                      <a:pt x="2735771" y="183642"/>
                      <a:pt x="2735771" y="276892"/>
                    </a:cubicBezTo>
                    <a:cubicBezTo>
                      <a:pt x="2629091" y="271272"/>
                      <a:pt x="2525459" y="265748"/>
                      <a:pt x="2417255" y="260033"/>
                    </a:cubicBezTo>
                    <a:cubicBezTo>
                      <a:pt x="2417255" y="284702"/>
                      <a:pt x="2417255" y="303371"/>
                      <a:pt x="2417255" y="321945"/>
                    </a:cubicBezTo>
                    <a:cubicBezTo>
                      <a:pt x="2418207" y="667417"/>
                      <a:pt x="2419160" y="1012984"/>
                      <a:pt x="2420112" y="1358456"/>
                    </a:cubicBezTo>
                    <a:cubicBezTo>
                      <a:pt x="2420303" y="1438942"/>
                      <a:pt x="2420398" y="1439132"/>
                      <a:pt x="2338197" y="1437704"/>
                    </a:cubicBezTo>
                    <a:cubicBezTo>
                      <a:pt x="2204942" y="1435418"/>
                      <a:pt x="2071783" y="1431798"/>
                      <a:pt x="1938528" y="1430941"/>
                    </a:cubicBezTo>
                    <a:cubicBezTo>
                      <a:pt x="1907191" y="1430750"/>
                      <a:pt x="1886045" y="1421606"/>
                      <a:pt x="1865757" y="1397508"/>
                    </a:cubicBezTo>
                    <a:cubicBezTo>
                      <a:pt x="1720596" y="1225486"/>
                      <a:pt x="1572959" y="1055465"/>
                      <a:pt x="1428655" y="882777"/>
                    </a:cubicBezTo>
                    <a:cubicBezTo>
                      <a:pt x="1401604" y="850392"/>
                      <a:pt x="1381792" y="849344"/>
                      <a:pt x="1346168" y="867251"/>
                    </a:cubicBezTo>
                    <a:cubicBezTo>
                      <a:pt x="1160717" y="960310"/>
                      <a:pt x="973741" y="1050608"/>
                      <a:pt x="787241" y="1141667"/>
                    </a:cubicBezTo>
                    <a:cubicBezTo>
                      <a:pt x="769525" y="1150334"/>
                      <a:pt x="751332" y="1157954"/>
                      <a:pt x="721709" y="1171385"/>
                    </a:cubicBezTo>
                    <a:cubicBezTo>
                      <a:pt x="721709" y="1083945"/>
                      <a:pt x="721709" y="1007078"/>
                      <a:pt x="721709" y="926878"/>
                    </a:cubicBezTo>
                    <a:cubicBezTo>
                      <a:pt x="633984" y="926878"/>
                      <a:pt x="555593" y="926878"/>
                      <a:pt x="468154" y="926878"/>
                    </a:cubicBezTo>
                    <a:cubicBezTo>
                      <a:pt x="468154" y="1024985"/>
                      <a:pt x="464915" y="1121474"/>
                      <a:pt x="469487" y="1217581"/>
                    </a:cubicBezTo>
                    <a:cubicBezTo>
                      <a:pt x="471869" y="1266730"/>
                      <a:pt x="453581" y="1291304"/>
                      <a:pt x="411575" y="1311593"/>
                    </a:cubicBezTo>
                    <a:cubicBezTo>
                      <a:pt x="341757" y="1345311"/>
                      <a:pt x="274511" y="1384459"/>
                      <a:pt x="206312" y="1421606"/>
                    </a:cubicBezTo>
                    <a:cubicBezTo>
                      <a:pt x="159639" y="1446943"/>
                      <a:pt x="113157" y="1472756"/>
                      <a:pt x="66675" y="1498283"/>
                    </a:cubicBezTo>
                    <a:cubicBezTo>
                      <a:pt x="67437" y="1501140"/>
                      <a:pt x="68199" y="1504093"/>
                      <a:pt x="69056" y="1506950"/>
                    </a:cubicBezTo>
                    <a:cubicBezTo>
                      <a:pt x="156686" y="1511618"/>
                      <a:pt x="244412" y="1516190"/>
                      <a:pt x="340614" y="1521238"/>
                    </a:cubicBezTo>
                    <a:cubicBezTo>
                      <a:pt x="340614" y="1744599"/>
                      <a:pt x="340614" y="1962531"/>
                      <a:pt x="340614" y="2185321"/>
                    </a:cubicBezTo>
                    <a:cubicBezTo>
                      <a:pt x="325088" y="2186369"/>
                      <a:pt x="304895" y="2188083"/>
                      <a:pt x="284702" y="2188845"/>
                    </a:cubicBezTo>
                    <a:cubicBezTo>
                      <a:pt x="189833" y="2192560"/>
                      <a:pt x="94869" y="2196084"/>
                      <a:pt x="0" y="2199704"/>
                    </a:cubicBezTo>
                    <a:cubicBezTo>
                      <a:pt x="0" y="2225040"/>
                      <a:pt x="0" y="2250472"/>
                      <a:pt x="0" y="2275808"/>
                    </a:cubicBezTo>
                    <a:cubicBezTo>
                      <a:pt x="137541" y="2275808"/>
                      <a:pt x="275082" y="2275808"/>
                      <a:pt x="415290" y="2275808"/>
                    </a:cubicBezTo>
                    <a:cubicBezTo>
                      <a:pt x="415290" y="1995107"/>
                      <a:pt x="415290" y="1718405"/>
                      <a:pt x="415290" y="1438751"/>
                    </a:cubicBezTo>
                    <a:cubicBezTo>
                      <a:pt x="403193" y="1435703"/>
                      <a:pt x="390239" y="1432465"/>
                      <a:pt x="368713" y="1427036"/>
                    </a:cubicBezTo>
                    <a:cubicBezTo>
                      <a:pt x="410909" y="1403414"/>
                      <a:pt x="445103" y="1380554"/>
                      <a:pt x="482251" y="1364456"/>
                    </a:cubicBezTo>
                    <a:cubicBezTo>
                      <a:pt x="518827" y="1348645"/>
                      <a:pt x="528161" y="1324642"/>
                      <a:pt x="527114" y="1286923"/>
                    </a:cubicBezTo>
                    <a:cubicBezTo>
                      <a:pt x="524542" y="1198721"/>
                      <a:pt x="526352" y="1110329"/>
                      <a:pt x="526352" y="1021271"/>
                    </a:cubicBezTo>
                    <a:cubicBezTo>
                      <a:pt x="563499" y="1021271"/>
                      <a:pt x="594360" y="1021271"/>
                      <a:pt x="626554" y="1021271"/>
                    </a:cubicBezTo>
                    <a:cubicBezTo>
                      <a:pt x="634460" y="1110425"/>
                      <a:pt x="642080" y="1196340"/>
                      <a:pt x="650272" y="1288352"/>
                    </a:cubicBezTo>
                    <a:cubicBezTo>
                      <a:pt x="892207" y="1172337"/>
                      <a:pt x="1128713" y="1058894"/>
                      <a:pt x="1365790" y="945261"/>
                    </a:cubicBezTo>
                    <a:cubicBezTo>
                      <a:pt x="1376648" y="956786"/>
                      <a:pt x="1385602" y="965549"/>
                      <a:pt x="1393793" y="975074"/>
                    </a:cubicBezTo>
                    <a:cubicBezTo>
                      <a:pt x="1534763" y="1138238"/>
                      <a:pt x="1676305" y="1300829"/>
                      <a:pt x="1815751" y="1465231"/>
                    </a:cubicBezTo>
                    <a:cubicBezTo>
                      <a:pt x="1839754" y="1493520"/>
                      <a:pt x="1864138" y="1503998"/>
                      <a:pt x="1900619" y="1503617"/>
                    </a:cubicBezTo>
                    <a:cubicBezTo>
                      <a:pt x="2079879" y="1501902"/>
                      <a:pt x="2259140" y="1501426"/>
                      <a:pt x="2438305" y="1503902"/>
                    </a:cubicBezTo>
                    <a:cubicBezTo>
                      <a:pt x="2481358" y="1504474"/>
                      <a:pt x="2490883" y="1491329"/>
                      <a:pt x="2490692" y="1450277"/>
                    </a:cubicBezTo>
                    <a:cubicBezTo>
                      <a:pt x="2489073" y="1101566"/>
                      <a:pt x="2489835" y="752951"/>
                      <a:pt x="2489835" y="404241"/>
                    </a:cubicBezTo>
                    <a:cubicBezTo>
                      <a:pt x="2489835" y="385953"/>
                      <a:pt x="2489835" y="367570"/>
                      <a:pt x="2489835" y="344234"/>
                    </a:cubicBezTo>
                    <a:cubicBezTo>
                      <a:pt x="2595848" y="344234"/>
                      <a:pt x="2694909" y="344234"/>
                      <a:pt x="2799779" y="344234"/>
                    </a:cubicBezTo>
                    <a:cubicBezTo>
                      <a:pt x="2799779" y="250031"/>
                      <a:pt x="2799779" y="160782"/>
                      <a:pt x="2799779" y="72009"/>
                    </a:cubicBezTo>
                    <a:cubicBezTo>
                      <a:pt x="3054192" y="72009"/>
                      <a:pt x="3302603" y="72009"/>
                      <a:pt x="3557683" y="72009"/>
                    </a:cubicBezTo>
                    <a:cubicBezTo>
                      <a:pt x="3557683" y="157544"/>
                      <a:pt x="3557683" y="240411"/>
                      <a:pt x="3557683" y="327089"/>
                    </a:cubicBezTo>
                    <a:cubicBezTo>
                      <a:pt x="3666459" y="327089"/>
                      <a:pt x="3768567" y="327089"/>
                      <a:pt x="3875818" y="327089"/>
                    </a:cubicBezTo>
                    <a:cubicBezTo>
                      <a:pt x="3875818" y="978313"/>
                      <a:pt x="3875818" y="1625632"/>
                      <a:pt x="3875818" y="2273808"/>
                    </a:cubicBezTo>
                    <a:cubicBezTo>
                      <a:pt x="3984879" y="2273808"/>
                      <a:pt x="4088702" y="2273808"/>
                      <a:pt x="4196429" y="2273808"/>
                    </a:cubicBezTo>
                    <a:cubicBezTo>
                      <a:pt x="4196429" y="2060448"/>
                      <a:pt x="4196429" y="1850231"/>
                      <a:pt x="4196429" y="1632966"/>
                    </a:cubicBezTo>
                    <a:cubicBezTo>
                      <a:pt x="4443318" y="1632966"/>
                      <a:pt x="4686110" y="1632966"/>
                      <a:pt x="4934141" y="1632966"/>
                    </a:cubicBezTo>
                    <a:cubicBezTo>
                      <a:pt x="4934141" y="1846993"/>
                      <a:pt x="4934141" y="2060162"/>
                      <a:pt x="4934141" y="2273332"/>
                    </a:cubicBezTo>
                    <a:cubicBezTo>
                      <a:pt x="5085779" y="2273332"/>
                      <a:pt x="5232273" y="2273332"/>
                      <a:pt x="5380482" y="2273332"/>
                    </a:cubicBezTo>
                    <a:cubicBezTo>
                      <a:pt x="5380482" y="1993106"/>
                      <a:pt x="5380482" y="1716500"/>
                      <a:pt x="5380482" y="1435989"/>
                    </a:cubicBezTo>
                    <a:cubicBezTo>
                      <a:pt x="5334762" y="1435989"/>
                      <a:pt x="5291519" y="1435989"/>
                      <a:pt x="5235607" y="1435989"/>
                    </a:cubicBezTo>
                    <a:cubicBezTo>
                      <a:pt x="5527263" y="1158335"/>
                      <a:pt x="5810059" y="888968"/>
                      <a:pt x="6094762" y="617887"/>
                    </a:cubicBezTo>
                    <a:cubicBezTo>
                      <a:pt x="6397276" y="885063"/>
                      <a:pt x="6697123" y="1149858"/>
                      <a:pt x="7006304" y="1422940"/>
                    </a:cubicBezTo>
                    <a:cubicBezTo>
                      <a:pt x="6943630" y="1426464"/>
                      <a:pt x="6893910" y="1429226"/>
                      <a:pt x="6850380" y="1431608"/>
                    </a:cubicBezTo>
                    <a:cubicBezTo>
                      <a:pt x="6850380" y="1714881"/>
                      <a:pt x="6850380" y="1993202"/>
                      <a:pt x="6850380" y="2276951"/>
                    </a:cubicBezTo>
                    <a:cubicBezTo>
                      <a:pt x="6934582" y="2276951"/>
                      <a:pt x="7010305" y="2277713"/>
                      <a:pt x="7085933" y="2276570"/>
                    </a:cubicBezTo>
                    <a:cubicBezTo>
                      <a:pt x="7111556" y="2276189"/>
                      <a:pt x="7128700" y="2282285"/>
                      <a:pt x="7144988" y="2305050"/>
                    </a:cubicBezTo>
                    <a:cubicBezTo>
                      <a:pt x="7213759" y="2401634"/>
                      <a:pt x="7302246" y="2418017"/>
                      <a:pt x="7399973" y="2351246"/>
                    </a:cubicBezTo>
                    <a:cubicBezTo>
                      <a:pt x="7428738" y="2331625"/>
                      <a:pt x="7452456" y="2326100"/>
                      <a:pt x="7486365" y="2335816"/>
                    </a:cubicBezTo>
                    <a:cubicBezTo>
                      <a:pt x="7539228" y="2350865"/>
                      <a:pt x="7601617" y="2358962"/>
                      <a:pt x="7637526" y="2312003"/>
                    </a:cubicBezTo>
                    <a:cubicBezTo>
                      <a:pt x="7673341" y="2265236"/>
                      <a:pt x="7714298" y="2266188"/>
                      <a:pt x="7761256" y="2265712"/>
                    </a:cubicBezTo>
                    <a:cubicBezTo>
                      <a:pt x="7824692" y="2265045"/>
                      <a:pt x="7888129" y="2262569"/>
                      <a:pt x="7951565" y="2262092"/>
                    </a:cubicBezTo>
                    <a:cubicBezTo>
                      <a:pt x="8043196" y="2261426"/>
                      <a:pt x="8134732" y="2261902"/>
                      <a:pt x="8229695" y="2261902"/>
                    </a:cubicBezTo>
                    <a:cubicBezTo>
                      <a:pt x="8242364" y="2128076"/>
                      <a:pt x="8254270" y="2005489"/>
                      <a:pt x="8264747" y="1882807"/>
                    </a:cubicBezTo>
                    <a:cubicBezTo>
                      <a:pt x="8265414" y="1874711"/>
                      <a:pt x="8257032" y="1863281"/>
                      <a:pt x="8249698" y="1857375"/>
                    </a:cubicBezTo>
                    <a:cubicBezTo>
                      <a:pt x="8206264" y="1822704"/>
                      <a:pt x="8161973" y="1789176"/>
                      <a:pt x="8113776" y="1752029"/>
                    </a:cubicBezTo>
                    <a:cubicBezTo>
                      <a:pt x="7993571" y="1806131"/>
                      <a:pt x="7908608" y="1797844"/>
                      <a:pt x="7869555" y="1711643"/>
                    </a:cubicBezTo>
                    <a:cubicBezTo>
                      <a:pt x="7847076" y="1662113"/>
                      <a:pt x="7832789" y="1601057"/>
                      <a:pt x="7839266" y="1548098"/>
                    </a:cubicBezTo>
                    <a:cubicBezTo>
                      <a:pt x="7849553" y="1463802"/>
                      <a:pt x="7916037" y="1414939"/>
                      <a:pt x="7993952" y="1383697"/>
                    </a:cubicBezTo>
                    <a:cubicBezTo>
                      <a:pt x="7829169" y="1221581"/>
                      <a:pt x="7819263" y="1071467"/>
                      <a:pt x="8042339" y="979265"/>
                    </a:cubicBezTo>
                    <a:cubicBezTo>
                      <a:pt x="8045672" y="930688"/>
                      <a:pt x="8045292" y="883063"/>
                      <a:pt x="8052816" y="836581"/>
                    </a:cubicBezTo>
                    <a:cubicBezTo>
                      <a:pt x="8066532" y="751237"/>
                      <a:pt x="8114919" y="702469"/>
                      <a:pt x="8184928" y="696278"/>
                    </a:cubicBezTo>
                    <a:cubicBezTo>
                      <a:pt x="8287226" y="687229"/>
                      <a:pt x="8357425" y="724948"/>
                      <a:pt x="8386858" y="810006"/>
                    </a:cubicBezTo>
                    <a:cubicBezTo>
                      <a:pt x="8400098" y="848201"/>
                      <a:pt x="8404574" y="889445"/>
                      <a:pt x="8413242" y="930593"/>
                    </a:cubicBezTo>
                    <a:cubicBezTo>
                      <a:pt x="8432482" y="928497"/>
                      <a:pt x="8452675" y="925259"/>
                      <a:pt x="8473059" y="924401"/>
                    </a:cubicBezTo>
                    <a:cubicBezTo>
                      <a:pt x="8580215" y="919734"/>
                      <a:pt x="8646605" y="975646"/>
                      <a:pt x="8651176" y="1082993"/>
                    </a:cubicBezTo>
                    <a:cubicBezTo>
                      <a:pt x="8653177" y="1128903"/>
                      <a:pt x="8643652" y="1176909"/>
                      <a:pt x="8630221" y="1221200"/>
                    </a:cubicBezTo>
                    <a:cubicBezTo>
                      <a:pt x="8620030" y="1254824"/>
                      <a:pt x="8612981" y="1276826"/>
                      <a:pt x="8648986" y="1299591"/>
                    </a:cubicBezTo>
                    <a:cubicBezTo>
                      <a:pt x="8673465" y="1315117"/>
                      <a:pt x="8692801" y="1340834"/>
                      <a:pt x="8709850" y="1365314"/>
                    </a:cubicBezTo>
                    <a:cubicBezTo>
                      <a:pt x="8752713" y="1426655"/>
                      <a:pt x="8767286" y="1495235"/>
                      <a:pt x="8729472" y="1562195"/>
                    </a:cubicBezTo>
                    <a:cubicBezTo>
                      <a:pt x="8690134" y="1631918"/>
                      <a:pt x="8624602" y="1665732"/>
                      <a:pt x="8543258" y="1665256"/>
                    </a:cubicBezTo>
                    <a:cubicBezTo>
                      <a:pt x="8529637" y="1665161"/>
                      <a:pt x="8516017" y="1664113"/>
                      <a:pt x="8501158" y="1663351"/>
                    </a:cubicBezTo>
                    <a:cubicBezTo>
                      <a:pt x="8493538" y="1734693"/>
                      <a:pt x="8474678" y="1801559"/>
                      <a:pt x="8415337" y="1839563"/>
                    </a:cubicBezTo>
                    <a:cubicBezTo>
                      <a:pt x="8365998" y="1871091"/>
                      <a:pt x="8350853" y="1905953"/>
                      <a:pt x="8365713" y="1959102"/>
                    </a:cubicBezTo>
                    <a:cubicBezTo>
                      <a:pt x="8368189" y="1968056"/>
                      <a:pt x="8367046" y="1978057"/>
                      <a:pt x="8367999" y="1987486"/>
                    </a:cubicBezTo>
                    <a:cubicBezTo>
                      <a:pt x="8376857" y="2076736"/>
                      <a:pt x="8385810" y="2165985"/>
                      <a:pt x="8394478" y="2252758"/>
                    </a:cubicBezTo>
                    <a:cubicBezTo>
                      <a:pt x="8591264" y="2252758"/>
                      <a:pt x="8782145" y="2252758"/>
                      <a:pt x="8975598" y="2252758"/>
                    </a:cubicBezTo>
                    <a:cubicBezTo>
                      <a:pt x="8975598" y="2229803"/>
                      <a:pt x="8975598" y="2212467"/>
                      <a:pt x="8975598" y="2195132"/>
                    </a:cubicBezTo>
                    <a:cubicBezTo>
                      <a:pt x="8975598" y="2019205"/>
                      <a:pt x="8976550" y="1843278"/>
                      <a:pt x="8974836" y="1667351"/>
                    </a:cubicBezTo>
                    <a:cubicBezTo>
                      <a:pt x="8974455" y="1629728"/>
                      <a:pt x="8981599" y="1613249"/>
                      <a:pt x="9023604" y="1605629"/>
                    </a:cubicBezTo>
                    <a:cubicBezTo>
                      <a:pt x="9322975" y="1551527"/>
                      <a:pt x="9621774" y="1494377"/>
                      <a:pt x="9920478" y="1436561"/>
                    </a:cubicBezTo>
                    <a:cubicBezTo>
                      <a:pt x="9945624" y="1431703"/>
                      <a:pt x="9972009" y="1419606"/>
                      <a:pt x="9991820" y="1403604"/>
                    </a:cubicBezTo>
                    <a:cubicBezTo>
                      <a:pt x="10152221" y="1274255"/>
                      <a:pt x="10311194" y="1143095"/>
                      <a:pt x="10470738" y="1012508"/>
                    </a:cubicBezTo>
                    <a:cubicBezTo>
                      <a:pt x="10603040" y="904208"/>
                      <a:pt x="10735436" y="796004"/>
                      <a:pt x="10870120" y="685800"/>
                    </a:cubicBezTo>
                    <a:cubicBezTo>
                      <a:pt x="11143584" y="901827"/>
                      <a:pt x="11415046" y="1116330"/>
                      <a:pt x="11694700" y="1337215"/>
                    </a:cubicBezTo>
                    <a:cubicBezTo>
                      <a:pt x="11646980" y="1345216"/>
                      <a:pt x="11610404" y="1351312"/>
                      <a:pt x="11577637" y="1356836"/>
                    </a:cubicBezTo>
                    <a:cubicBezTo>
                      <a:pt x="11577637" y="1660589"/>
                      <a:pt x="11577637" y="1960817"/>
                      <a:pt x="11577637" y="2261330"/>
                    </a:cubicBezTo>
                    <a:cubicBezTo>
                      <a:pt x="11783186" y="2261330"/>
                      <a:pt x="11980830" y="2261330"/>
                      <a:pt x="12179332" y="2261330"/>
                    </a:cubicBezTo>
                    <a:cubicBezTo>
                      <a:pt x="12179332" y="2240375"/>
                      <a:pt x="12179332" y="2222278"/>
                      <a:pt x="12179332" y="2194751"/>
                    </a:cubicBezTo>
                    <a:cubicBezTo>
                      <a:pt x="12002929" y="2194846"/>
                      <a:pt x="11829288" y="2194846"/>
                      <a:pt x="11651647" y="2194846"/>
                    </a:cubicBezTo>
                    <a:close/>
                    <a:moveTo>
                      <a:pt x="7525322" y="2265426"/>
                    </a:moveTo>
                    <a:cubicBezTo>
                      <a:pt x="7486365" y="2263902"/>
                      <a:pt x="7447883" y="2249138"/>
                      <a:pt x="7403592" y="2239137"/>
                    </a:cubicBezTo>
                    <a:cubicBezTo>
                      <a:pt x="7402354" y="2240947"/>
                      <a:pt x="7395306" y="2251329"/>
                      <a:pt x="7388543" y="2261807"/>
                    </a:cubicBezTo>
                    <a:cubicBezTo>
                      <a:pt x="7348728" y="2322671"/>
                      <a:pt x="7282529" y="2338483"/>
                      <a:pt x="7219379" y="2302288"/>
                    </a:cubicBezTo>
                    <a:cubicBezTo>
                      <a:pt x="7173087" y="2275713"/>
                      <a:pt x="7160324" y="2240375"/>
                      <a:pt x="7189280" y="2195322"/>
                    </a:cubicBezTo>
                    <a:cubicBezTo>
                      <a:pt x="7219188" y="2148745"/>
                      <a:pt x="7219855" y="2113026"/>
                      <a:pt x="7173754" y="2077212"/>
                    </a:cubicBezTo>
                    <a:cubicBezTo>
                      <a:pt x="7148037" y="2057305"/>
                      <a:pt x="7138797" y="2027777"/>
                      <a:pt x="7157371" y="1996726"/>
                    </a:cubicBezTo>
                    <a:cubicBezTo>
                      <a:pt x="7180612" y="1957769"/>
                      <a:pt x="7218998" y="1940433"/>
                      <a:pt x="7258812" y="1956054"/>
                    </a:cubicBezTo>
                    <a:cubicBezTo>
                      <a:pt x="7302342" y="1973104"/>
                      <a:pt x="7323963" y="1965674"/>
                      <a:pt x="7350728" y="1927384"/>
                    </a:cubicBezTo>
                    <a:cubicBezTo>
                      <a:pt x="7380828" y="1884236"/>
                      <a:pt x="7451503" y="1884998"/>
                      <a:pt x="7491889" y="1919478"/>
                    </a:cubicBezTo>
                    <a:cubicBezTo>
                      <a:pt x="7522750" y="1945862"/>
                      <a:pt x="7522940" y="1976914"/>
                      <a:pt x="7502843" y="2008442"/>
                    </a:cubicBezTo>
                    <a:cubicBezTo>
                      <a:pt x="7487793" y="2032064"/>
                      <a:pt x="7469315" y="2053590"/>
                      <a:pt x="7448265" y="2081498"/>
                    </a:cubicBezTo>
                    <a:cubicBezTo>
                      <a:pt x="7483983" y="2090071"/>
                      <a:pt x="7515320" y="2092643"/>
                      <a:pt x="7541610" y="2105406"/>
                    </a:cubicBezTo>
                    <a:cubicBezTo>
                      <a:pt x="7565327" y="2116931"/>
                      <a:pt x="7592949" y="2135791"/>
                      <a:pt x="7602284" y="2158365"/>
                    </a:cubicBezTo>
                    <a:cubicBezTo>
                      <a:pt x="7631906" y="2229993"/>
                      <a:pt x="7603998" y="2268569"/>
                      <a:pt x="7525322" y="22654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D236EEA-52A9-4932-81B3-C7515A13FA4A}"/>
                  </a:ext>
                </a:extLst>
              </p:cNvPr>
              <p:cNvSpPr/>
              <p:nvPr/>
            </p:nvSpPr>
            <p:spPr>
              <a:xfrm>
                <a:off x="1461861" y="4018679"/>
                <a:ext cx="1501936" cy="651147"/>
              </a:xfrm>
              <a:custGeom>
                <a:avLst/>
                <a:gdLst>
                  <a:gd name="connsiteX0" fmla="*/ 1065787 w 1501936"/>
                  <a:gd name="connsiteY0" fmla="*/ 375012 h 651147"/>
                  <a:gd name="connsiteX1" fmla="*/ 878144 w 1501936"/>
                  <a:gd name="connsiteY1" fmla="*/ 171939 h 651147"/>
                  <a:gd name="connsiteX2" fmla="*/ 828710 w 1501936"/>
                  <a:gd name="connsiteY2" fmla="*/ 48781 h 651147"/>
                  <a:gd name="connsiteX3" fmla="*/ 458949 w 1501936"/>
                  <a:gd name="connsiteY3" fmla="*/ 112598 h 651147"/>
                  <a:gd name="connsiteX4" fmla="*/ 404561 w 1501936"/>
                  <a:gd name="connsiteY4" fmla="*/ 151651 h 651147"/>
                  <a:gd name="connsiteX5" fmla="*/ 227301 w 1501936"/>
                  <a:gd name="connsiteY5" fmla="*/ 331768 h 651147"/>
                  <a:gd name="connsiteX6" fmla="*/ 178343 w 1501936"/>
                  <a:gd name="connsiteY6" fmla="*/ 368344 h 651147"/>
                  <a:gd name="connsiteX7" fmla="*/ 35 w 1501936"/>
                  <a:gd name="connsiteY7" fmla="*/ 367868 h 651147"/>
                  <a:gd name="connsiteX8" fmla="*/ 64043 w 1501936"/>
                  <a:gd name="connsiteY8" fmla="*/ 441782 h 651147"/>
                  <a:gd name="connsiteX9" fmla="*/ 196916 w 1501936"/>
                  <a:gd name="connsiteY9" fmla="*/ 447592 h 651147"/>
                  <a:gd name="connsiteX10" fmla="*/ 253400 w 1501936"/>
                  <a:gd name="connsiteY10" fmla="*/ 473881 h 651147"/>
                  <a:gd name="connsiteX11" fmla="*/ 415229 w 1501936"/>
                  <a:gd name="connsiteY11" fmla="*/ 556177 h 651147"/>
                  <a:gd name="connsiteX12" fmla="*/ 489905 w 1501936"/>
                  <a:gd name="connsiteY12" fmla="*/ 590277 h 651147"/>
                  <a:gd name="connsiteX13" fmla="*/ 670690 w 1501936"/>
                  <a:gd name="connsiteY13" fmla="*/ 644665 h 651147"/>
                  <a:gd name="connsiteX14" fmla="*/ 855951 w 1501936"/>
                  <a:gd name="connsiteY14" fmla="*/ 591801 h 651147"/>
                  <a:gd name="connsiteX15" fmla="*/ 1045213 w 1501936"/>
                  <a:gd name="connsiteY15" fmla="*/ 466452 h 651147"/>
                  <a:gd name="connsiteX16" fmla="*/ 1093505 w 1501936"/>
                  <a:gd name="connsiteY16" fmla="*/ 448545 h 651147"/>
                  <a:gd name="connsiteX17" fmla="*/ 1431071 w 1501936"/>
                  <a:gd name="connsiteY17" fmla="*/ 443878 h 651147"/>
                  <a:gd name="connsiteX18" fmla="*/ 1501937 w 1501936"/>
                  <a:gd name="connsiteY18" fmla="*/ 443878 h 651147"/>
                  <a:gd name="connsiteX19" fmla="*/ 1496031 w 1501936"/>
                  <a:gd name="connsiteY19" fmla="*/ 354057 h 651147"/>
                  <a:gd name="connsiteX20" fmla="*/ 1065787 w 1501936"/>
                  <a:gd name="connsiteY20" fmla="*/ 375012 h 651147"/>
                  <a:gd name="connsiteX21" fmla="*/ 961583 w 1501936"/>
                  <a:gd name="connsiteY21" fmla="*/ 478739 h 651147"/>
                  <a:gd name="connsiteX22" fmla="*/ 830424 w 1501936"/>
                  <a:gd name="connsiteY22" fmla="*/ 495217 h 651147"/>
                  <a:gd name="connsiteX23" fmla="*/ 758796 w 1501936"/>
                  <a:gd name="connsiteY23" fmla="*/ 520459 h 651147"/>
                  <a:gd name="connsiteX24" fmla="*/ 536578 w 1501936"/>
                  <a:gd name="connsiteY24" fmla="*/ 519220 h 651147"/>
                  <a:gd name="connsiteX25" fmla="*/ 481047 w 1501936"/>
                  <a:gd name="connsiteY25" fmla="*/ 491598 h 651147"/>
                  <a:gd name="connsiteX26" fmla="*/ 363985 w 1501936"/>
                  <a:gd name="connsiteY26" fmla="*/ 458927 h 651147"/>
                  <a:gd name="connsiteX27" fmla="*/ 294167 w 1501936"/>
                  <a:gd name="connsiteY27" fmla="*/ 308908 h 651147"/>
                  <a:gd name="connsiteX28" fmla="*/ 403323 w 1501936"/>
                  <a:gd name="connsiteY28" fmla="*/ 227755 h 651147"/>
                  <a:gd name="connsiteX29" fmla="*/ 445900 w 1501936"/>
                  <a:gd name="connsiteY29" fmla="*/ 225279 h 651147"/>
                  <a:gd name="connsiteX30" fmla="*/ 509717 w 1501936"/>
                  <a:gd name="connsiteY30" fmla="*/ 164033 h 651147"/>
                  <a:gd name="connsiteX31" fmla="*/ 610111 w 1501936"/>
                  <a:gd name="connsiteY31" fmla="*/ 64783 h 651147"/>
                  <a:gd name="connsiteX32" fmla="*/ 628970 w 1501936"/>
                  <a:gd name="connsiteY32" fmla="*/ 62592 h 651147"/>
                  <a:gd name="connsiteX33" fmla="*/ 800420 w 1501936"/>
                  <a:gd name="connsiteY33" fmla="*/ 242995 h 651147"/>
                  <a:gd name="connsiteX34" fmla="*/ 914244 w 1501936"/>
                  <a:gd name="connsiteY34" fmla="*/ 261379 h 651147"/>
                  <a:gd name="connsiteX35" fmla="*/ 961583 w 1501936"/>
                  <a:gd name="connsiteY35" fmla="*/ 478739 h 651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501936" h="651147">
                    <a:moveTo>
                      <a:pt x="1065787" y="375012"/>
                    </a:moveTo>
                    <a:cubicBezTo>
                      <a:pt x="1074645" y="267284"/>
                      <a:pt x="1047880" y="238709"/>
                      <a:pt x="878144" y="171939"/>
                    </a:cubicBezTo>
                    <a:cubicBezTo>
                      <a:pt x="887574" y="121171"/>
                      <a:pt x="870905" y="79642"/>
                      <a:pt x="828710" y="48781"/>
                    </a:cubicBezTo>
                    <a:cubicBezTo>
                      <a:pt x="711838" y="-36754"/>
                      <a:pt x="541340" y="-6274"/>
                      <a:pt x="458949" y="112598"/>
                    </a:cubicBezTo>
                    <a:cubicBezTo>
                      <a:pt x="446757" y="130219"/>
                      <a:pt x="424278" y="149174"/>
                      <a:pt x="404561" y="151651"/>
                    </a:cubicBezTo>
                    <a:cubicBezTo>
                      <a:pt x="296262" y="165271"/>
                      <a:pt x="243494" y="230232"/>
                      <a:pt x="227301" y="331768"/>
                    </a:cubicBezTo>
                    <a:cubicBezTo>
                      <a:pt x="222443" y="361867"/>
                      <a:pt x="206441" y="369106"/>
                      <a:pt x="178343" y="368344"/>
                    </a:cubicBezTo>
                    <a:cubicBezTo>
                      <a:pt x="119954" y="366630"/>
                      <a:pt x="61566" y="367868"/>
                      <a:pt x="35" y="367868"/>
                    </a:cubicBezTo>
                    <a:cubicBezTo>
                      <a:pt x="-251" y="439972"/>
                      <a:pt x="-251" y="439877"/>
                      <a:pt x="64043" y="441782"/>
                    </a:cubicBezTo>
                    <a:cubicBezTo>
                      <a:pt x="108429" y="443115"/>
                      <a:pt x="153006" y="442449"/>
                      <a:pt x="196916" y="447592"/>
                    </a:cubicBezTo>
                    <a:cubicBezTo>
                      <a:pt x="216728" y="449878"/>
                      <a:pt x="239969" y="459689"/>
                      <a:pt x="253400" y="473881"/>
                    </a:cubicBezTo>
                    <a:cubicBezTo>
                      <a:pt x="298167" y="521030"/>
                      <a:pt x="352079" y="545128"/>
                      <a:pt x="415229" y="556177"/>
                    </a:cubicBezTo>
                    <a:cubicBezTo>
                      <a:pt x="441709" y="560845"/>
                      <a:pt x="473141" y="571417"/>
                      <a:pt x="489905" y="590277"/>
                    </a:cubicBezTo>
                    <a:cubicBezTo>
                      <a:pt x="540388" y="647332"/>
                      <a:pt x="601348" y="661143"/>
                      <a:pt x="670690" y="644665"/>
                    </a:cubicBezTo>
                    <a:cubicBezTo>
                      <a:pt x="733079" y="629806"/>
                      <a:pt x="793372" y="605993"/>
                      <a:pt x="855951" y="591801"/>
                    </a:cubicBezTo>
                    <a:cubicBezTo>
                      <a:pt x="935771" y="573703"/>
                      <a:pt x="1008732" y="550558"/>
                      <a:pt x="1045213" y="466452"/>
                    </a:cubicBezTo>
                    <a:cubicBezTo>
                      <a:pt x="1050071" y="455308"/>
                      <a:pt x="1076741" y="448926"/>
                      <a:pt x="1093505" y="448545"/>
                    </a:cubicBezTo>
                    <a:cubicBezTo>
                      <a:pt x="1205995" y="445783"/>
                      <a:pt x="1318485" y="445116"/>
                      <a:pt x="1431071" y="443878"/>
                    </a:cubicBezTo>
                    <a:cubicBezTo>
                      <a:pt x="1452788" y="443687"/>
                      <a:pt x="1474409" y="443878"/>
                      <a:pt x="1501937" y="443878"/>
                    </a:cubicBezTo>
                    <a:cubicBezTo>
                      <a:pt x="1499746" y="411302"/>
                      <a:pt x="1498127" y="385585"/>
                      <a:pt x="1496031" y="354057"/>
                    </a:cubicBezTo>
                    <a:cubicBezTo>
                      <a:pt x="1348965" y="361201"/>
                      <a:pt x="1207519" y="368059"/>
                      <a:pt x="1065787" y="375012"/>
                    </a:cubicBezTo>
                    <a:close/>
                    <a:moveTo>
                      <a:pt x="961583" y="478739"/>
                    </a:moveTo>
                    <a:cubicBezTo>
                      <a:pt x="922721" y="514267"/>
                      <a:pt x="874620" y="503314"/>
                      <a:pt x="830424" y="495217"/>
                    </a:cubicBezTo>
                    <a:cubicBezTo>
                      <a:pt x="798706" y="489407"/>
                      <a:pt x="780132" y="492646"/>
                      <a:pt x="758796" y="520459"/>
                    </a:cubicBezTo>
                    <a:cubicBezTo>
                      <a:pt x="708885" y="585514"/>
                      <a:pt x="591537" y="581133"/>
                      <a:pt x="536578" y="519220"/>
                    </a:cubicBezTo>
                    <a:cubicBezTo>
                      <a:pt x="523814" y="504838"/>
                      <a:pt x="500764" y="497694"/>
                      <a:pt x="481047" y="491598"/>
                    </a:cubicBezTo>
                    <a:cubicBezTo>
                      <a:pt x="442376" y="479501"/>
                      <a:pt x="399989" y="476167"/>
                      <a:pt x="363985" y="458927"/>
                    </a:cubicBezTo>
                    <a:cubicBezTo>
                      <a:pt x="300453" y="428638"/>
                      <a:pt x="281308" y="380155"/>
                      <a:pt x="294167" y="308908"/>
                    </a:cubicBezTo>
                    <a:cubicBezTo>
                      <a:pt x="302453" y="263188"/>
                      <a:pt x="336553" y="237566"/>
                      <a:pt x="403323" y="227755"/>
                    </a:cubicBezTo>
                    <a:cubicBezTo>
                      <a:pt x="417325" y="225755"/>
                      <a:pt x="431708" y="224898"/>
                      <a:pt x="445900" y="225279"/>
                    </a:cubicBezTo>
                    <a:cubicBezTo>
                      <a:pt x="488381" y="226517"/>
                      <a:pt x="514575" y="217849"/>
                      <a:pt x="509717" y="164033"/>
                    </a:cubicBezTo>
                    <a:cubicBezTo>
                      <a:pt x="505717" y="119837"/>
                      <a:pt x="554771" y="77451"/>
                      <a:pt x="610111" y="64783"/>
                    </a:cubicBezTo>
                    <a:cubicBezTo>
                      <a:pt x="616207" y="63354"/>
                      <a:pt x="622589" y="62782"/>
                      <a:pt x="628970" y="62592"/>
                    </a:cubicBezTo>
                    <a:cubicBezTo>
                      <a:pt x="763273" y="57829"/>
                      <a:pt x="769369" y="83261"/>
                      <a:pt x="800420" y="242995"/>
                    </a:cubicBezTo>
                    <a:cubicBezTo>
                      <a:pt x="839949" y="249091"/>
                      <a:pt x="878430" y="250615"/>
                      <a:pt x="914244" y="261379"/>
                    </a:cubicBezTo>
                    <a:cubicBezTo>
                      <a:pt x="1007113" y="289382"/>
                      <a:pt x="1033497" y="413017"/>
                      <a:pt x="961583" y="4787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DBFA45A-9D3D-4582-BF38-078D016EBF69}"/>
                  </a:ext>
                </a:extLst>
              </p:cNvPr>
              <p:cNvSpPr/>
              <p:nvPr/>
            </p:nvSpPr>
            <p:spPr>
              <a:xfrm>
                <a:off x="6176771" y="3760278"/>
                <a:ext cx="403193" cy="432816"/>
              </a:xfrm>
              <a:custGeom>
                <a:avLst/>
                <a:gdLst>
                  <a:gd name="connsiteX0" fmla="*/ 0 w 403193"/>
                  <a:gd name="connsiteY0" fmla="*/ 432816 h 432816"/>
                  <a:gd name="connsiteX1" fmla="*/ 403193 w 403193"/>
                  <a:gd name="connsiteY1" fmla="*/ 432816 h 432816"/>
                  <a:gd name="connsiteX2" fmla="*/ 403193 w 403193"/>
                  <a:gd name="connsiteY2" fmla="*/ 0 h 432816"/>
                  <a:gd name="connsiteX3" fmla="*/ 0 w 403193"/>
                  <a:gd name="connsiteY3" fmla="*/ 0 h 432816"/>
                  <a:gd name="connsiteX4" fmla="*/ 0 w 403193"/>
                  <a:gd name="connsiteY4" fmla="*/ 432816 h 432816"/>
                  <a:gd name="connsiteX5" fmla="*/ 80867 w 403193"/>
                  <a:gd name="connsiteY5" fmla="*/ 88297 h 432816"/>
                  <a:gd name="connsiteX6" fmla="*/ 326708 w 403193"/>
                  <a:gd name="connsiteY6" fmla="*/ 88297 h 432816"/>
                  <a:gd name="connsiteX7" fmla="*/ 326708 w 403193"/>
                  <a:gd name="connsiteY7" fmla="*/ 351854 h 432816"/>
                  <a:gd name="connsiteX8" fmla="*/ 80867 w 403193"/>
                  <a:gd name="connsiteY8" fmla="*/ 351854 h 432816"/>
                  <a:gd name="connsiteX9" fmla="*/ 80867 w 403193"/>
                  <a:gd name="connsiteY9" fmla="*/ 88297 h 43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3193" h="432816">
                    <a:moveTo>
                      <a:pt x="0" y="432816"/>
                    </a:moveTo>
                    <a:cubicBezTo>
                      <a:pt x="136017" y="432816"/>
                      <a:pt x="268320" y="432816"/>
                      <a:pt x="403193" y="432816"/>
                    </a:cubicBezTo>
                    <a:cubicBezTo>
                      <a:pt x="403193" y="287179"/>
                      <a:pt x="403193" y="144304"/>
                      <a:pt x="403193" y="0"/>
                    </a:cubicBezTo>
                    <a:cubicBezTo>
                      <a:pt x="266795" y="0"/>
                      <a:pt x="133445" y="0"/>
                      <a:pt x="0" y="0"/>
                    </a:cubicBezTo>
                    <a:cubicBezTo>
                      <a:pt x="0" y="146495"/>
                      <a:pt x="0" y="289465"/>
                      <a:pt x="0" y="432816"/>
                    </a:cubicBezTo>
                    <a:close/>
                    <a:moveTo>
                      <a:pt x="80867" y="88297"/>
                    </a:moveTo>
                    <a:cubicBezTo>
                      <a:pt x="161925" y="88297"/>
                      <a:pt x="242888" y="88297"/>
                      <a:pt x="326708" y="88297"/>
                    </a:cubicBezTo>
                    <a:cubicBezTo>
                      <a:pt x="326708" y="175355"/>
                      <a:pt x="326708" y="261557"/>
                      <a:pt x="326708" y="351854"/>
                    </a:cubicBezTo>
                    <a:cubicBezTo>
                      <a:pt x="245745" y="351854"/>
                      <a:pt x="164783" y="351854"/>
                      <a:pt x="80867" y="351854"/>
                    </a:cubicBezTo>
                    <a:cubicBezTo>
                      <a:pt x="80867" y="264795"/>
                      <a:pt x="80867" y="178499"/>
                      <a:pt x="80867" y="882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1BE8027-90AC-4EB3-BA8B-6D075C42A87F}"/>
                  </a:ext>
                </a:extLst>
              </p:cNvPr>
              <p:cNvSpPr/>
              <p:nvPr/>
            </p:nvSpPr>
            <p:spPr>
              <a:xfrm>
                <a:off x="1120901" y="3701700"/>
                <a:ext cx="439864" cy="445293"/>
              </a:xfrm>
              <a:custGeom>
                <a:avLst/>
                <a:gdLst>
                  <a:gd name="connsiteX0" fmla="*/ 439865 w 439864"/>
                  <a:gd name="connsiteY0" fmla="*/ 0 h 445293"/>
                  <a:gd name="connsiteX1" fmla="*/ 0 w 439864"/>
                  <a:gd name="connsiteY1" fmla="*/ 0 h 445293"/>
                  <a:gd name="connsiteX2" fmla="*/ 0 w 439864"/>
                  <a:gd name="connsiteY2" fmla="*/ 445294 h 445293"/>
                  <a:gd name="connsiteX3" fmla="*/ 439865 w 439864"/>
                  <a:gd name="connsiteY3" fmla="*/ 445294 h 445293"/>
                  <a:gd name="connsiteX4" fmla="*/ 439865 w 439864"/>
                  <a:gd name="connsiteY4" fmla="*/ 0 h 445293"/>
                  <a:gd name="connsiteX5" fmla="*/ 375857 w 439864"/>
                  <a:gd name="connsiteY5" fmla="*/ 383572 h 445293"/>
                  <a:gd name="connsiteX6" fmla="*/ 57626 w 439864"/>
                  <a:gd name="connsiteY6" fmla="*/ 383572 h 445293"/>
                  <a:gd name="connsiteX7" fmla="*/ 57626 w 439864"/>
                  <a:gd name="connsiteY7" fmla="*/ 56674 h 445293"/>
                  <a:gd name="connsiteX8" fmla="*/ 375857 w 439864"/>
                  <a:gd name="connsiteY8" fmla="*/ 56674 h 445293"/>
                  <a:gd name="connsiteX9" fmla="*/ 375857 w 439864"/>
                  <a:gd name="connsiteY9" fmla="*/ 383572 h 44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9864" h="445293">
                    <a:moveTo>
                      <a:pt x="439865" y="0"/>
                    </a:moveTo>
                    <a:cubicBezTo>
                      <a:pt x="289655" y="0"/>
                      <a:pt x="144970" y="0"/>
                      <a:pt x="0" y="0"/>
                    </a:cubicBezTo>
                    <a:cubicBezTo>
                      <a:pt x="0" y="150495"/>
                      <a:pt x="0" y="296989"/>
                      <a:pt x="0" y="445294"/>
                    </a:cubicBezTo>
                    <a:cubicBezTo>
                      <a:pt x="147733" y="445294"/>
                      <a:pt x="292513" y="445294"/>
                      <a:pt x="439865" y="445294"/>
                    </a:cubicBezTo>
                    <a:cubicBezTo>
                      <a:pt x="439865" y="295846"/>
                      <a:pt x="439865" y="149447"/>
                      <a:pt x="439865" y="0"/>
                    </a:cubicBezTo>
                    <a:close/>
                    <a:moveTo>
                      <a:pt x="375857" y="383572"/>
                    </a:moveTo>
                    <a:cubicBezTo>
                      <a:pt x="270891" y="383572"/>
                      <a:pt x="165830" y="383572"/>
                      <a:pt x="57626" y="383572"/>
                    </a:cubicBezTo>
                    <a:cubicBezTo>
                      <a:pt x="57626" y="275749"/>
                      <a:pt x="57626" y="168878"/>
                      <a:pt x="57626" y="56674"/>
                    </a:cubicBezTo>
                    <a:cubicBezTo>
                      <a:pt x="164782" y="56674"/>
                      <a:pt x="268795" y="56674"/>
                      <a:pt x="375857" y="56674"/>
                    </a:cubicBezTo>
                    <a:cubicBezTo>
                      <a:pt x="375857" y="165544"/>
                      <a:pt x="375857" y="272605"/>
                      <a:pt x="375857" y="383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496AA96-A4DD-49E3-B33A-A519EAA5D432}"/>
                  </a:ext>
                </a:extLst>
              </p:cNvPr>
              <p:cNvSpPr/>
              <p:nvPr/>
            </p:nvSpPr>
            <p:spPr>
              <a:xfrm>
                <a:off x="9326117" y="3991736"/>
                <a:ext cx="306324" cy="505110"/>
              </a:xfrm>
              <a:custGeom>
                <a:avLst/>
                <a:gdLst>
                  <a:gd name="connsiteX0" fmla="*/ 0 w 306324"/>
                  <a:gd name="connsiteY0" fmla="*/ 502444 h 505110"/>
                  <a:gd name="connsiteX1" fmla="*/ 62675 w 306324"/>
                  <a:gd name="connsiteY1" fmla="*/ 502444 h 505110"/>
                  <a:gd name="connsiteX2" fmla="*/ 62675 w 306324"/>
                  <a:gd name="connsiteY2" fmla="*/ 65722 h 505110"/>
                  <a:gd name="connsiteX3" fmla="*/ 240982 w 306324"/>
                  <a:gd name="connsiteY3" fmla="*/ 65722 h 505110"/>
                  <a:gd name="connsiteX4" fmla="*/ 240982 w 306324"/>
                  <a:gd name="connsiteY4" fmla="*/ 505111 h 505110"/>
                  <a:gd name="connsiteX5" fmla="*/ 306324 w 306324"/>
                  <a:gd name="connsiteY5" fmla="*/ 505111 h 505110"/>
                  <a:gd name="connsiteX6" fmla="*/ 306324 w 306324"/>
                  <a:gd name="connsiteY6" fmla="*/ 0 h 505110"/>
                  <a:gd name="connsiteX7" fmla="*/ 95 w 306324"/>
                  <a:gd name="connsiteY7" fmla="*/ 0 h 505110"/>
                  <a:gd name="connsiteX8" fmla="*/ 0 w 306324"/>
                  <a:gd name="connsiteY8" fmla="*/ 502444 h 505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6324" h="505110">
                    <a:moveTo>
                      <a:pt x="0" y="502444"/>
                    </a:moveTo>
                    <a:cubicBezTo>
                      <a:pt x="21527" y="502444"/>
                      <a:pt x="39529" y="502444"/>
                      <a:pt x="62675" y="502444"/>
                    </a:cubicBezTo>
                    <a:cubicBezTo>
                      <a:pt x="62675" y="353949"/>
                      <a:pt x="62675" y="209264"/>
                      <a:pt x="62675" y="65722"/>
                    </a:cubicBezTo>
                    <a:cubicBezTo>
                      <a:pt x="122587" y="65722"/>
                      <a:pt x="177165" y="65722"/>
                      <a:pt x="240982" y="65722"/>
                    </a:cubicBezTo>
                    <a:cubicBezTo>
                      <a:pt x="240982" y="214693"/>
                      <a:pt x="240982" y="359378"/>
                      <a:pt x="240982" y="505111"/>
                    </a:cubicBezTo>
                    <a:cubicBezTo>
                      <a:pt x="267558" y="505111"/>
                      <a:pt x="284798" y="505111"/>
                      <a:pt x="306324" y="505111"/>
                    </a:cubicBezTo>
                    <a:cubicBezTo>
                      <a:pt x="306324" y="334042"/>
                      <a:pt x="306324" y="167354"/>
                      <a:pt x="306324" y="0"/>
                    </a:cubicBezTo>
                    <a:cubicBezTo>
                      <a:pt x="202216" y="0"/>
                      <a:pt x="101632" y="0"/>
                      <a:pt x="95" y="0"/>
                    </a:cubicBezTo>
                    <a:cubicBezTo>
                      <a:pt x="0" y="169735"/>
                      <a:pt x="0" y="336518"/>
                      <a:pt x="0" y="5024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68EB801-EAE0-4059-8C74-33FDEA5D74A2}"/>
                  </a:ext>
                </a:extLst>
              </p:cNvPr>
              <p:cNvSpPr/>
              <p:nvPr/>
            </p:nvSpPr>
            <p:spPr>
              <a:xfrm>
                <a:off x="3383184" y="3968495"/>
                <a:ext cx="307181" cy="501681"/>
              </a:xfrm>
              <a:custGeom>
                <a:avLst/>
                <a:gdLst>
                  <a:gd name="connsiteX0" fmla="*/ 0 w 307181"/>
                  <a:gd name="connsiteY0" fmla="*/ 499777 h 501681"/>
                  <a:gd name="connsiteX1" fmla="*/ 60484 w 307181"/>
                  <a:gd name="connsiteY1" fmla="*/ 499777 h 501681"/>
                  <a:gd name="connsiteX2" fmla="*/ 60484 w 307181"/>
                  <a:gd name="connsiteY2" fmla="*/ 65246 h 501681"/>
                  <a:gd name="connsiteX3" fmla="*/ 239268 w 307181"/>
                  <a:gd name="connsiteY3" fmla="*/ 65246 h 501681"/>
                  <a:gd name="connsiteX4" fmla="*/ 239268 w 307181"/>
                  <a:gd name="connsiteY4" fmla="*/ 501682 h 501681"/>
                  <a:gd name="connsiteX5" fmla="*/ 307181 w 307181"/>
                  <a:gd name="connsiteY5" fmla="*/ 501682 h 501681"/>
                  <a:gd name="connsiteX6" fmla="*/ 307181 w 307181"/>
                  <a:gd name="connsiteY6" fmla="*/ 0 h 501681"/>
                  <a:gd name="connsiteX7" fmla="*/ 0 w 307181"/>
                  <a:gd name="connsiteY7" fmla="*/ 0 h 501681"/>
                  <a:gd name="connsiteX8" fmla="*/ 0 w 307181"/>
                  <a:gd name="connsiteY8" fmla="*/ 499777 h 501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7181" h="501681">
                    <a:moveTo>
                      <a:pt x="0" y="499777"/>
                    </a:moveTo>
                    <a:cubicBezTo>
                      <a:pt x="20860" y="499777"/>
                      <a:pt x="38576" y="499777"/>
                      <a:pt x="60484" y="499777"/>
                    </a:cubicBezTo>
                    <a:cubicBezTo>
                      <a:pt x="60484" y="352806"/>
                      <a:pt x="60484" y="209359"/>
                      <a:pt x="60484" y="65246"/>
                    </a:cubicBezTo>
                    <a:cubicBezTo>
                      <a:pt x="120301" y="65246"/>
                      <a:pt x="175927" y="65246"/>
                      <a:pt x="239268" y="65246"/>
                    </a:cubicBezTo>
                    <a:cubicBezTo>
                      <a:pt x="239268" y="213550"/>
                      <a:pt x="239268" y="356807"/>
                      <a:pt x="239268" y="501682"/>
                    </a:cubicBezTo>
                    <a:cubicBezTo>
                      <a:pt x="265843" y="501682"/>
                      <a:pt x="284512" y="501682"/>
                      <a:pt x="307181" y="501682"/>
                    </a:cubicBezTo>
                    <a:cubicBezTo>
                      <a:pt x="307181" y="331661"/>
                      <a:pt x="307181" y="166402"/>
                      <a:pt x="307181" y="0"/>
                    </a:cubicBezTo>
                    <a:cubicBezTo>
                      <a:pt x="203263" y="0"/>
                      <a:pt x="102679" y="0"/>
                      <a:pt x="0" y="0"/>
                    </a:cubicBezTo>
                    <a:cubicBezTo>
                      <a:pt x="0" y="168307"/>
                      <a:pt x="0" y="333470"/>
                      <a:pt x="0" y="4997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CFE2205-9474-432A-9661-26F5093A05B5}"/>
                  </a:ext>
                </a:extLst>
              </p:cNvPr>
              <p:cNvSpPr/>
              <p:nvPr/>
            </p:nvSpPr>
            <p:spPr>
              <a:xfrm>
                <a:off x="10724577" y="3285743"/>
                <a:ext cx="316706" cy="401383"/>
              </a:xfrm>
              <a:custGeom>
                <a:avLst/>
                <a:gdLst>
                  <a:gd name="connsiteX0" fmla="*/ 87631 w 316706"/>
                  <a:gd name="connsiteY0" fmla="*/ 0 h 401383"/>
                  <a:gd name="connsiteX1" fmla="*/ 0 w 316706"/>
                  <a:gd name="connsiteY1" fmla="*/ 87440 h 401383"/>
                  <a:gd name="connsiteX2" fmla="*/ 0 w 316706"/>
                  <a:gd name="connsiteY2" fmla="*/ 401384 h 401383"/>
                  <a:gd name="connsiteX3" fmla="*/ 316706 w 316706"/>
                  <a:gd name="connsiteY3" fmla="*/ 401384 h 401383"/>
                  <a:gd name="connsiteX4" fmla="*/ 316706 w 316706"/>
                  <a:gd name="connsiteY4" fmla="*/ 0 h 401383"/>
                  <a:gd name="connsiteX5" fmla="*/ 87631 w 316706"/>
                  <a:gd name="connsiteY5" fmla="*/ 0 h 401383"/>
                  <a:gd name="connsiteX6" fmla="*/ 253080 w 316706"/>
                  <a:gd name="connsiteY6" fmla="*/ 364903 h 401383"/>
                  <a:gd name="connsiteX7" fmla="*/ 66961 w 316706"/>
                  <a:gd name="connsiteY7" fmla="*/ 364903 h 401383"/>
                  <a:gd name="connsiteX8" fmla="*/ 66961 w 316706"/>
                  <a:gd name="connsiteY8" fmla="*/ 66961 h 401383"/>
                  <a:gd name="connsiteX9" fmla="*/ 253080 w 316706"/>
                  <a:gd name="connsiteY9" fmla="*/ 66961 h 401383"/>
                  <a:gd name="connsiteX10" fmla="*/ 253080 w 316706"/>
                  <a:gd name="connsiteY10" fmla="*/ 364903 h 401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706" h="401383">
                    <a:moveTo>
                      <a:pt x="87631" y="0"/>
                    </a:moveTo>
                    <a:cubicBezTo>
                      <a:pt x="0" y="0"/>
                      <a:pt x="0" y="0"/>
                      <a:pt x="0" y="87440"/>
                    </a:cubicBezTo>
                    <a:cubicBezTo>
                      <a:pt x="0" y="191452"/>
                      <a:pt x="0" y="295561"/>
                      <a:pt x="0" y="401384"/>
                    </a:cubicBezTo>
                    <a:cubicBezTo>
                      <a:pt x="108967" y="401384"/>
                      <a:pt x="212217" y="401384"/>
                      <a:pt x="316706" y="401384"/>
                    </a:cubicBezTo>
                    <a:cubicBezTo>
                      <a:pt x="316706" y="267272"/>
                      <a:pt x="316706" y="136684"/>
                      <a:pt x="316706" y="0"/>
                    </a:cubicBezTo>
                    <a:cubicBezTo>
                      <a:pt x="238792" y="0"/>
                      <a:pt x="163259" y="0"/>
                      <a:pt x="87631" y="0"/>
                    </a:cubicBezTo>
                    <a:close/>
                    <a:moveTo>
                      <a:pt x="253080" y="364903"/>
                    </a:moveTo>
                    <a:cubicBezTo>
                      <a:pt x="190500" y="364903"/>
                      <a:pt x="130016" y="364903"/>
                      <a:pt x="66961" y="364903"/>
                    </a:cubicBezTo>
                    <a:cubicBezTo>
                      <a:pt x="66961" y="265176"/>
                      <a:pt x="66961" y="167926"/>
                      <a:pt x="66961" y="66961"/>
                    </a:cubicBezTo>
                    <a:cubicBezTo>
                      <a:pt x="127826" y="66961"/>
                      <a:pt x="188309" y="66961"/>
                      <a:pt x="253080" y="66961"/>
                    </a:cubicBezTo>
                    <a:cubicBezTo>
                      <a:pt x="253080" y="167354"/>
                      <a:pt x="253080" y="264605"/>
                      <a:pt x="253080" y="3649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F1E9E70-F675-45C1-A3A5-E59785E2FC74}"/>
                  </a:ext>
                </a:extLst>
              </p:cNvPr>
              <p:cNvSpPr/>
              <p:nvPr/>
            </p:nvSpPr>
            <p:spPr>
              <a:xfrm>
                <a:off x="10724781" y="3840531"/>
                <a:ext cx="316502" cy="400093"/>
              </a:xfrm>
              <a:custGeom>
                <a:avLst/>
                <a:gdLst>
                  <a:gd name="connsiteX0" fmla="*/ 20847 w 316502"/>
                  <a:gd name="connsiteY0" fmla="*/ 1186 h 400093"/>
                  <a:gd name="connsiteX1" fmla="*/ 940 w 316502"/>
                  <a:gd name="connsiteY1" fmla="*/ 25761 h 400093"/>
                  <a:gd name="connsiteX2" fmla="*/ 82 w 316502"/>
                  <a:gd name="connsiteY2" fmla="*/ 400093 h 400093"/>
                  <a:gd name="connsiteX3" fmla="*/ 316503 w 316502"/>
                  <a:gd name="connsiteY3" fmla="*/ 400093 h 400093"/>
                  <a:gd name="connsiteX4" fmla="*/ 316503 w 316502"/>
                  <a:gd name="connsiteY4" fmla="*/ 139 h 400093"/>
                  <a:gd name="connsiteX5" fmla="*/ 20847 w 316502"/>
                  <a:gd name="connsiteY5" fmla="*/ 1186 h 400093"/>
                  <a:gd name="connsiteX6" fmla="*/ 251161 w 316502"/>
                  <a:gd name="connsiteY6" fmla="*/ 362946 h 400093"/>
                  <a:gd name="connsiteX7" fmla="*/ 67043 w 316502"/>
                  <a:gd name="connsiteY7" fmla="*/ 362946 h 400093"/>
                  <a:gd name="connsiteX8" fmla="*/ 67043 w 316502"/>
                  <a:gd name="connsiteY8" fmla="*/ 66814 h 400093"/>
                  <a:gd name="connsiteX9" fmla="*/ 251161 w 316502"/>
                  <a:gd name="connsiteY9" fmla="*/ 66814 h 400093"/>
                  <a:gd name="connsiteX10" fmla="*/ 251161 w 316502"/>
                  <a:gd name="connsiteY10" fmla="*/ 362946 h 40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502" h="400093">
                    <a:moveTo>
                      <a:pt x="20847" y="1186"/>
                    </a:moveTo>
                    <a:cubicBezTo>
                      <a:pt x="13799" y="1282"/>
                      <a:pt x="1035" y="17093"/>
                      <a:pt x="940" y="25761"/>
                    </a:cubicBezTo>
                    <a:cubicBezTo>
                      <a:pt x="-393" y="149014"/>
                      <a:pt x="82" y="272268"/>
                      <a:pt x="82" y="400093"/>
                    </a:cubicBezTo>
                    <a:cubicBezTo>
                      <a:pt x="109144" y="400093"/>
                      <a:pt x="211538" y="400093"/>
                      <a:pt x="316503" y="400093"/>
                    </a:cubicBezTo>
                    <a:cubicBezTo>
                      <a:pt x="316503" y="267029"/>
                      <a:pt x="316503" y="136537"/>
                      <a:pt x="316503" y="139"/>
                    </a:cubicBezTo>
                    <a:cubicBezTo>
                      <a:pt x="216301" y="43"/>
                      <a:pt x="118574" y="-433"/>
                      <a:pt x="20847" y="1186"/>
                    </a:cubicBezTo>
                    <a:close/>
                    <a:moveTo>
                      <a:pt x="251161" y="362946"/>
                    </a:moveTo>
                    <a:cubicBezTo>
                      <a:pt x="188964" y="362946"/>
                      <a:pt x="129433" y="362946"/>
                      <a:pt x="67043" y="362946"/>
                    </a:cubicBezTo>
                    <a:cubicBezTo>
                      <a:pt x="67043" y="263791"/>
                      <a:pt x="67043" y="166826"/>
                      <a:pt x="67043" y="66814"/>
                    </a:cubicBezTo>
                    <a:cubicBezTo>
                      <a:pt x="128384" y="66814"/>
                      <a:pt x="187915" y="66814"/>
                      <a:pt x="251161" y="66814"/>
                    </a:cubicBezTo>
                    <a:cubicBezTo>
                      <a:pt x="251161" y="164540"/>
                      <a:pt x="251161" y="261505"/>
                      <a:pt x="251161" y="3629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EFF0DC8-7C66-4067-B4DA-D79027D216F6}"/>
                  </a:ext>
                </a:extLst>
              </p:cNvPr>
              <p:cNvSpPr/>
              <p:nvPr/>
            </p:nvSpPr>
            <p:spPr>
              <a:xfrm>
                <a:off x="3224878" y="2810826"/>
                <a:ext cx="310133" cy="398049"/>
              </a:xfrm>
              <a:custGeom>
                <a:avLst/>
                <a:gdLst>
                  <a:gd name="connsiteX0" fmla="*/ 310134 w 310133"/>
                  <a:gd name="connsiteY0" fmla="*/ 0 h 398049"/>
                  <a:gd name="connsiteX1" fmla="*/ 0 w 310133"/>
                  <a:gd name="connsiteY1" fmla="*/ 0 h 398049"/>
                  <a:gd name="connsiteX2" fmla="*/ 0 w 310133"/>
                  <a:gd name="connsiteY2" fmla="*/ 398050 h 398049"/>
                  <a:gd name="connsiteX3" fmla="*/ 310134 w 310133"/>
                  <a:gd name="connsiteY3" fmla="*/ 398050 h 398049"/>
                  <a:gd name="connsiteX4" fmla="*/ 310134 w 310133"/>
                  <a:gd name="connsiteY4" fmla="*/ 0 h 398049"/>
                  <a:gd name="connsiteX5" fmla="*/ 248698 w 310133"/>
                  <a:gd name="connsiteY5" fmla="*/ 360140 h 398049"/>
                  <a:gd name="connsiteX6" fmla="*/ 64961 w 310133"/>
                  <a:gd name="connsiteY6" fmla="*/ 360140 h 398049"/>
                  <a:gd name="connsiteX7" fmla="*/ 64961 w 310133"/>
                  <a:gd name="connsiteY7" fmla="*/ 62865 h 398049"/>
                  <a:gd name="connsiteX8" fmla="*/ 248698 w 310133"/>
                  <a:gd name="connsiteY8" fmla="*/ 62865 h 398049"/>
                  <a:gd name="connsiteX9" fmla="*/ 248698 w 310133"/>
                  <a:gd name="connsiteY9" fmla="*/ 360140 h 398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133" h="398049">
                    <a:moveTo>
                      <a:pt x="310134" y="0"/>
                    </a:moveTo>
                    <a:cubicBezTo>
                      <a:pt x="206502" y="0"/>
                      <a:pt x="105728" y="0"/>
                      <a:pt x="0" y="0"/>
                    </a:cubicBezTo>
                    <a:cubicBezTo>
                      <a:pt x="0" y="134493"/>
                      <a:pt x="0" y="266129"/>
                      <a:pt x="0" y="398050"/>
                    </a:cubicBezTo>
                    <a:cubicBezTo>
                      <a:pt x="105442" y="398050"/>
                      <a:pt x="207359" y="398050"/>
                      <a:pt x="310134" y="398050"/>
                    </a:cubicBezTo>
                    <a:cubicBezTo>
                      <a:pt x="310134" y="263747"/>
                      <a:pt x="310134" y="133160"/>
                      <a:pt x="310134" y="0"/>
                    </a:cubicBezTo>
                    <a:close/>
                    <a:moveTo>
                      <a:pt x="248698" y="360140"/>
                    </a:moveTo>
                    <a:cubicBezTo>
                      <a:pt x="189357" y="360140"/>
                      <a:pt x="128683" y="360140"/>
                      <a:pt x="64961" y="360140"/>
                    </a:cubicBezTo>
                    <a:cubicBezTo>
                      <a:pt x="64961" y="262128"/>
                      <a:pt x="64961" y="164783"/>
                      <a:pt x="64961" y="62865"/>
                    </a:cubicBezTo>
                    <a:cubicBezTo>
                      <a:pt x="127825" y="62865"/>
                      <a:pt x="186309" y="62865"/>
                      <a:pt x="248698" y="62865"/>
                    </a:cubicBezTo>
                    <a:cubicBezTo>
                      <a:pt x="248698" y="161258"/>
                      <a:pt x="248698" y="258509"/>
                      <a:pt x="248698" y="3601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2DC4EB7-2F7C-412B-9DD1-9BACE9948C80}"/>
                  </a:ext>
                </a:extLst>
              </p:cNvPr>
              <p:cNvSpPr/>
              <p:nvPr/>
            </p:nvSpPr>
            <p:spPr>
              <a:xfrm>
                <a:off x="3225069" y="3363848"/>
                <a:ext cx="309752" cy="399573"/>
              </a:xfrm>
              <a:custGeom>
                <a:avLst/>
                <a:gdLst>
                  <a:gd name="connsiteX0" fmla="*/ 309753 w 309752"/>
                  <a:gd name="connsiteY0" fmla="*/ 0 h 399573"/>
                  <a:gd name="connsiteX1" fmla="*/ 0 w 309752"/>
                  <a:gd name="connsiteY1" fmla="*/ 0 h 399573"/>
                  <a:gd name="connsiteX2" fmla="*/ 0 w 309752"/>
                  <a:gd name="connsiteY2" fmla="*/ 399574 h 399573"/>
                  <a:gd name="connsiteX3" fmla="*/ 309753 w 309752"/>
                  <a:gd name="connsiteY3" fmla="*/ 399574 h 399573"/>
                  <a:gd name="connsiteX4" fmla="*/ 309753 w 309752"/>
                  <a:gd name="connsiteY4" fmla="*/ 0 h 399573"/>
                  <a:gd name="connsiteX5" fmla="*/ 248412 w 309752"/>
                  <a:gd name="connsiteY5" fmla="*/ 363379 h 399573"/>
                  <a:gd name="connsiteX6" fmla="*/ 65532 w 309752"/>
                  <a:gd name="connsiteY6" fmla="*/ 363379 h 399573"/>
                  <a:gd name="connsiteX7" fmla="*/ 65532 w 309752"/>
                  <a:gd name="connsiteY7" fmla="*/ 64389 h 399573"/>
                  <a:gd name="connsiteX8" fmla="*/ 248412 w 309752"/>
                  <a:gd name="connsiteY8" fmla="*/ 64389 h 399573"/>
                  <a:gd name="connsiteX9" fmla="*/ 248412 w 309752"/>
                  <a:gd name="connsiteY9" fmla="*/ 363379 h 399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9752" h="399573">
                    <a:moveTo>
                      <a:pt x="309753" y="0"/>
                    </a:moveTo>
                    <a:cubicBezTo>
                      <a:pt x="204597" y="0"/>
                      <a:pt x="102679" y="0"/>
                      <a:pt x="0" y="0"/>
                    </a:cubicBezTo>
                    <a:cubicBezTo>
                      <a:pt x="0" y="134874"/>
                      <a:pt x="0" y="266700"/>
                      <a:pt x="0" y="399574"/>
                    </a:cubicBezTo>
                    <a:cubicBezTo>
                      <a:pt x="104489" y="399574"/>
                      <a:pt x="205264" y="399574"/>
                      <a:pt x="309753" y="399574"/>
                    </a:cubicBezTo>
                    <a:cubicBezTo>
                      <a:pt x="309753" y="263366"/>
                      <a:pt x="309753" y="132779"/>
                      <a:pt x="309753" y="0"/>
                    </a:cubicBezTo>
                    <a:close/>
                    <a:moveTo>
                      <a:pt x="248412" y="363379"/>
                    </a:moveTo>
                    <a:cubicBezTo>
                      <a:pt x="185642" y="363379"/>
                      <a:pt x="127540" y="363379"/>
                      <a:pt x="65532" y="363379"/>
                    </a:cubicBezTo>
                    <a:cubicBezTo>
                      <a:pt x="65532" y="263652"/>
                      <a:pt x="65532" y="165449"/>
                      <a:pt x="65532" y="64389"/>
                    </a:cubicBezTo>
                    <a:cubicBezTo>
                      <a:pt x="125635" y="64389"/>
                      <a:pt x="184976" y="64389"/>
                      <a:pt x="248412" y="64389"/>
                    </a:cubicBezTo>
                    <a:cubicBezTo>
                      <a:pt x="248412" y="162496"/>
                      <a:pt x="248412" y="260699"/>
                      <a:pt x="248412" y="3633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907F3CB-BD26-460C-A9FD-DC785EB21188}"/>
                  </a:ext>
                </a:extLst>
              </p:cNvPr>
              <p:cNvSpPr/>
              <p:nvPr/>
            </p:nvSpPr>
            <p:spPr>
              <a:xfrm>
                <a:off x="2843212" y="3363657"/>
                <a:ext cx="306514" cy="399954"/>
              </a:xfrm>
              <a:custGeom>
                <a:avLst/>
                <a:gdLst>
                  <a:gd name="connsiteX0" fmla="*/ 0 w 306514"/>
                  <a:gd name="connsiteY0" fmla="*/ 399955 h 399954"/>
                  <a:gd name="connsiteX1" fmla="*/ 306514 w 306514"/>
                  <a:gd name="connsiteY1" fmla="*/ 399955 h 399954"/>
                  <a:gd name="connsiteX2" fmla="*/ 306514 w 306514"/>
                  <a:gd name="connsiteY2" fmla="*/ 0 h 399954"/>
                  <a:gd name="connsiteX3" fmla="*/ 0 w 306514"/>
                  <a:gd name="connsiteY3" fmla="*/ 0 h 399954"/>
                  <a:gd name="connsiteX4" fmla="*/ 0 w 306514"/>
                  <a:gd name="connsiteY4" fmla="*/ 399955 h 399954"/>
                  <a:gd name="connsiteX5" fmla="*/ 52292 w 306514"/>
                  <a:gd name="connsiteY5" fmla="*/ 64199 h 399954"/>
                  <a:gd name="connsiteX6" fmla="*/ 252603 w 306514"/>
                  <a:gd name="connsiteY6" fmla="*/ 64199 h 399954"/>
                  <a:gd name="connsiteX7" fmla="*/ 252603 w 306514"/>
                  <a:gd name="connsiteY7" fmla="*/ 360902 h 399954"/>
                  <a:gd name="connsiteX8" fmla="*/ 52292 w 306514"/>
                  <a:gd name="connsiteY8" fmla="*/ 360902 h 399954"/>
                  <a:gd name="connsiteX9" fmla="*/ 52292 w 306514"/>
                  <a:gd name="connsiteY9" fmla="*/ 64199 h 39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514" h="399954">
                    <a:moveTo>
                      <a:pt x="0" y="399955"/>
                    </a:moveTo>
                    <a:cubicBezTo>
                      <a:pt x="102775" y="399955"/>
                      <a:pt x="202025" y="399955"/>
                      <a:pt x="306514" y="399955"/>
                    </a:cubicBezTo>
                    <a:cubicBezTo>
                      <a:pt x="306514" y="264700"/>
                      <a:pt x="306514" y="133064"/>
                      <a:pt x="306514" y="0"/>
                    </a:cubicBezTo>
                    <a:cubicBezTo>
                      <a:pt x="202597" y="0"/>
                      <a:pt x="102203" y="0"/>
                      <a:pt x="0" y="0"/>
                    </a:cubicBezTo>
                    <a:cubicBezTo>
                      <a:pt x="0" y="134493"/>
                      <a:pt x="0" y="266129"/>
                      <a:pt x="0" y="399955"/>
                    </a:cubicBezTo>
                    <a:close/>
                    <a:moveTo>
                      <a:pt x="52292" y="64199"/>
                    </a:moveTo>
                    <a:cubicBezTo>
                      <a:pt x="118967" y="64199"/>
                      <a:pt x="183166" y="64199"/>
                      <a:pt x="252603" y="64199"/>
                    </a:cubicBezTo>
                    <a:cubicBezTo>
                      <a:pt x="252603" y="164687"/>
                      <a:pt x="252603" y="260699"/>
                      <a:pt x="252603" y="360902"/>
                    </a:cubicBezTo>
                    <a:cubicBezTo>
                      <a:pt x="186880" y="360902"/>
                      <a:pt x="121539" y="360902"/>
                      <a:pt x="52292" y="360902"/>
                    </a:cubicBezTo>
                    <a:cubicBezTo>
                      <a:pt x="52292" y="263271"/>
                      <a:pt x="52292" y="164878"/>
                      <a:pt x="52292" y="64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978C2DE-4AEF-455C-9ED3-4D1D9BDC0E7B}"/>
                  </a:ext>
                </a:extLst>
              </p:cNvPr>
              <p:cNvSpPr/>
              <p:nvPr/>
            </p:nvSpPr>
            <p:spPr>
              <a:xfrm>
                <a:off x="2842735" y="2810826"/>
                <a:ext cx="307657" cy="398335"/>
              </a:xfrm>
              <a:custGeom>
                <a:avLst/>
                <a:gdLst>
                  <a:gd name="connsiteX0" fmla="*/ 0 w 307657"/>
                  <a:gd name="connsiteY0" fmla="*/ 398336 h 398335"/>
                  <a:gd name="connsiteX1" fmla="*/ 307657 w 307657"/>
                  <a:gd name="connsiteY1" fmla="*/ 398336 h 398335"/>
                  <a:gd name="connsiteX2" fmla="*/ 307657 w 307657"/>
                  <a:gd name="connsiteY2" fmla="*/ 0 h 398335"/>
                  <a:gd name="connsiteX3" fmla="*/ 0 w 307657"/>
                  <a:gd name="connsiteY3" fmla="*/ 0 h 398335"/>
                  <a:gd name="connsiteX4" fmla="*/ 0 w 307657"/>
                  <a:gd name="connsiteY4" fmla="*/ 398336 h 398335"/>
                  <a:gd name="connsiteX5" fmla="*/ 49149 w 307657"/>
                  <a:gd name="connsiteY5" fmla="*/ 63818 h 398335"/>
                  <a:gd name="connsiteX6" fmla="*/ 251269 w 307657"/>
                  <a:gd name="connsiteY6" fmla="*/ 63818 h 398335"/>
                  <a:gd name="connsiteX7" fmla="*/ 251269 w 307657"/>
                  <a:gd name="connsiteY7" fmla="*/ 363950 h 398335"/>
                  <a:gd name="connsiteX8" fmla="*/ 70866 w 307657"/>
                  <a:gd name="connsiteY8" fmla="*/ 362903 h 398335"/>
                  <a:gd name="connsiteX9" fmla="*/ 50101 w 307657"/>
                  <a:gd name="connsiteY9" fmla="*/ 339566 h 398335"/>
                  <a:gd name="connsiteX10" fmla="*/ 49149 w 307657"/>
                  <a:gd name="connsiteY10" fmla="*/ 63818 h 398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7657" h="398335">
                    <a:moveTo>
                      <a:pt x="0" y="398336"/>
                    </a:moveTo>
                    <a:cubicBezTo>
                      <a:pt x="105251" y="398336"/>
                      <a:pt x="205930" y="398336"/>
                      <a:pt x="307657" y="398336"/>
                    </a:cubicBezTo>
                    <a:cubicBezTo>
                      <a:pt x="307657" y="264033"/>
                      <a:pt x="307657" y="133255"/>
                      <a:pt x="307657" y="0"/>
                    </a:cubicBezTo>
                    <a:cubicBezTo>
                      <a:pt x="204216" y="0"/>
                      <a:pt x="103632" y="0"/>
                      <a:pt x="0" y="0"/>
                    </a:cubicBezTo>
                    <a:cubicBezTo>
                      <a:pt x="0" y="133160"/>
                      <a:pt x="0" y="264033"/>
                      <a:pt x="0" y="398336"/>
                    </a:cubicBezTo>
                    <a:close/>
                    <a:moveTo>
                      <a:pt x="49149" y="63818"/>
                    </a:moveTo>
                    <a:cubicBezTo>
                      <a:pt x="118967" y="63818"/>
                      <a:pt x="183261" y="63818"/>
                      <a:pt x="251269" y="63818"/>
                    </a:cubicBezTo>
                    <a:cubicBezTo>
                      <a:pt x="251269" y="160973"/>
                      <a:pt x="251269" y="258032"/>
                      <a:pt x="251269" y="363950"/>
                    </a:cubicBezTo>
                    <a:cubicBezTo>
                      <a:pt x="190119" y="363950"/>
                      <a:pt x="130397" y="364808"/>
                      <a:pt x="70866" y="362903"/>
                    </a:cubicBezTo>
                    <a:cubicBezTo>
                      <a:pt x="63341" y="362617"/>
                      <a:pt x="50197" y="347758"/>
                      <a:pt x="50101" y="339566"/>
                    </a:cubicBezTo>
                    <a:cubicBezTo>
                      <a:pt x="48577" y="248317"/>
                      <a:pt x="49149" y="157163"/>
                      <a:pt x="49149" y="6381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CA0A2E8-BDF1-43FE-930F-768D23B9E0E7}"/>
                  </a:ext>
                </a:extLst>
              </p:cNvPr>
              <p:cNvSpPr/>
              <p:nvPr/>
            </p:nvSpPr>
            <p:spPr>
              <a:xfrm>
                <a:off x="4597907" y="3932300"/>
                <a:ext cx="210692" cy="214598"/>
              </a:xfrm>
              <a:custGeom>
                <a:avLst/>
                <a:gdLst>
                  <a:gd name="connsiteX0" fmla="*/ 0 w 210692"/>
                  <a:gd name="connsiteY0" fmla="*/ 214598 h 214598"/>
                  <a:gd name="connsiteX1" fmla="*/ 210693 w 210692"/>
                  <a:gd name="connsiteY1" fmla="*/ 214598 h 214598"/>
                  <a:gd name="connsiteX2" fmla="*/ 210693 w 210692"/>
                  <a:gd name="connsiteY2" fmla="*/ 0 h 214598"/>
                  <a:gd name="connsiteX3" fmla="*/ 0 w 210692"/>
                  <a:gd name="connsiteY3" fmla="*/ 0 h 214598"/>
                  <a:gd name="connsiteX4" fmla="*/ 0 w 210692"/>
                  <a:gd name="connsiteY4" fmla="*/ 214598 h 214598"/>
                  <a:gd name="connsiteX5" fmla="*/ 43529 w 210692"/>
                  <a:gd name="connsiteY5" fmla="*/ 45625 h 214598"/>
                  <a:gd name="connsiteX6" fmla="*/ 172117 w 210692"/>
                  <a:gd name="connsiteY6" fmla="*/ 45625 h 214598"/>
                  <a:gd name="connsiteX7" fmla="*/ 172117 w 210692"/>
                  <a:gd name="connsiteY7" fmla="*/ 175165 h 214598"/>
                  <a:gd name="connsiteX8" fmla="*/ 43529 w 210692"/>
                  <a:gd name="connsiteY8" fmla="*/ 175165 h 214598"/>
                  <a:gd name="connsiteX9" fmla="*/ 43529 w 210692"/>
                  <a:gd name="connsiteY9" fmla="*/ 45625 h 21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692" h="214598">
                    <a:moveTo>
                      <a:pt x="0" y="214598"/>
                    </a:moveTo>
                    <a:cubicBezTo>
                      <a:pt x="72485" y="214598"/>
                      <a:pt x="141256" y="214598"/>
                      <a:pt x="210693" y="214598"/>
                    </a:cubicBezTo>
                    <a:cubicBezTo>
                      <a:pt x="210693" y="141446"/>
                      <a:pt x="210693" y="71533"/>
                      <a:pt x="210693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4390"/>
                      <a:pt x="0" y="144304"/>
                      <a:pt x="0" y="214598"/>
                    </a:cubicBezTo>
                    <a:close/>
                    <a:moveTo>
                      <a:pt x="43529" y="45625"/>
                    </a:moveTo>
                    <a:cubicBezTo>
                      <a:pt x="87821" y="45625"/>
                      <a:pt x="128302" y="45625"/>
                      <a:pt x="172117" y="45625"/>
                    </a:cubicBezTo>
                    <a:cubicBezTo>
                      <a:pt x="172117" y="88773"/>
                      <a:pt x="172117" y="130397"/>
                      <a:pt x="172117" y="175165"/>
                    </a:cubicBezTo>
                    <a:cubicBezTo>
                      <a:pt x="130112" y="175165"/>
                      <a:pt x="88487" y="175165"/>
                      <a:pt x="43529" y="175165"/>
                    </a:cubicBezTo>
                    <a:cubicBezTo>
                      <a:pt x="43529" y="133255"/>
                      <a:pt x="43529" y="91726"/>
                      <a:pt x="43529" y="45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A8BA19-4C03-4A99-85D7-3512B69E819B}"/>
                  </a:ext>
                </a:extLst>
              </p:cNvPr>
              <p:cNvSpPr/>
              <p:nvPr/>
            </p:nvSpPr>
            <p:spPr>
              <a:xfrm>
                <a:off x="4321682" y="4089367"/>
                <a:ext cx="211455" cy="214503"/>
              </a:xfrm>
              <a:custGeom>
                <a:avLst/>
                <a:gdLst>
                  <a:gd name="connsiteX0" fmla="*/ 0 w 211455"/>
                  <a:gd name="connsiteY0" fmla="*/ 214503 h 214503"/>
                  <a:gd name="connsiteX1" fmla="*/ 211455 w 211455"/>
                  <a:gd name="connsiteY1" fmla="*/ 214503 h 214503"/>
                  <a:gd name="connsiteX2" fmla="*/ 211455 w 211455"/>
                  <a:gd name="connsiteY2" fmla="*/ 0 h 214503"/>
                  <a:gd name="connsiteX3" fmla="*/ 0 w 211455"/>
                  <a:gd name="connsiteY3" fmla="*/ 0 h 214503"/>
                  <a:gd name="connsiteX4" fmla="*/ 0 w 211455"/>
                  <a:gd name="connsiteY4" fmla="*/ 214503 h 214503"/>
                  <a:gd name="connsiteX5" fmla="*/ 44387 w 211455"/>
                  <a:gd name="connsiteY5" fmla="*/ 43243 h 214503"/>
                  <a:gd name="connsiteX6" fmla="*/ 172974 w 211455"/>
                  <a:gd name="connsiteY6" fmla="*/ 43243 h 214503"/>
                  <a:gd name="connsiteX7" fmla="*/ 172974 w 211455"/>
                  <a:gd name="connsiteY7" fmla="*/ 174974 h 214503"/>
                  <a:gd name="connsiteX8" fmla="*/ 44387 w 211455"/>
                  <a:gd name="connsiteY8" fmla="*/ 174974 h 214503"/>
                  <a:gd name="connsiteX9" fmla="*/ 44387 w 211455"/>
                  <a:gd name="connsiteY9" fmla="*/ 43243 h 21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1455" h="214503">
                    <a:moveTo>
                      <a:pt x="0" y="214503"/>
                    </a:moveTo>
                    <a:cubicBezTo>
                      <a:pt x="72676" y="214503"/>
                      <a:pt x="142399" y="214503"/>
                      <a:pt x="211455" y="214503"/>
                    </a:cubicBezTo>
                    <a:cubicBezTo>
                      <a:pt x="211455" y="140494"/>
                      <a:pt x="211455" y="70485"/>
                      <a:pt x="211455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5057"/>
                      <a:pt x="0" y="143827"/>
                      <a:pt x="0" y="214503"/>
                    </a:cubicBezTo>
                    <a:close/>
                    <a:moveTo>
                      <a:pt x="44387" y="43243"/>
                    </a:moveTo>
                    <a:cubicBezTo>
                      <a:pt x="89059" y="43243"/>
                      <a:pt x="129540" y="43243"/>
                      <a:pt x="172974" y="43243"/>
                    </a:cubicBezTo>
                    <a:cubicBezTo>
                      <a:pt x="172974" y="87535"/>
                      <a:pt x="172974" y="129540"/>
                      <a:pt x="172974" y="174974"/>
                    </a:cubicBezTo>
                    <a:cubicBezTo>
                      <a:pt x="130969" y="174974"/>
                      <a:pt x="89154" y="174974"/>
                      <a:pt x="44387" y="174974"/>
                    </a:cubicBezTo>
                    <a:cubicBezTo>
                      <a:pt x="44387" y="131731"/>
                      <a:pt x="44387" y="89821"/>
                      <a:pt x="44387" y="432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2E42FB9-3D87-4FCF-9D47-44E546189DD7}"/>
                </a:ext>
              </a:extLst>
            </p:cNvPr>
            <p:cNvSpPr/>
            <p:nvPr/>
          </p:nvSpPr>
          <p:spPr>
            <a:xfrm>
              <a:off x="217009" y="6590579"/>
              <a:ext cx="859536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2341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254939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43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558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C0E1773-502B-436D-A3C4-742C1B4B1B87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12192000" cy="32939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296B66-6CD8-43CC-B114-03185F708D29}"/>
              </a:ext>
            </a:extLst>
          </p:cNvPr>
          <p:cNvGrpSpPr/>
          <p:nvPr userDrawn="1"/>
        </p:nvGrpSpPr>
        <p:grpSpPr>
          <a:xfrm>
            <a:off x="217010" y="5986664"/>
            <a:ext cx="11787886" cy="686721"/>
            <a:chOff x="217009" y="5981470"/>
            <a:chExt cx="11877043" cy="691915"/>
          </a:xfrm>
          <a:solidFill>
            <a:schemeClr val="accent4"/>
          </a:solidFill>
        </p:grpSpPr>
        <p:grpSp>
          <p:nvGrpSpPr>
            <p:cNvPr id="5" name="Graphic 3">
              <a:extLst>
                <a:ext uri="{FF2B5EF4-FFF2-40B4-BE49-F238E27FC236}">
                  <a16:creationId xmlns:a16="http://schemas.microsoft.com/office/drawing/2014/main" id="{FCC7DBE5-BD63-4BEB-B29A-179290B19823}"/>
                </a:ext>
              </a:extLst>
            </p:cNvPr>
            <p:cNvGrpSpPr/>
            <p:nvPr/>
          </p:nvGrpSpPr>
          <p:grpSpPr>
            <a:xfrm>
              <a:off x="8701032" y="5981470"/>
              <a:ext cx="3393020" cy="691915"/>
              <a:chOff x="4666" y="2186177"/>
              <a:chExt cx="12179332" cy="248364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3464185-8AAC-47C9-A6E9-82EED06D420D}"/>
                  </a:ext>
                </a:extLst>
              </p:cNvPr>
              <p:cNvSpPr/>
              <p:nvPr/>
            </p:nvSpPr>
            <p:spPr>
              <a:xfrm>
                <a:off x="4666" y="2186177"/>
                <a:ext cx="12179332" cy="2391650"/>
              </a:xfrm>
              <a:custGeom>
                <a:avLst/>
                <a:gdLst>
                  <a:gd name="connsiteX0" fmla="*/ 11651647 w 12179332"/>
                  <a:gd name="connsiteY0" fmla="*/ 2194846 h 2391650"/>
                  <a:gd name="connsiteX1" fmla="*/ 11651647 w 12179332"/>
                  <a:gd name="connsiteY1" fmla="*/ 1418654 h 2391650"/>
                  <a:gd name="connsiteX2" fmla="*/ 11901201 w 12179332"/>
                  <a:gd name="connsiteY2" fmla="*/ 1418654 h 2391650"/>
                  <a:gd name="connsiteX3" fmla="*/ 11902630 w 12179332"/>
                  <a:gd name="connsiteY3" fmla="*/ 1406176 h 2391650"/>
                  <a:gd name="connsiteX4" fmla="*/ 10870120 w 12179332"/>
                  <a:gd name="connsiteY4" fmla="*/ 590645 h 2391650"/>
                  <a:gd name="connsiteX5" fmla="*/ 10811161 w 12179332"/>
                  <a:gd name="connsiteY5" fmla="*/ 638747 h 2391650"/>
                  <a:gd name="connsiteX6" fmla="*/ 9976580 w 12179332"/>
                  <a:gd name="connsiteY6" fmla="*/ 1323689 h 2391650"/>
                  <a:gd name="connsiteX7" fmla="*/ 9901714 w 12179332"/>
                  <a:gd name="connsiteY7" fmla="*/ 1359980 h 2391650"/>
                  <a:gd name="connsiteX8" fmla="*/ 8941403 w 12179332"/>
                  <a:gd name="connsiteY8" fmla="*/ 1551527 h 2391650"/>
                  <a:gd name="connsiteX9" fmla="*/ 8898160 w 12179332"/>
                  <a:gd name="connsiteY9" fmla="*/ 1603343 h 2391650"/>
                  <a:gd name="connsiteX10" fmla="*/ 8901589 w 12179332"/>
                  <a:gd name="connsiteY10" fmla="*/ 2131124 h 2391650"/>
                  <a:gd name="connsiteX11" fmla="*/ 8901589 w 12179332"/>
                  <a:gd name="connsiteY11" fmla="*/ 2188274 h 2391650"/>
                  <a:gd name="connsiteX12" fmla="*/ 8461915 w 12179332"/>
                  <a:gd name="connsiteY12" fmla="*/ 2188274 h 2391650"/>
                  <a:gd name="connsiteX13" fmla="*/ 8423339 w 12179332"/>
                  <a:gd name="connsiteY13" fmla="*/ 1966246 h 2391650"/>
                  <a:gd name="connsiteX14" fmla="*/ 8452675 w 12179332"/>
                  <a:gd name="connsiteY14" fmla="*/ 1900333 h 2391650"/>
                  <a:gd name="connsiteX15" fmla="*/ 8553069 w 12179332"/>
                  <a:gd name="connsiteY15" fmla="*/ 1778699 h 2391650"/>
                  <a:gd name="connsiteX16" fmla="*/ 8608695 w 12179332"/>
                  <a:gd name="connsiteY16" fmla="*/ 1726121 h 2391650"/>
                  <a:gd name="connsiteX17" fmla="*/ 8733853 w 12179332"/>
                  <a:gd name="connsiteY17" fmla="*/ 1267587 h 2391650"/>
                  <a:gd name="connsiteX18" fmla="*/ 8708517 w 12179332"/>
                  <a:gd name="connsiteY18" fmla="*/ 1185005 h 2391650"/>
                  <a:gd name="connsiteX19" fmla="*/ 8716328 w 12179332"/>
                  <a:gd name="connsiteY19" fmla="*/ 1053179 h 2391650"/>
                  <a:gd name="connsiteX20" fmla="*/ 8494109 w 12179332"/>
                  <a:gd name="connsiteY20" fmla="*/ 851630 h 2391650"/>
                  <a:gd name="connsiteX21" fmla="*/ 8448961 w 12179332"/>
                  <a:gd name="connsiteY21" fmla="*/ 816578 h 2391650"/>
                  <a:gd name="connsiteX22" fmla="*/ 8400098 w 12179332"/>
                  <a:gd name="connsiteY22" fmla="*/ 714566 h 2391650"/>
                  <a:gd name="connsiteX23" fmla="*/ 8098917 w 12179332"/>
                  <a:gd name="connsiteY23" fmla="*/ 637604 h 2391650"/>
                  <a:gd name="connsiteX24" fmla="*/ 7970425 w 12179332"/>
                  <a:gd name="connsiteY24" fmla="*/ 878586 h 2391650"/>
                  <a:gd name="connsiteX25" fmla="*/ 7952994 w 12179332"/>
                  <a:gd name="connsiteY25" fmla="*/ 924592 h 2391650"/>
                  <a:gd name="connsiteX26" fmla="*/ 7851267 w 12179332"/>
                  <a:gd name="connsiteY26" fmla="*/ 1332833 h 2391650"/>
                  <a:gd name="connsiteX27" fmla="*/ 7837361 w 12179332"/>
                  <a:gd name="connsiteY27" fmla="*/ 1425416 h 2391650"/>
                  <a:gd name="connsiteX28" fmla="*/ 7801261 w 12179332"/>
                  <a:gd name="connsiteY28" fmla="*/ 1727549 h 2391650"/>
                  <a:gd name="connsiteX29" fmla="*/ 8084058 w 12179332"/>
                  <a:gd name="connsiteY29" fmla="*/ 1845564 h 2391650"/>
                  <a:gd name="connsiteX30" fmla="*/ 8201311 w 12179332"/>
                  <a:gd name="connsiteY30" fmla="*/ 1934528 h 2391650"/>
                  <a:gd name="connsiteX31" fmla="*/ 8175213 w 12179332"/>
                  <a:gd name="connsiteY31" fmla="*/ 2169033 h 2391650"/>
                  <a:gd name="connsiteX32" fmla="*/ 7709631 w 12179332"/>
                  <a:gd name="connsiteY32" fmla="*/ 2185702 h 2391650"/>
                  <a:gd name="connsiteX33" fmla="*/ 7589615 w 12179332"/>
                  <a:gd name="connsiteY33" fmla="*/ 2032064 h 2391650"/>
                  <a:gd name="connsiteX34" fmla="*/ 7588568 w 12179332"/>
                  <a:gd name="connsiteY34" fmla="*/ 2027587 h 2391650"/>
                  <a:gd name="connsiteX35" fmla="*/ 7493318 w 12179332"/>
                  <a:gd name="connsiteY35" fmla="*/ 1820894 h 2391650"/>
                  <a:gd name="connsiteX36" fmla="*/ 7271290 w 12179332"/>
                  <a:gd name="connsiteY36" fmla="*/ 1879473 h 2391650"/>
                  <a:gd name="connsiteX37" fmla="*/ 7245763 w 12179332"/>
                  <a:gd name="connsiteY37" fmla="*/ 1886903 h 2391650"/>
                  <a:gd name="connsiteX38" fmla="*/ 7105459 w 12179332"/>
                  <a:gd name="connsiteY38" fmla="*/ 2083784 h 2391650"/>
                  <a:gd name="connsiteX39" fmla="*/ 7135083 w 12179332"/>
                  <a:gd name="connsiteY39" fmla="*/ 2188083 h 2391650"/>
                  <a:gd name="connsiteX40" fmla="*/ 6971157 w 12179332"/>
                  <a:gd name="connsiteY40" fmla="*/ 2188464 h 2391650"/>
                  <a:gd name="connsiteX41" fmla="*/ 6930200 w 12179332"/>
                  <a:gd name="connsiteY41" fmla="*/ 2147030 h 2391650"/>
                  <a:gd name="connsiteX42" fmla="*/ 6927723 w 12179332"/>
                  <a:gd name="connsiteY42" fmla="*/ 1538383 h 2391650"/>
                  <a:gd name="connsiteX43" fmla="*/ 6930295 w 12179332"/>
                  <a:gd name="connsiteY43" fmla="*/ 1510665 h 2391650"/>
                  <a:gd name="connsiteX44" fmla="*/ 7198710 w 12179332"/>
                  <a:gd name="connsiteY44" fmla="*/ 1510665 h 2391650"/>
                  <a:gd name="connsiteX45" fmla="*/ 6094762 w 12179332"/>
                  <a:gd name="connsiteY45" fmla="*/ 504444 h 2391650"/>
                  <a:gd name="connsiteX46" fmla="*/ 5025295 w 12179332"/>
                  <a:gd name="connsiteY46" fmla="*/ 1505903 h 2391650"/>
                  <a:gd name="connsiteX47" fmla="*/ 5029962 w 12179332"/>
                  <a:gd name="connsiteY47" fmla="*/ 1521047 h 2391650"/>
                  <a:gd name="connsiteX48" fmla="*/ 5303615 w 12179332"/>
                  <a:gd name="connsiteY48" fmla="*/ 1521047 h 2391650"/>
                  <a:gd name="connsiteX49" fmla="*/ 5303615 w 12179332"/>
                  <a:gd name="connsiteY49" fmla="*/ 2192179 h 2391650"/>
                  <a:gd name="connsiteX50" fmla="*/ 5003769 w 12179332"/>
                  <a:gd name="connsiteY50" fmla="*/ 2192179 h 2391650"/>
                  <a:gd name="connsiteX51" fmla="*/ 5003769 w 12179332"/>
                  <a:gd name="connsiteY51" fmla="*/ 1556957 h 2391650"/>
                  <a:gd name="connsiteX52" fmla="*/ 4124801 w 12179332"/>
                  <a:gd name="connsiteY52" fmla="*/ 1556957 h 2391650"/>
                  <a:gd name="connsiteX53" fmla="*/ 4124801 w 12179332"/>
                  <a:gd name="connsiteY53" fmla="*/ 2200370 h 2391650"/>
                  <a:gd name="connsiteX54" fmla="*/ 3945350 w 12179332"/>
                  <a:gd name="connsiteY54" fmla="*/ 2190464 h 2391650"/>
                  <a:gd name="connsiteX55" fmla="*/ 3945350 w 12179332"/>
                  <a:gd name="connsiteY55" fmla="*/ 262128 h 2391650"/>
                  <a:gd name="connsiteX56" fmla="*/ 3627311 w 12179332"/>
                  <a:gd name="connsiteY56" fmla="*/ 262128 h 2391650"/>
                  <a:gd name="connsiteX57" fmla="*/ 3627311 w 12179332"/>
                  <a:gd name="connsiteY57" fmla="*/ 0 h 2391650"/>
                  <a:gd name="connsiteX58" fmla="*/ 2735771 w 12179332"/>
                  <a:gd name="connsiteY58" fmla="*/ 0 h 2391650"/>
                  <a:gd name="connsiteX59" fmla="*/ 2735771 w 12179332"/>
                  <a:gd name="connsiteY59" fmla="*/ 276892 h 2391650"/>
                  <a:gd name="connsiteX60" fmla="*/ 2417255 w 12179332"/>
                  <a:gd name="connsiteY60" fmla="*/ 260033 h 2391650"/>
                  <a:gd name="connsiteX61" fmla="*/ 2417255 w 12179332"/>
                  <a:gd name="connsiteY61" fmla="*/ 321945 h 2391650"/>
                  <a:gd name="connsiteX62" fmla="*/ 2420112 w 12179332"/>
                  <a:gd name="connsiteY62" fmla="*/ 1358456 h 2391650"/>
                  <a:gd name="connsiteX63" fmla="*/ 2338197 w 12179332"/>
                  <a:gd name="connsiteY63" fmla="*/ 1437704 h 2391650"/>
                  <a:gd name="connsiteX64" fmla="*/ 1938528 w 12179332"/>
                  <a:gd name="connsiteY64" fmla="*/ 1430941 h 2391650"/>
                  <a:gd name="connsiteX65" fmla="*/ 1865757 w 12179332"/>
                  <a:gd name="connsiteY65" fmla="*/ 1397508 h 2391650"/>
                  <a:gd name="connsiteX66" fmla="*/ 1428655 w 12179332"/>
                  <a:gd name="connsiteY66" fmla="*/ 882777 h 2391650"/>
                  <a:gd name="connsiteX67" fmla="*/ 1346168 w 12179332"/>
                  <a:gd name="connsiteY67" fmla="*/ 867251 h 2391650"/>
                  <a:gd name="connsiteX68" fmla="*/ 787241 w 12179332"/>
                  <a:gd name="connsiteY68" fmla="*/ 1141667 h 2391650"/>
                  <a:gd name="connsiteX69" fmla="*/ 721709 w 12179332"/>
                  <a:gd name="connsiteY69" fmla="*/ 1171385 h 2391650"/>
                  <a:gd name="connsiteX70" fmla="*/ 721709 w 12179332"/>
                  <a:gd name="connsiteY70" fmla="*/ 926878 h 2391650"/>
                  <a:gd name="connsiteX71" fmla="*/ 468154 w 12179332"/>
                  <a:gd name="connsiteY71" fmla="*/ 926878 h 2391650"/>
                  <a:gd name="connsiteX72" fmla="*/ 469487 w 12179332"/>
                  <a:gd name="connsiteY72" fmla="*/ 1217581 h 2391650"/>
                  <a:gd name="connsiteX73" fmla="*/ 411575 w 12179332"/>
                  <a:gd name="connsiteY73" fmla="*/ 1311593 h 2391650"/>
                  <a:gd name="connsiteX74" fmla="*/ 206312 w 12179332"/>
                  <a:gd name="connsiteY74" fmla="*/ 1421606 h 2391650"/>
                  <a:gd name="connsiteX75" fmla="*/ 66675 w 12179332"/>
                  <a:gd name="connsiteY75" fmla="*/ 1498283 h 2391650"/>
                  <a:gd name="connsiteX76" fmla="*/ 69056 w 12179332"/>
                  <a:gd name="connsiteY76" fmla="*/ 1506950 h 2391650"/>
                  <a:gd name="connsiteX77" fmla="*/ 340614 w 12179332"/>
                  <a:gd name="connsiteY77" fmla="*/ 1521238 h 2391650"/>
                  <a:gd name="connsiteX78" fmla="*/ 340614 w 12179332"/>
                  <a:gd name="connsiteY78" fmla="*/ 2185321 h 2391650"/>
                  <a:gd name="connsiteX79" fmla="*/ 284702 w 12179332"/>
                  <a:gd name="connsiteY79" fmla="*/ 2188845 h 2391650"/>
                  <a:gd name="connsiteX80" fmla="*/ 0 w 12179332"/>
                  <a:gd name="connsiteY80" fmla="*/ 2199704 h 2391650"/>
                  <a:gd name="connsiteX81" fmla="*/ 0 w 12179332"/>
                  <a:gd name="connsiteY81" fmla="*/ 2275808 h 2391650"/>
                  <a:gd name="connsiteX82" fmla="*/ 415290 w 12179332"/>
                  <a:gd name="connsiteY82" fmla="*/ 2275808 h 2391650"/>
                  <a:gd name="connsiteX83" fmla="*/ 415290 w 12179332"/>
                  <a:gd name="connsiteY83" fmla="*/ 1438751 h 2391650"/>
                  <a:gd name="connsiteX84" fmla="*/ 368713 w 12179332"/>
                  <a:gd name="connsiteY84" fmla="*/ 1427036 h 2391650"/>
                  <a:gd name="connsiteX85" fmla="*/ 482251 w 12179332"/>
                  <a:gd name="connsiteY85" fmla="*/ 1364456 h 2391650"/>
                  <a:gd name="connsiteX86" fmla="*/ 527114 w 12179332"/>
                  <a:gd name="connsiteY86" fmla="*/ 1286923 h 2391650"/>
                  <a:gd name="connsiteX87" fmla="*/ 526352 w 12179332"/>
                  <a:gd name="connsiteY87" fmla="*/ 1021271 h 2391650"/>
                  <a:gd name="connsiteX88" fmla="*/ 626554 w 12179332"/>
                  <a:gd name="connsiteY88" fmla="*/ 1021271 h 2391650"/>
                  <a:gd name="connsiteX89" fmla="*/ 650272 w 12179332"/>
                  <a:gd name="connsiteY89" fmla="*/ 1288352 h 2391650"/>
                  <a:gd name="connsiteX90" fmla="*/ 1365790 w 12179332"/>
                  <a:gd name="connsiteY90" fmla="*/ 945261 h 2391650"/>
                  <a:gd name="connsiteX91" fmla="*/ 1393793 w 12179332"/>
                  <a:gd name="connsiteY91" fmla="*/ 975074 h 2391650"/>
                  <a:gd name="connsiteX92" fmla="*/ 1815751 w 12179332"/>
                  <a:gd name="connsiteY92" fmla="*/ 1465231 h 2391650"/>
                  <a:gd name="connsiteX93" fmla="*/ 1900619 w 12179332"/>
                  <a:gd name="connsiteY93" fmla="*/ 1503617 h 2391650"/>
                  <a:gd name="connsiteX94" fmla="*/ 2438305 w 12179332"/>
                  <a:gd name="connsiteY94" fmla="*/ 1503902 h 2391650"/>
                  <a:gd name="connsiteX95" fmla="*/ 2490692 w 12179332"/>
                  <a:gd name="connsiteY95" fmla="*/ 1450277 h 2391650"/>
                  <a:gd name="connsiteX96" fmla="*/ 2489835 w 12179332"/>
                  <a:gd name="connsiteY96" fmla="*/ 404241 h 2391650"/>
                  <a:gd name="connsiteX97" fmla="*/ 2489835 w 12179332"/>
                  <a:gd name="connsiteY97" fmla="*/ 344234 h 2391650"/>
                  <a:gd name="connsiteX98" fmla="*/ 2799779 w 12179332"/>
                  <a:gd name="connsiteY98" fmla="*/ 344234 h 2391650"/>
                  <a:gd name="connsiteX99" fmla="*/ 2799779 w 12179332"/>
                  <a:gd name="connsiteY99" fmla="*/ 72009 h 2391650"/>
                  <a:gd name="connsiteX100" fmla="*/ 3557683 w 12179332"/>
                  <a:gd name="connsiteY100" fmla="*/ 72009 h 2391650"/>
                  <a:gd name="connsiteX101" fmla="*/ 3557683 w 12179332"/>
                  <a:gd name="connsiteY101" fmla="*/ 327089 h 2391650"/>
                  <a:gd name="connsiteX102" fmla="*/ 3875818 w 12179332"/>
                  <a:gd name="connsiteY102" fmla="*/ 327089 h 2391650"/>
                  <a:gd name="connsiteX103" fmla="*/ 3875818 w 12179332"/>
                  <a:gd name="connsiteY103" fmla="*/ 2273808 h 2391650"/>
                  <a:gd name="connsiteX104" fmla="*/ 4196429 w 12179332"/>
                  <a:gd name="connsiteY104" fmla="*/ 2273808 h 2391650"/>
                  <a:gd name="connsiteX105" fmla="*/ 4196429 w 12179332"/>
                  <a:gd name="connsiteY105" fmla="*/ 1632966 h 2391650"/>
                  <a:gd name="connsiteX106" fmla="*/ 4934141 w 12179332"/>
                  <a:gd name="connsiteY106" fmla="*/ 1632966 h 2391650"/>
                  <a:gd name="connsiteX107" fmla="*/ 4934141 w 12179332"/>
                  <a:gd name="connsiteY107" fmla="*/ 2273332 h 2391650"/>
                  <a:gd name="connsiteX108" fmla="*/ 5380482 w 12179332"/>
                  <a:gd name="connsiteY108" fmla="*/ 2273332 h 2391650"/>
                  <a:gd name="connsiteX109" fmla="*/ 5380482 w 12179332"/>
                  <a:gd name="connsiteY109" fmla="*/ 1435989 h 2391650"/>
                  <a:gd name="connsiteX110" fmla="*/ 5235607 w 12179332"/>
                  <a:gd name="connsiteY110" fmla="*/ 1435989 h 2391650"/>
                  <a:gd name="connsiteX111" fmla="*/ 6094762 w 12179332"/>
                  <a:gd name="connsiteY111" fmla="*/ 617887 h 2391650"/>
                  <a:gd name="connsiteX112" fmla="*/ 7006304 w 12179332"/>
                  <a:gd name="connsiteY112" fmla="*/ 1422940 h 2391650"/>
                  <a:gd name="connsiteX113" fmla="*/ 6850380 w 12179332"/>
                  <a:gd name="connsiteY113" fmla="*/ 1431608 h 2391650"/>
                  <a:gd name="connsiteX114" fmla="*/ 6850380 w 12179332"/>
                  <a:gd name="connsiteY114" fmla="*/ 2276951 h 2391650"/>
                  <a:gd name="connsiteX115" fmla="*/ 7085933 w 12179332"/>
                  <a:gd name="connsiteY115" fmla="*/ 2276570 h 2391650"/>
                  <a:gd name="connsiteX116" fmla="*/ 7144988 w 12179332"/>
                  <a:gd name="connsiteY116" fmla="*/ 2305050 h 2391650"/>
                  <a:gd name="connsiteX117" fmla="*/ 7399973 w 12179332"/>
                  <a:gd name="connsiteY117" fmla="*/ 2351246 h 2391650"/>
                  <a:gd name="connsiteX118" fmla="*/ 7486365 w 12179332"/>
                  <a:gd name="connsiteY118" fmla="*/ 2335816 h 2391650"/>
                  <a:gd name="connsiteX119" fmla="*/ 7637526 w 12179332"/>
                  <a:gd name="connsiteY119" fmla="*/ 2312003 h 2391650"/>
                  <a:gd name="connsiteX120" fmla="*/ 7761256 w 12179332"/>
                  <a:gd name="connsiteY120" fmla="*/ 2265712 h 2391650"/>
                  <a:gd name="connsiteX121" fmla="*/ 7951565 w 12179332"/>
                  <a:gd name="connsiteY121" fmla="*/ 2262092 h 2391650"/>
                  <a:gd name="connsiteX122" fmla="*/ 8229695 w 12179332"/>
                  <a:gd name="connsiteY122" fmla="*/ 2261902 h 2391650"/>
                  <a:gd name="connsiteX123" fmla="*/ 8264747 w 12179332"/>
                  <a:gd name="connsiteY123" fmla="*/ 1882807 h 2391650"/>
                  <a:gd name="connsiteX124" fmla="*/ 8249698 w 12179332"/>
                  <a:gd name="connsiteY124" fmla="*/ 1857375 h 2391650"/>
                  <a:gd name="connsiteX125" fmla="*/ 8113776 w 12179332"/>
                  <a:gd name="connsiteY125" fmla="*/ 1752029 h 2391650"/>
                  <a:gd name="connsiteX126" fmla="*/ 7869555 w 12179332"/>
                  <a:gd name="connsiteY126" fmla="*/ 1711643 h 2391650"/>
                  <a:gd name="connsiteX127" fmla="*/ 7839266 w 12179332"/>
                  <a:gd name="connsiteY127" fmla="*/ 1548098 h 2391650"/>
                  <a:gd name="connsiteX128" fmla="*/ 7993952 w 12179332"/>
                  <a:gd name="connsiteY128" fmla="*/ 1383697 h 2391650"/>
                  <a:gd name="connsiteX129" fmla="*/ 8042339 w 12179332"/>
                  <a:gd name="connsiteY129" fmla="*/ 979265 h 2391650"/>
                  <a:gd name="connsiteX130" fmla="*/ 8052816 w 12179332"/>
                  <a:gd name="connsiteY130" fmla="*/ 836581 h 2391650"/>
                  <a:gd name="connsiteX131" fmla="*/ 8184928 w 12179332"/>
                  <a:gd name="connsiteY131" fmla="*/ 696278 h 2391650"/>
                  <a:gd name="connsiteX132" fmla="*/ 8386858 w 12179332"/>
                  <a:gd name="connsiteY132" fmla="*/ 810006 h 2391650"/>
                  <a:gd name="connsiteX133" fmla="*/ 8413242 w 12179332"/>
                  <a:gd name="connsiteY133" fmla="*/ 930593 h 2391650"/>
                  <a:gd name="connsiteX134" fmla="*/ 8473059 w 12179332"/>
                  <a:gd name="connsiteY134" fmla="*/ 924401 h 2391650"/>
                  <a:gd name="connsiteX135" fmla="*/ 8651176 w 12179332"/>
                  <a:gd name="connsiteY135" fmla="*/ 1082993 h 2391650"/>
                  <a:gd name="connsiteX136" fmla="*/ 8630221 w 12179332"/>
                  <a:gd name="connsiteY136" fmla="*/ 1221200 h 2391650"/>
                  <a:gd name="connsiteX137" fmla="*/ 8648986 w 12179332"/>
                  <a:gd name="connsiteY137" fmla="*/ 1299591 h 2391650"/>
                  <a:gd name="connsiteX138" fmla="*/ 8709850 w 12179332"/>
                  <a:gd name="connsiteY138" fmla="*/ 1365314 h 2391650"/>
                  <a:gd name="connsiteX139" fmla="*/ 8729472 w 12179332"/>
                  <a:gd name="connsiteY139" fmla="*/ 1562195 h 2391650"/>
                  <a:gd name="connsiteX140" fmla="*/ 8543258 w 12179332"/>
                  <a:gd name="connsiteY140" fmla="*/ 1665256 h 2391650"/>
                  <a:gd name="connsiteX141" fmla="*/ 8501158 w 12179332"/>
                  <a:gd name="connsiteY141" fmla="*/ 1663351 h 2391650"/>
                  <a:gd name="connsiteX142" fmla="*/ 8415337 w 12179332"/>
                  <a:gd name="connsiteY142" fmla="*/ 1839563 h 2391650"/>
                  <a:gd name="connsiteX143" fmla="*/ 8365713 w 12179332"/>
                  <a:gd name="connsiteY143" fmla="*/ 1959102 h 2391650"/>
                  <a:gd name="connsiteX144" fmla="*/ 8367999 w 12179332"/>
                  <a:gd name="connsiteY144" fmla="*/ 1987486 h 2391650"/>
                  <a:gd name="connsiteX145" fmla="*/ 8394478 w 12179332"/>
                  <a:gd name="connsiteY145" fmla="*/ 2252758 h 2391650"/>
                  <a:gd name="connsiteX146" fmla="*/ 8975598 w 12179332"/>
                  <a:gd name="connsiteY146" fmla="*/ 2252758 h 2391650"/>
                  <a:gd name="connsiteX147" fmla="*/ 8975598 w 12179332"/>
                  <a:gd name="connsiteY147" fmla="*/ 2195132 h 2391650"/>
                  <a:gd name="connsiteX148" fmla="*/ 8974836 w 12179332"/>
                  <a:gd name="connsiteY148" fmla="*/ 1667351 h 2391650"/>
                  <a:gd name="connsiteX149" fmla="*/ 9023604 w 12179332"/>
                  <a:gd name="connsiteY149" fmla="*/ 1605629 h 2391650"/>
                  <a:gd name="connsiteX150" fmla="*/ 9920478 w 12179332"/>
                  <a:gd name="connsiteY150" fmla="*/ 1436561 h 2391650"/>
                  <a:gd name="connsiteX151" fmla="*/ 9991820 w 12179332"/>
                  <a:gd name="connsiteY151" fmla="*/ 1403604 h 2391650"/>
                  <a:gd name="connsiteX152" fmla="*/ 10470738 w 12179332"/>
                  <a:gd name="connsiteY152" fmla="*/ 1012508 h 2391650"/>
                  <a:gd name="connsiteX153" fmla="*/ 10870120 w 12179332"/>
                  <a:gd name="connsiteY153" fmla="*/ 685800 h 2391650"/>
                  <a:gd name="connsiteX154" fmla="*/ 11694700 w 12179332"/>
                  <a:gd name="connsiteY154" fmla="*/ 1337215 h 2391650"/>
                  <a:gd name="connsiteX155" fmla="*/ 11577637 w 12179332"/>
                  <a:gd name="connsiteY155" fmla="*/ 1356836 h 2391650"/>
                  <a:gd name="connsiteX156" fmla="*/ 11577637 w 12179332"/>
                  <a:gd name="connsiteY156" fmla="*/ 2261330 h 2391650"/>
                  <a:gd name="connsiteX157" fmla="*/ 12179332 w 12179332"/>
                  <a:gd name="connsiteY157" fmla="*/ 2261330 h 2391650"/>
                  <a:gd name="connsiteX158" fmla="*/ 12179332 w 12179332"/>
                  <a:gd name="connsiteY158" fmla="*/ 2194751 h 2391650"/>
                  <a:gd name="connsiteX159" fmla="*/ 11651647 w 12179332"/>
                  <a:gd name="connsiteY159" fmla="*/ 2194846 h 2391650"/>
                  <a:gd name="connsiteX160" fmla="*/ 7525322 w 12179332"/>
                  <a:gd name="connsiteY160" fmla="*/ 2265426 h 2391650"/>
                  <a:gd name="connsiteX161" fmla="*/ 7403592 w 12179332"/>
                  <a:gd name="connsiteY161" fmla="*/ 2239137 h 2391650"/>
                  <a:gd name="connsiteX162" fmla="*/ 7388543 w 12179332"/>
                  <a:gd name="connsiteY162" fmla="*/ 2261807 h 2391650"/>
                  <a:gd name="connsiteX163" fmla="*/ 7219379 w 12179332"/>
                  <a:gd name="connsiteY163" fmla="*/ 2302288 h 2391650"/>
                  <a:gd name="connsiteX164" fmla="*/ 7189280 w 12179332"/>
                  <a:gd name="connsiteY164" fmla="*/ 2195322 h 2391650"/>
                  <a:gd name="connsiteX165" fmla="*/ 7173754 w 12179332"/>
                  <a:gd name="connsiteY165" fmla="*/ 2077212 h 2391650"/>
                  <a:gd name="connsiteX166" fmla="*/ 7157371 w 12179332"/>
                  <a:gd name="connsiteY166" fmla="*/ 1996726 h 2391650"/>
                  <a:gd name="connsiteX167" fmla="*/ 7258812 w 12179332"/>
                  <a:gd name="connsiteY167" fmla="*/ 1956054 h 2391650"/>
                  <a:gd name="connsiteX168" fmla="*/ 7350728 w 12179332"/>
                  <a:gd name="connsiteY168" fmla="*/ 1927384 h 2391650"/>
                  <a:gd name="connsiteX169" fmla="*/ 7491889 w 12179332"/>
                  <a:gd name="connsiteY169" fmla="*/ 1919478 h 2391650"/>
                  <a:gd name="connsiteX170" fmla="*/ 7502843 w 12179332"/>
                  <a:gd name="connsiteY170" fmla="*/ 2008442 h 2391650"/>
                  <a:gd name="connsiteX171" fmla="*/ 7448265 w 12179332"/>
                  <a:gd name="connsiteY171" fmla="*/ 2081498 h 2391650"/>
                  <a:gd name="connsiteX172" fmla="*/ 7541610 w 12179332"/>
                  <a:gd name="connsiteY172" fmla="*/ 2105406 h 2391650"/>
                  <a:gd name="connsiteX173" fmla="*/ 7602284 w 12179332"/>
                  <a:gd name="connsiteY173" fmla="*/ 2158365 h 2391650"/>
                  <a:gd name="connsiteX174" fmla="*/ 7525322 w 12179332"/>
                  <a:gd name="connsiteY174" fmla="*/ 2265426 h 239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</a:cxnLst>
                <a:rect l="l" t="t" r="r" b="b"/>
                <a:pathLst>
                  <a:path w="12179332" h="2391650">
                    <a:moveTo>
                      <a:pt x="11651647" y="2194846"/>
                    </a:moveTo>
                    <a:cubicBezTo>
                      <a:pt x="11651647" y="1933194"/>
                      <a:pt x="11651647" y="1680877"/>
                      <a:pt x="11651647" y="1418654"/>
                    </a:cubicBezTo>
                    <a:cubicBezTo>
                      <a:pt x="11736704" y="1418654"/>
                      <a:pt x="11818905" y="1418654"/>
                      <a:pt x="11901201" y="1418654"/>
                    </a:cubicBezTo>
                    <a:cubicBezTo>
                      <a:pt x="11901678" y="1414463"/>
                      <a:pt x="11902155" y="1410367"/>
                      <a:pt x="11902630" y="1406176"/>
                    </a:cubicBezTo>
                    <a:cubicBezTo>
                      <a:pt x="11558587" y="1134428"/>
                      <a:pt x="11214544" y="862775"/>
                      <a:pt x="10870120" y="590645"/>
                    </a:cubicBezTo>
                    <a:cubicBezTo>
                      <a:pt x="10847927" y="608743"/>
                      <a:pt x="10829448" y="623697"/>
                      <a:pt x="10811161" y="638747"/>
                    </a:cubicBezTo>
                    <a:cubicBezTo>
                      <a:pt x="10533126" y="867251"/>
                      <a:pt x="10255377" y="1096137"/>
                      <a:pt x="9976580" y="1323689"/>
                    </a:cubicBezTo>
                    <a:cubicBezTo>
                      <a:pt x="9955529" y="1340834"/>
                      <a:pt x="9928193" y="1354550"/>
                      <a:pt x="9901714" y="1359980"/>
                    </a:cubicBezTo>
                    <a:cubicBezTo>
                      <a:pt x="9581864" y="1425226"/>
                      <a:pt x="9261824" y="1489139"/>
                      <a:pt x="8941403" y="1551527"/>
                    </a:cubicBezTo>
                    <a:cubicBezTo>
                      <a:pt x="8907971" y="1558004"/>
                      <a:pt x="8897684" y="1569339"/>
                      <a:pt x="8898160" y="1603343"/>
                    </a:cubicBezTo>
                    <a:cubicBezTo>
                      <a:pt x="8900732" y="1779270"/>
                      <a:pt x="8900732" y="1955197"/>
                      <a:pt x="8901589" y="2131124"/>
                    </a:cubicBezTo>
                    <a:cubicBezTo>
                      <a:pt x="8901684" y="2147983"/>
                      <a:pt x="8901589" y="2164937"/>
                      <a:pt x="8901589" y="2188274"/>
                    </a:cubicBezTo>
                    <a:cubicBezTo>
                      <a:pt x="8752141" y="2188274"/>
                      <a:pt x="8608695" y="2188274"/>
                      <a:pt x="8461915" y="2188274"/>
                    </a:cubicBezTo>
                    <a:cubicBezTo>
                      <a:pt x="8449437" y="2115503"/>
                      <a:pt x="8437912" y="2040636"/>
                      <a:pt x="8423339" y="1966246"/>
                    </a:cubicBezTo>
                    <a:cubicBezTo>
                      <a:pt x="8417243" y="1935004"/>
                      <a:pt x="8430006" y="1920716"/>
                      <a:pt x="8452675" y="1900333"/>
                    </a:cubicBezTo>
                    <a:cubicBezTo>
                      <a:pt x="8491537" y="1865281"/>
                      <a:pt x="8528590" y="1824323"/>
                      <a:pt x="8553069" y="1778699"/>
                    </a:cubicBezTo>
                    <a:cubicBezTo>
                      <a:pt x="8567737" y="1751362"/>
                      <a:pt x="8577929" y="1735074"/>
                      <a:pt x="8608695" y="1726121"/>
                    </a:cubicBezTo>
                    <a:cubicBezTo>
                      <a:pt x="8830056" y="1661541"/>
                      <a:pt x="8892350" y="1432941"/>
                      <a:pt x="8733853" y="1267587"/>
                    </a:cubicBezTo>
                    <a:cubicBezTo>
                      <a:pt x="8710041" y="1242727"/>
                      <a:pt x="8700040" y="1221581"/>
                      <a:pt x="8708517" y="1185005"/>
                    </a:cubicBezTo>
                    <a:cubicBezTo>
                      <a:pt x="8718328" y="1142619"/>
                      <a:pt x="8720137" y="1096804"/>
                      <a:pt x="8716328" y="1053179"/>
                    </a:cubicBezTo>
                    <a:cubicBezTo>
                      <a:pt x="8705755" y="934212"/>
                      <a:pt x="8611648" y="849821"/>
                      <a:pt x="8494109" y="851630"/>
                    </a:cubicBezTo>
                    <a:cubicBezTo>
                      <a:pt x="8466010" y="852011"/>
                      <a:pt x="8457343" y="841915"/>
                      <a:pt x="8448961" y="816578"/>
                    </a:cubicBezTo>
                    <a:cubicBezTo>
                      <a:pt x="8437245" y="780955"/>
                      <a:pt x="8421624" y="745046"/>
                      <a:pt x="8400098" y="714566"/>
                    </a:cubicBezTo>
                    <a:cubicBezTo>
                      <a:pt x="8339042" y="628269"/>
                      <a:pt x="8192548" y="592646"/>
                      <a:pt x="8098917" y="637604"/>
                    </a:cubicBezTo>
                    <a:cubicBezTo>
                      <a:pt x="8027480" y="671894"/>
                      <a:pt x="7966234" y="789432"/>
                      <a:pt x="7970425" y="878586"/>
                    </a:cubicBezTo>
                    <a:cubicBezTo>
                      <a:pt x="7971187" y="893921"/>
                      <a:pt x="7964329" y="916115"/>
                      <a:pt x="7952994" y="924592"/>
                    </a:cubicBezTo>
                    <a:cubicBezTo>
                      <a:pt x="7805928" y="1034701"/>
                      <a:pt x="7770019" y="1167765"/>
                      <a:pt x="7851267" y="1332833"/>
                    </a:cubicBezTo>
                    <a:cubicBezTo>
                      <a:pt x="7870794" y="1372457"/>
                      <a:pt x="7865936" y="1393698"/>
                      <a:pt x="7837361" y="1425416"/>
                    </a:cubicBezTo>
                    <a:cubicBezTo>
                      <a:pt x="7753445" y="1518285"/>
                      <a:pt x="7742873" y="1628204"/>
                      <a:pt x="7801261" y="1727549"/>
                    </a:cubicBezTo>
                    <a:cubicBezTo>
                      <a:pt x="7864888" y="1835753"/>
                      <a:pt x="7953470" y="1872710"/>
                      <a:pt x="8084058" y="1845564"/>
                    </a:cubicBezTo>
                    <a:cubicBezTo>
                      <a:pt x="8115586" y="1838992"/>
                      <a:pt x="8204073" y="1903571"/>
                      <a:pt x="8201311" y="1934528"/>
                    </a:cubicBezTo>
                    <a:cubicBezTo>
                      <a:pt x="8194453" y="2011490"/>
                      <a:pt x="8184452" y="2088261"/>
                      <a:pt x="8175213" y="2169033"/>
                    </a:cubicBezTo>
                    <a:cubicBezTo>
                      <a:pt x="8017288" y="2174653"/>
                      <a:pt x="7862697" y="2180177"/>
                      <a:pt x="7709631" y="2185702"/>
                    </a:cubicBezTo>
                    <a:cubicBezTo>
                      <a:pt x="7681150" y="2091500"/>
                      <a:pt x="7681150" y="2091500"/>
                      <a:pt x="7589615" y="2032064"/>
                    </a:cubicBezTo>
                    <a:cubicBezTo>
                      <a:pt x="7589235" y="2030540"/>
                      <a:pt x="7588377" y="2029015"/>
                      <a:pt x="7588568" y="2027587"/>
                    </a:cubicBezTo>
                    <a:cubicBezTo>
                      <a:pt x="7599998" y="1919669"/>
                      <a:pt x="7570851" y="1856423"/>
                      <a:pt x="7493318" y="1820894"/>
                    </a:cubicBezTo>
                    <a:cubicBezTo>
                      <a:pt x="7402640" y="1779270"/>
                      <a:pt x="7357110" y="1791653"/>
                      <a:pt x="7271290" y="1879473"/>
                    </a:cubicBezTo>
                    <a:cubicBezTo>
                      <a:pt x="7265861" y="1884998"/>
                      <a:pt x="7254621" y="1885760"/>
                      <a:pt x="7245763" y="1886903"/>
                    </a:cubicBezTo>
                    <a:cubicBezTo>
                      <a:pt x="7125748" y="1902047"/>
                      <a:pt x="7079742" y="1965674"/>
                      <a:pt x="7105459" y="2083784"/>
                    </a:cubicBezTo>
                    <a:cubicBezTo>
                      <a:pt x="7113080" y="2118836"/>
                      <a:pt x="7124986" y="2152936"/>
                      <a:pt x="7135083" y="2188083"/>
                    </a:cubicBezTo>
                    <a:cubicBezTo>
                      <a:pt x="7078694" y="2188083"/>
                      <a:pt x="7024878" y="2187035"/>
                      <a:pt x="6971157" y="2188464"/>
                    </a:cubicBezTo>
                    <a:cubicBezTo>
                      <a:pt x="6940582" y="2189321"/>
                      <a:pt x="6930200" y="2178177"/>
                      <a:pt x="6930200" y="2147030"/>
                    </a:cubicBezTo>
                    <a:cubicBezTo>
                      <a:pt x="6930295" y="1944148"/>
                      <a:pt x="6928581" y="1741265"/>
                      <a:pt x="6927723" y="1538383"/>
                    </a:cubicBezTo>
                    <a:cubicBezTo>
                      <a:pt x="6927723" y="1529334"/>
                      <a:pt x="6929438" y="1520190"/>
                      <a:pt x="6930295" y="1510665"/>
                    </a:cubicBezTo>
                    <a:cubicBezTo>
                      <a:pt x="7018687" y="1510665"/>
                      <a:pt x="7104222" y="1510665"/>
                      <a:pt x="7198710" y="1510665"/>
                    </a:cubicBezTo>
                    <a:cubicBezTo>
                      <a:pt x="6827044" y="1171861"/>
                      <a:pt x="6461950" y="839153"/>
                      <a:pt x="6094762" y="504444"/>
                    </a:cubicBezTo>
                    <a:cubicBezTo>
                      <a:pt x="5736241" y="840200"/>
                      <a:pt x="5380768" y="1173004"/>
                      <a:pt x="5025295" y="1505903"/>
                    </a:cubicBezTo>
                    <a:cubicBezTo>
                      <a:pt x="5026819" y="1510951"/>
                      <a:pt x="5028438" y="1515999"/>
                      <a:pt x="5029962" y="1521047"/>
                    </a:cubicBezTo>
                    <a:cubicBezTo>
                      <a:pt x="5119212" y="1521047"/>
                      <a:pt x="5208461" y="1521047"/>
                      <a:pt x="5303615" y="1521047"/>
                    </a:cubicBezTo>
                    <a:cubicBezTo>
                      <a:pt x="5303615" y="1753076"/>
                      <a:pt x="5303615" y="1975295"/>
                      <a:pt x="5303615" y="2192179"/>
                    </a:cubicBezTo>
                    <a:cubicBezTo>
                      <a:pt x="5204174" y="2192179"/>
                      <a:pt x="5106543" y="2192179"/>
                      <a:pt x="5003769" y="2192179"/>
                    </a:cubicBezTo>
                    <a:cubicBezTo>
                      <a:pt x="5003769" y="1975009"/>
                      <a:pt x="5003769" y="1765173"/>
                      <a:pt x="5003769" y="1556957"/>
                    </a:cubicBezTo>
                    <a:cubicBezTo>
                      <a:pt x="4707160" y="1556957"/>
                      <a:pt x="4415981" y="1556957"/>
                      <a:pt x="4124801" y="1556957"/>
                    </a:cubicBezTo>
                    <a:cubicBezTo>
                      <a:pt x="4124801" y="1772888"/>
                      <a:pt x="4124801" y="1984343"/>
                      <a:pt x="4124801" y="2200370"/>
                    </a:cubicBezTo>
                    <a:cubicBezTo>
                      <a:pt x="4064318" y="2197037"/>
                      <a:pt x="4006310" y="2193798"/>
                      <a:pt x="3945350" y="2190464"/>
                    </a:cubicBezTo>
                    <a:cubicBezTo>
                      <a:pt x="3945350" y="1547908"/>
                      <a:pt x="3945350" y="908590"/>
                      <a:pt x="3945350" y="262128"/>
                    </a:cubicBezTo>
                    <a:cubicBezTo>
                      <a:pt x="3839337" y="262128"/>
                      <a:pt x="3735800" y="262128"/>
                      <a:pt x="3627311" y="262128"/>
                    </a:cubicBezTo>
                    <a:cubicBezTo>
                      <a:pt x="3627311" y="170307"/>
                      <a:pt x="3627311" y="85535"/>
                      <a:pt x="3627311" y="0"/>
                    </a:cubicBezTo>
                    <a:cubicBezTo>
                      <a:pt x="3326702" y="0"/>
                      <a:pt x="3031331" y="0"/>
                      <a:pt x="2735771" y="0"/>
                    </a:cubicBezTo>
                    <a:cubicBezTo>
                      <a:pt x="2735771" y="93917"/>
                      <a:pt x="2735771" y="183642"/>
                      <a:pt x="2735771" y="276892"/>
                    </a:cubicBezTo>
                    <a:cubicBezTo>
                      <a:pt x="2629091" y="271272"/>
                      <a:pt x="2525459" y="265748"/>
                      <a:pt x="2417255" y="260033"/>
                    </a:cubicBezTo>
                    <a:cubicBezTo>
                      <a:pt x="2417255" y="284702"/>
                      <a:pt x="2417255" y="303371"/>
                      <a:pt x="2417255" y="321945"/>
                    </a:cubicBezTo>
                    <a:cubicBezTo>
                      <a:pt x="2418207" y="667417"/>
                      <a:pt x="2419160" y="1012984"/>
                      <a:pt x="2420112" y="1358456"/>
                    </a:cubicBezTo>
                    <a:cubicBezTo>
                      <a:pt x="2420303" y="1438942"/>
                      <a:pt x="2420398" y="1439132"/>
                      <a:pt x="2338197" y="1437704"/>
                    </a:cubicBezTo>
                    <a:cubicBezTo>
                      <a:pt x="2204942" y="1435418"/>
                      <a:pt x="2071783" y="1431798"/>
                      <a:pt x="1938528" y="1430941"/>
                    </a:cubicBezTo>
                    <a:cubicBezTo>
                      <a:pt x="1907191" y="1430750"/>
                      <a:pt x="1886045" y="1421606"/>
                      <a:pt x="1865757" y="1397508"/>
                    </a:cubicBezTo>
                    <a:cubicBezTo>
                      <a:pt x="1720596" y="1225486"/>
                      <a:pt x="1572959" y="1055465"/>
                      <a:pt x="1428655" y="882777"/>
                    </a:cubicBezTo>
                    <a:cubicBezTo>
                      <a:pt x="1401604" y="850392"/>
                      <a:pt x="1381792" y="849344"/>
                      <a:pt x="1346168" y="867251"/>
                    </a:cubicBezTo>
                    <a:cubicBezTo>
                      <a:pt x="1160717" y="960310"/>
                      <a:pt x="973741" y="1050608"/>
                      <a:pt x="787241" y="1141667"/>
                    </a:cubicBezTo>
                    <a:cubicBezTo>
                      <a:pt x="769525" y="1150334"/>
                      <a:pt x="751332" y="1157954"/>
                      <a:pt x="721709" y="1171385"/>
                    </a:cubicBezTo>
                    <a:cubicBezTo>
                      <a:pt x="721709" y="1083945"/>
                      <a:pt x="721709" y="1007078"/>
                      <a:pt x="721709" y="926878"/>
                    </a:cubicBezTo>
                    <a:cubicBezTo>
                      <a:pt x="633984" y="926878"/>
                      <a:pt x="555593" y="926878"/>
                      <a:pt x="468154" y="926878"/>
                    </a:cubicBezTo>
                    <a:cubicBezTo>
                      <a:pt x="468154" y="1024985"/>
                      <a:pt x="464915" y="1121474"/>
                      <a:pt x="469487" y="1217581"/>
                    </a:cubicBezTo>
                    <a:cubicBezTo>
                      <a:pt x="471869" y="1266730"/>
                      <a:pt x="453581" y="1291304"/>
                      <a:pt x="411575" y="1311593"/>
                    </a:cubicBezTo>
                    <a:cubicBezTo>
                      <a:pt x="341757" y="1345311"/>
                      <a:pt x="274511" y="1384459"/>
                      <a:pt x="206312" y="1421606"/>
                    </a:cubicBezTo>
                    <a:cubicBezTo>
                      <a:pt x="159639" y="1446943"/>
                      <a:pt x="113157" y="1472756"/>
                      <a:pt x="66675" y="1498283"/>
                    </a:cubicBezTo>
                    <a:cubicBezTo>
                      <a:pt x="67437" y="1501140"/>
                      <a:pt x="68199" y="1504093"/>
                      <a:pt x="69056" y="1506950"/>
                    </a:cubicBezTo>
                    <a:cubicBezTo>
                      <a:pt x="156686" y="1511618"/>
                      <a:pt x="244412" y="1516190"/>
                      <a:pt x="340614" y="1521238"/>
                    </a:cubicBezTo>
                    <a:cubicBezTo>
                      <a:pt x="340614" y="1744599"/>
                      <a:pt x="340614" y="1962531"/>
                      <a:pt x="340614" y="2185321"/>
                    </a:cubicBezTo>
                    <a:cubicBezTo>
                      <a:pt x="325088" y="2186369"/>
                      <a:pt x="304895" y="2188083"/>
                      <a:pt x="284702" y="2188845"/>
                    </a:cubicBezTo>
                    <a:cubicBezTo>
                      <a:pt x="189833" y="2192560"/>
                      <a:pt x="94869" y="2196084"/>
                      <a:pt x="0" y="2199704"/>
                    </a:cubicBezTo>
                    <a:cubicBezTo>
                      <a:pt x="0" y="2225040"/>
                      <a:pt x="0" y="2250472"/>
                      <a:pt x="0" y="2275808"/>
                    </a:cubicBezTo>
                    <a:cubicBezTo>
                      <a:pt x="137541" y="2275808"/>
                      <a:pt x="275082" y="2275808"/>
                      <a:pt x="415290" y="2275808"/>
                    </a:cubicBezTo>
                    <a:cubicBezTo>
                      <a:pt x="415290" y="1995107"/>
                      <a:pt x="415290" y="1718405"/>
                      <a:pt x="415290" y="1438751"/>
                    </a:cubicBezTo>
                    <a:cubicBezTo>
                      <a:pt x="403193" y="1435703"/>
                      <a:pt x="390239" y="1432465"/>
                      <a:pt x="368713" y="1427036"/>
                    </a:cubicBezTo>
                    <a:cubicBezTo>
                      <a:pt x="410909" y="1403414"/>
                      <a:pt x="445103" y="1380554"/>
                      <a:pt x="482251" y="1364456"/>
                    </a:cubicBezTo>
                    <a:cubicBezTo>
                      <a:pt x="518827" y="1348645"/>
                      <a:pt x="528161" y="1324642"/>
                      <a:pt x="527114" y="1286923"/>
                    </a:cubicBezTo>
                    <a:cubicBezTo>
                      <a:pt x="524542" y="1198721"/>
                      <a:pt x="526352" y="1110329"/>
                      <a:pt x="526352" y="1021271"/>
                    </a:cubicBezTo>
                    <a:cubicBezTo>
                      <a:pt x="563499" y="1021271"/>
                      <a:pt x="594360" y="1021271"/>
                      <a:pt x="626554" y="1021271"/>
                    </a:cubicBezTo>
                    <a:cubicBezTo>
                      <a:pt x="634460" y="1110425"/>
                      <a:pt x="642080" y="1196340"/>
                      <a:pt x="650272" y="1288352"/>
                    </a:cubicBezTo>
                    <a:cubicBezTo>
                      <a:pt x="892207" y="1172337"/>
                      <a:pt x="1128713" y="1058894"/>
                      <a:pt x="1365790" y="945261"/>
                    </a:cubicBezTo>
                    <a:cubicBezTo>
                      <a:pt x="1376648" y="956786"/>
                      <a:pt x="1385602" y="965549"/>
                      <a:pt x="1393793" y="975074"/>
                    </a:cubicBezTo>
                    <a:cubicBezTo>
                      <a:pt x="1534763" y="1138238"/>
                      <a:pt x="1676305" y="1300829"/>
                      <a:pt x="1815751" y="1465231"/>
                    </a:cubicBezTo>
                    <a:cubicBezTo>
                      <a:pt x="1839754" y="1493520"/>
                      <a:pt x="1864138" y="1503998"/>
                      <a:pt x="1900619" y="1503617"/>
                    </a:cubicBezTo>
                    <a:cubicBezTo>
                      <a:pt x="2079879" y="1501902"/>
                      <a:pt x="2259140" y="1501426"/>
                      <a:pt x="2438305" y="1503902"/>
                    </a:cubicBezTo>
                    <a:cubicBezTo>
                      <a:pt x="2481358" y="1504474"/>
                      <a:pt x="2490883" y="1491329"/>
                      <a:pt x="2490692" y="1450277"/>
                    </a:cubicBezTo>
                    <a:cubicBezTo>
                      <a:pt x="2489073" y="1101566"/>
                      <a:pt x="2489835" y="752951"/>
                      <a:pt x="2489835" y="404241"/>
                    </a:cubicBezTo>
                    <a:cubicBezTo>
                      <a:pt x="2489835" y="385953"/>
                      <a:pt x="2489835" y="367570"/>
                      <a:pt x="2489835" y="344234"/>
                    </a:cubicBezTo>
                    <a:cubicBezTo>
                      <a:pt x="2595848" y="344234"/>
                      <a:pt x="2694909" y="344234"/>
                      <a:pt x="2799779" y="344234"/>
                    </a:cubicBezTo>
                    <a:cubicBezTo>
                      <a:pt x="2799779" y="250031"/>
                      <a:pt x="2799779" y="160782"/>
                      <a:pt x="2799779" y="72009"/>
                    </a:cubicBezTo>
                    <a:cubicBezTo>
                      <a:pt x="3054192" y="72009"/>
                      <a:pt x="3302603" y="72009"/>
                      <a:pt x="3557683" y="72009"/>
                    </a:cubicBezTo>
                    <a:cubicBezTo>
                      <a:pt x="3557683" y="157544"/>
                      <a:pt x="3557683" y="240411"/>
                      <a:pt x="3557683" y="327089"/>
                    </a:cubicBezTo>
                    <a:cubicBezTo>
                      <a:pt x="3666459" y="327089"/>
                      <a:pt x="3768567" y="327089"/>
                      <a:pt x="3875818" y="327089"/>
                    </a:cubicBezTo>
                    <a:cubicBezTo>
                      <a:pt x="3875818" y="978313"/>
                      <a:pt x="3875818" y="1625632"/>
                      <a:pt x="3875818" y="2273808"/>
                    </a:cubicBezTo>
                    <a:cubicBezTo>
                      <a:pt x="3984879" y="2273808"/>
                      <a:pt x="4088702" y="2273808"/>
                      <a:pt x="4196429" y="2273808"/>
                    </a:cubicBezTo>
                    <a:cubicBezTo>
                      <a:pt x="4196429" y="2060448"/>
                      <a:pt x="4196429" y="1850231"/>
                      <a:pt x="4196429" y="1632966"/>
                    </a:cubicBezTo>
                    <a:cubicBezTo>
                      <a:pt x="4443318" y="1632966"/>
                      <a:pt x="4686110" y="1632966"/>
                      <a:pt x="4934141" y="1632966"/>
                    </a:cubicBezTo>
                    <a:cubicBezTo>
                      <a:pt x="4934141" y="1846993"/>
                      <a:pt x="4934141" y="2060162"/>
                      <a:pt x="4934141" y="2273332"/>
                    </a:cubicBezTo>
                    <a:cubicBezTo>
                      <a:pt x="5085779" y="2273332"/>
                      <a:pt x="5232273" y="2273332"/>
                      <a:pt x="5380482" y="2273332"/>
                    </a:cubicBezTo>
                    <a:cubicBezTo>
                      <a:pt x="5380482" y="1993106"/>
                      <a:pt x="5380482" y="1716500"/>
                      <a:pt x="5380482" y="1435989"/>
                    </a:cubicBezTo>
                    <a:cubicBezTo>
                      <a:pt x="5334762" y="1435989"/>
                      <a:pt x="5291519" y="1435989"/>
                      <a:pt x="5235607" y="1435989"/>
                    </a:cubicBezTo>
                    <a:cubicBezTo>
                      <a:pt x="5527263" y="1158335"/>
                      <a:pt x="5810059" y="888968"/>
                      <a:pt x="6094762" y="617887"/>
                    </a:cubicBezTo>
                    <a:cubicBezTo>
                      <a:pt x="6397276" y="885063"/>
                      <a:pt x="6697123" y="1149858"/>
                      <a:pt x="7006304" y="1422940"/>
                    </a:cubicBezTo>
                    <a:cubicBezTo>
                      <a:pt x="6943630" y="1426464"/>
                      <a:pt x="6893910" y="1429226"/>
                      <a:pt x="6850380" y="1431608"/>
                    </a:cubicBezTo>
                    <a:cubicBezTo>
                      <a:pt x="6850380" y="1714881"/>
                      <a:pt x="6850380" y="1993202"/>
                      <a:pt x="6850380" y="2276951"/>
                    </a:cubicBezTo>
                    <a:cubicBezTo>
                      <a:pt x="6934582" y="2276951"/>
                      <a:pt x="7010305" y="2277713"/>
                      <a:pt x="7085933" y="2276570"/>
                    </a:cubicBezTo>
                    <a:cubicBezTo>
                      <a:pt x="7111556" y="2276189"/>
                      <a:pt x="7128700" y="2282285"/>
                      <a:pt x="7144988" y="2305050"/>
                    </a:cubicBezTo>
                    <a:cubicBezTo>
                      <a:pt x="7213759" y="2401634"/>
                      <a:pt x="7302246" y="2418017"/>
                      <a:pt x="7399973" y="2351246"/>
                    </a:cubicBezTo>
                    <a:cubicBezTo>
                      <a:pt x="7428738" y="2331625"/>
                      <a:pt x="7452456" y="2326100"/>
                      <a:pt x="7486365" y="2335816"/>
                    </a:cubicBezTo>
                    <a:cubicBezTo>
                      <a:pt x="7539228" y="2350865"/>
                      <a:pt x="7601617" y="2358962"/>
                      <a:pt x="7637526" y="2312003"/>
                    </a:cubicBezTo>
                    <a:cubicBezTo>
                      <a:pt x="7673341" y="2265236"/>
                      <a:pt x="7714298" y="2266188"/>
                      <a:pt x="7761256" y="2265712"/>
                    </a:cubicBezTo>
                    <a:cubicBezTo>
                      <a:pt x="7824692" y="2265045"/>
                      <a:pt x="7888129" y="2262569"/>
                      <a:pt x="7951565" y="2262092"/>
                    </a:cubicBezTo>
                    <a:cubicBezTo>
                      <a:pt x="8043196" y="2261426"/>
                      <a:pt x="8134732" y="2261902"/>
                      <a:pt x="8229695" y="2261902"/>
                    </a:cubicBezTo>
                    <a:cubicBezTo>
                      <a:pt x="8242364" y="2128076"/>
                      <a:pt x="8254270" y="2005489"/>
                      <a:pt x="8264747" y="1882807"/>
                    </a:cubicBezTo>
                    <a:cubicBezTo>
                      <a:pt x="8265414" y="1874711"/>
                      <a:pt x="8257032" y="1863281"/>
                      <a:pt x="8249698" y="1857375"/>
                    </a:cubicBezTo>
                    <a:cubicBezTo>
                      <a:pt x="8206264" y="1822704"/>
                      <a:pt x="8161973" y="1789176"/>
                      <a:pt x="8113776" y="1752029"/>
                    </a:cubicBezTo>
                    <a:cubicBezTo>
                      <a:pt x="7993571" y="1806131"/>
                      <a:pt x="7908608" y="1797844"/>
                      <a:pt x="7869555" y="1711643"/>
                    </a:cubicBezTo>
                    <a:cubicBezTo>
                      <a:pt x="7847076" y="1662113"/>
                      <a:pt x="7832789" y="1601057"/>
                      <a:pt x="7839266" y="1548098"/>
                    </a:cubicBezTo>
                    <a:cubicBezTo>
                      <a:pt x="7849553" y="1463802"/>
                      <a:pt x="7916037" y="1414939"/>
                      <a:pt x="7993952" y="1383697"/>
                    </a:cubicBezTo>
                    <a:cubicBezTo>
                      <a:pt x="7829169" y="1221581"/>
                      <a:pt x="7819263" y="1071467"/>
                      <a:pt x="8042339" y="979265"/>
                    </a:cubicBezTo>
                    <a:cubicBezTo>
                      <a:pt x="8045672" y="930688"/>
                      <a:pt x="8045292" y="883063"/>
                      <a:pt x="8052816" y="836581"/>
                    </a:cubicBezTo>
                    <a:cubicBezTo>
                      <a:pt x="8066532" y="751237"/>
                      <a:pt x="8114919" y="702469"/>
                      <a:pt x="8184928" y="696278"/>
                    </a:cubicBezTo>
                    <a:cubicBezTo>
                      <a:pt x="8287226" y="687229"/>
                      <a:pt x="8357425" y="724948"/>
                      <a:pt x="8386858" y="810006"/>
                    </a:cubicBezTo>
                    <a:cubicBezTo>
                      <a:pt x="8400098" y="848201"/>
                      <a:pt x="8404574" y="889445"/>
                      <a:pt x="8413242" y="930593"/>
                    </a:cubicBezTo>
                    <a:cubicBezTo>
                      <a:pt x="8432482" y="928497"/>
                      <a:pt x="8452675" y="925259"/>
                      <a:pt x="8473059" y="924401"/>
                    </a:cubicBezTo>
                    <a:cubicBezTo>
                      <a:pt x="8580215" y="919734"/>
                      <a:pt x="8646605" y="975646"/>
                      <a:pt x="8651176" y="1082993"/>
                    </a:cubicBezTo>
                    <a:cubicBezTo>
                      <a:pt x="8653177" y="1128903"/>
                      <a:pt x="8643652" y="1176909"/>
                      <a:pt x="8630221" y="1221200"/>
                    </a:cubicBezTo>
                    <a:cubicBezTo>
                      <a:pt x="8620030" y="1254824"/>
                      <a:pt x="8612981" y="1276826"/>
                      <a:pt x="8648986" y="1299591"/>
                    </a:cubicBezTo>
                    <a:cubicBezTo>
                      <a:pt x="8673465" y="1315117"/>
                      <a:pt x="8692801" y="1340834"/>
                      <a:pt x="8709850" y="1365314"/>
                    </a:cubicBezTo>
                    <a:cubicBezTo>
                      <a:pt x="8752713" y="1426655"/>
                      <a:pt x="8767286" y="1495235"/>
                      <a:pt x="8729472" y="1562195"/>
                    </a:cubicBezTo>
                    <a:cubicBezTo>
                      <a:pt x="8690134" y="1631918"/>
                      <a:pt x="8624602" y="1665732"/>
                      <a:pt x="8543258" y="1665256"/>
                    </a:cubicBezTo>
                    <a:cubicBezTo>
                      <a:pt x="8529637" y="1665161"/>
                      <a:pt x="8516017" y="1664113"/>
                      <a:pt x="8501158" y="1663351"/>
                    </a:cubicBezTo>
                    <a:cubicBezTo>
                      <a:pt x="8493538" y="1734693"/>
                      <a:pt x="8474678" y="1801559"/>
                      <a:pt x="8415337" y="1839563"/>
                    </a:cubicBezTo>
                    <a:cubicBezTo>
                      <a:pt x="8365998" y="1871091"/>
                      <a:pt x="8350853" y="1905953"/>
                      <a:pt x="8365713" y="1959102"/>
                    </a:cubicBezTo>
                    <a:cubicBezTo>
                      <a:pt x="8368189" y="1968056"/>
                      <a:pt x="8367046" y="1978057"/>
                      <a:pt x="8367999" y="1987486"/>
                    </a:cubicBezTo>
                    <a:cubicBezTo>
                      <a:pt x="8376857" y="2076736"/>
                      <a:pt x="8385810" y="2165985"/>
                      <a:pt x="8394478" y="2252758"/>
                    </a:cubicBezTo>
                    <a:cubicBezTo>
                      <a:pt x="8591264" y="2252758"/>
                      <a:pt x="8782145" y="2252758"/>
                      <a:pt x="8975598" y="2252758"/>
                    </a:cubicBezTo>
                    <a:cubicBezTo>
                      <a:pt x="8975598" y="2229803"/>
                      <a:pt x="8975598" y="2212467"/>
                      <a:pt x="8975598" y="2195132"/>
                    </a:cubicBezTo>
                    <a:cubicBezTo>
                      <a:pt x="8975598" y="2019205"/>
                      <a:pt x="8976550" y="1843278"/>
                      <a:pt x="8974836" y="1667351"/>
                    </a:cubicBezTo>
                    <a:cubicBezTo>
                      <a:pt x="8974455" y="1629728"/>
                      <a:pt x="8981599" y="1613249"/>
                      <a:pt x="9023604" y="1605629"/>
                    </a:cubicBezTo>
                    <a:cubicBezTo>
                      <a:pt x="9322975" y="1551527"/>
                      <a:pt x="9621774" y="1494377"/>
                      <a:pt x="9920478" y="1436561"/>
                    </a:cubicBezTo>
                    <a:cubicBezTo>
                      <a:pt x="9945624" y="1431703"/>
                      <a:pt x="9972009" y="1419606"/>
                      <a:pt x="9991820" y="1403604"/>
                    </a:cubicBezTo>
                    <a:cubicBezTo>
                      <a:pt x="10152221" y="1274255"/>
                      <a:pt x="10311194" y="1143095"/>
                      <a:pt x="10470738" y="1012508"/>
                    </a:cubicBezTo>
                    <a:cubicBezTo>
                      <a:pt x="10603040" y="904208"/>
                      <a:pt x="10735436" y="796004"/>
                      <a:pt x="10870120" y="685800"/>
                    </a:cubicBezTo>
                    <a:cubicBezTo>
                      <a:pt x="11143584" y="901827"/>
                      <a:pt x="11415046" y="1116330"/>
                      <a:pt x="11694700" y="1337215"/>
                    </a:cubicBezTo>
                    <a:cubicBezTo>
                      <a:pt x="11646980" y="1345216"/>
                      <a:pt x="11610404" y="1351312"/>
                      <a:pt x="11577637" y="1356836"/>
                    </a:cubicBezTo>
                    <a:cubicBezTo>
                      <a:pt x="11577637" y="1660589"/>
                      <a:pt x="11577637" y="1960817"/>
                      <a:pt x="11577637" y="2261330"/>
                    </a:cubicBezTo>
                    <a:cubicBezTo>
                      <a:pt x="11783186" y="2261330"/>
                      <a:pt x="11980830" y="2261330"/>
                      <a:pt x="12179332" y="2261330"/>
                    </a:cubicBezTo>
                    <a:cubicBezTo>
                      <a:pt x="12179332" y="2240375"/>
                      <a:pt x="12179332" y="2222278"/>
                      <a:pt x="12179332" y="2194751"/>
                    </a:cubicBezTo>
                    <a:cubicBezTo>
                      <a:pt x="12002929" y="2194846"/>
                      <a:pt x="11829288" y="2194846"/>
                      <a:pt x="11651647" y="2194846"/>
                    </a:cubicBezTo>
                    <a:close/>
                    <a:moveTo>
                      <a:pt x="7525322" y="2265426"/>
                    </a:moveTo>
                    <a:cubicBezTo>
                      <a:pt x="7486365" y="2263902"/>
                      <a:pt x="7447883" y="2249138"/>
                      <a:pt x="7403592" y="2239137"/>
                    </a:cubicBezTo>
                    <a:cubicBezTo>
                      <a:pt x="7402354" y="2240947"/>
                      <a:pt x="7395306" y="2251329"/>
                      <a:pt x="7388543" y="2261807"/>
                    </a:cubicBezTo>
                    <a:cubicBezTo>
                      <a:pt x="7348728" y="2322671"/>
                      <a:pt x="7282529" y="2338483"/>
                      <a:pt x="7219379" y="2302288"/>
                    </a:cubicBezTo>
                    <a:cubicBezTo>
                      <a:pt x="7173087" y="2275713"/>
                      <a:pt x="7160324" y="2240375"/>
                      <a:pt x="7189280" y="2195322"/>
                    </a:cubicBezTo>
                    <a:cubicBezTo>
                      <a:pt x="7219188" y="2148745"/>
                      <a:pt x="7219855" y="2113026"/>
                      <a:pt x="7173754" y="2077212"/>
                    </a:cubicBezTo>
                    <a:cubicBezTo>
                      <a:pt x="7148037" y="2057305"/>
                      <a:pt x="7138797" y="2027777"/>
                      <a:pt x="7157371" y="1996726"/>
                    </a:cubicBezTo>
                    <a:cubicBezTo>
                      <a:pt x="7180612" y="1957769"/>
                      <a:pt x="7218998" y="1940433"/>
                      <a:pt x="7258812" y="1956054"/>
                    </a:cubicBezTo>
                    <a:cubicBezTo>
                      <a:pt x="7302342" y="1973104"/>
                      <a:pt x="7323963" y="1965674"/>
                      <a:pt x="7350728" y="1927384"/>
                    </a:cubicBezTo>
                    <a:cubicBezTo>
                      <a:pt x="7380828" y="1884236"/>
                      <a:pt x="7451503" y="1884998"/>
                      <a:pt x="7491889" y="1919478"/>
                    </a:cubicBezTo>
                    <a:cubicBezTo>
                      <a:pt x="7522750" y="1945862"/>
                      <a:pt x="7522940" y="1976914"/>
                      <a:pt x="7502843" y="2008442"/>
                    </a:cubicBezTo>
                    <a:cubicBezTo>
                      <a:pt x="7487793" y="2032064"/>
                      <a:pt x="7469315" y="2053590"/>
                      <a:pt x="7448265" y="2081498"/>
                    </a:cubicBezTo>
                    <a:cubicBezTo>
                      <a:pt x="7483983" y="2090071"/>
                      <a:pt x="7515320" y="2092643"/>
                      <a:pt x="7541610" y="2105406"/>
                    </a:cubicBezTo>
                    <a:cubicBezTo>
                      <a:pt x="7565327" y="2116931"/>
                      <a:pt x="7592949" y="2135791"/>
                      <a:pt x="7602284" y="2158365"/>
                    </a:cubicBezTo>
                    <a:cubicBezTo>
                      <a:pt x="7631906" y="2229993"/>
                      <a:pt x="7603998" y="2268569"/>
                      <a:pt x="7525322" y="22654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BC96EC3A-4C34-4FB1-8BF7-4E99E4D00539}"/>
                  </a:ext>
                </a:extLst>
              </p:cNvPr>
              <p:cNvSpPr/>
              <p:nvPr/>
            </p:nvSpPr>
            <p:spPr>
              <a:xfrm>
                <a:off x="1461861" y="4018679"/>
                <a:ext cx="1501936" cy="651147"/>
              </a:xfrm>
              <a:custGeom>
                <a:avLst/>
                <a:gdLst>
                  <a:gd name="connsiteX0" fmla="*/ 1065787 w 1501936"/>
                  <a:gd name="connsiteY0" fmla="*/ 375012 h 651147"/>
                  <a:gd name="connsiteX1" fmla="*/ 878144 w 1501936"/>
                  <a:gd name="connsiteY1" fmla="*/ 171939 h 651147"/>
                  <a:gd name="connsiteX2" fmla="*/ 828710 w 1501936"/>
                  <a:gd name="connsiteY2" fmla="*/ 48781 h 651147"/>
                  <a:gd name="connsiteX3" fmla="*/ 458949 w 1501936"/>
                  <a:gd name="connsiteY3" fmla="*/ 112598 h 651147"/>
                  <a:gd name="connsiteX4" fmla="*/ 404561 w 1501936"/>
                  <a:gd name="connsiteY4" fmla="*/ 151651 h 651147"/>
                  <a:gd name="connsiteX5" fmla="*/ 227301 w 1501936"/>
                  <a:gd name="connsiteY5" fmla="*/ 331768 h 651147"/>
                  <a:gd name="connsiteX6" fmla="*/ 178343 w 1501936"/>
                  <a:gd name="connsiteY6" fmla="*/ 368344 h 651147"/>
                  <a:gd name="connsiteX7" fmla="*/ 35 w 1501936"/>
                  <a:gd name="connsiteY7" fmla="*/ 367868 h 651147"/>
                  <a:gd name="connsiteX8" fmla="*/ 64043 w 1501936"/>
                  <a:gd name="connsiteY8" fmla="*/ 441782 h 651147"/>
                  <a:gd name="connsiteX9" fmla="*/ 196916 w 1501936"/>
                  <a:gd name="connsiteY9" fmla="*/ 447592 h 651147"/>
                  <a:gd name="connsiteX10" fmla="*/ 253400 w 1501936"/>
                  <a:gd name="connsiteY10" fmla="*/ 473881 h 651147"/>
                  <a:gd name="connsiteX11" fmla="*/ 415229 w 1501936"/>
                  <a:gd name="connsiteY11" fmla="*/ 556177 h 651147"/>
                  <a:gd name="connsiteX12" fmla="*/ 489905 w 1501936"/>
                  <a:gd name="connsiteY12" fmla="*/ 590277 h 651147"/>
                  <a:gd name="connsiteX13" fmla="*/ 670690 w 1501936"/>
                  <a:gd name="connsiteY13" fmla="*/ 644665 h 651147"/>
                  <a:gd name="connsiteX14" fmla="*/ 855951 w 1501936"/>
                  <a:gd name="connsiteY14" fmla="*/ 591801 h 651147"/>
                  <a:gd name="connsiteX15" fmla="*/ 1045213 w 1501936"/>
                  <a:gd name="connsiteY15" fmla="*/ 466452 h 651147"/>
                  <a:gd name="connsiteX16" fmla="*/ 1093505 w 1501936"/>
                  <a:gd name="connsiteY16" fmla="*/ 448545 h 651147"/>
                  <a:gd name="connsiteX17" fmla="*/ 1431071 w 1501936"/>
                  <a:gd name="connsiteY17" fmla="*/ 443878 h 651147"/>
                  <a:gd name="connsiteX18" fmla="*/ 1501937 w 1501936"/>
                  <a:gd name="connsiteY18" fmla="*/ 443878 h 651147"/>
                  <a:gd name="connsiteX19" fmla="*/ 1496031 w 1501936"/>
                  <a:gd name="connsiteY19" fmla="*/ 354057 h 651147"/>
                  <a:gd name="connsiteX20" fmla="*/ 1065787 w 1501936"/>
                  <a:gd name="connsiteY20" fmla="*/ 375012 h 651147"/>
                  <a:gd name="connsiteX21" fmla="*/ 961583 w 1501936"/>
                  <a:gd name="connsiteY21" fmla="*/ 478739 h 651147"/>
                  <a:gd name="connsiteX22" fmla="*/ 830424 w 1501936"/>
                  <a:gd name="connsiteY22" fmla="*/ 495217 h 651147"/>
                  <a:gd name="connsiteX23" fmla="*/ 758796 w 1501936"/>
                  <a:gd name="connsiteY23" fmla="*/ 520459 h 651147"/>
                  <a:gd name="connsiteX24" fmla="*/ 536578 w 1501936"/>
                  <a:gd name="connsiteY24" fmla="*/ 519220 h 651147"/>
                  <a:gd name="connsiteX25" fmla="*/ 481047 w 1501936"/>
                  <a:gd name="connsiteY25" fmla="*/ 491598 h 651147"/>
                  <a:gd name="connsiteX26" fmla="*/ 363985 w 1501936"/>
                  <a:gd name="connsiteY26" fmla="*/ 458927 h 651147"/>
                  <a:gd name="connsiteX27" fmla="*/ 294167 w 1501936"/>
                  <a:gd name="connsiteY27" fmla="*/ 308908 h 651147"/>
                  <a:gd name="connsiteX28" fmla="*/ 403323 w 1501936"/>
                  <a:gd name="connsiteY28" fmla="*/ 227755 h 651147"/>
                  <a:gd name="connsiteX29" fmla="*/ 445900 w 1501936"/>
                  <a:gd name="connsiteY29" fmla="*/ 225279 h 651147"/>
                  <a:gd name="connsiteX30" fmla="*/ 509717 w 1501936"/>
                  <a:gd name="connsiteY30" fmla="*/ 164033 h 651147"/>
                  <a:gd name="connsiteX31" fmla="*/ 610111 w 1501936"/>
                  <a:gd name="connsiteY31" fmla="*/ 64783 h 651147"/>
                  <a:gd name="connsiteX32" fmla="*/ 628970 w 1501936"/>
                  <a:gd name="connsiteY32" fmla="*/ 62592 h 651147"/>
                  <a:gd name="connsiteX33" fmla="*/ 800420 w 1501936"/>
                  <a:gd name="connsiteY33" fmla="*/ 242995 h 651147"/>
                  <a:gd name="connsiteX34" fmla="*/ 914244 w 1501936"/>
                  <a:gd name="connsiteY34" fmla="*/ 261379 h 651147"/>
                  <a:gd name="connsiteX35" fmla="*/ 961583 w 1501936"/>
                  <a:gd name="connsiteY35" fmla="*/ 478739 h 651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501936" h="651147">
                    <a:moveTo>
                      <a:pt x="1065787" y="375012"/>
                    </a:moveTo>
                    <a:cubicBezTo>
                      <a:pt x="1074645" y="267284"/>
                      <a:pt x="1047880" y="238709"/>
                      <a:pt x="878144" y="171939"/>
                    </a:cubicBezTo>
                    <a:cubicBezTo>
                      <a:pt x="887574" y="121171"/>
                      <a:pt x="870905" y="79642"/>
                      <a:pt x="828710" y="48781"/>
                    </a:cubicBezTo>
                    <a:cubicBezTo>
                      <a:pt x="711838" y="-36754"/>
                      <a:pt x="541340" y="-6274"/>
                      <a:pt x="458949" y="112598"/>
                    </a:cubicBezTo>
                    <a:cubicBezTo>
                      <a:pt x="446757" y="130219"/>
                      <a:pt x="424278" y="149174"/>
                      <a:pt x="404561" y="151651"/>
                    </a:cubicBezTo>
                    <a:cubicBezTo>
                      <a:pt x="296262" y="165271"/>
                      <a:pt x="243494" y="230232"/>
                      <a:pt x="227301" y="331768"/>
                    </a:cubicBezTo>
                    <a:cubicBezTo>
                      <a:pt x="222443" y="361867"/>
                      <a:pt x="206441" y="369106"/>
                      <a:pt x="178343" y="368344"/>
                    </a:cubicBezTo>
                    <a:cubicBezTo>
                      <a:pt x="119954" y="366630"/>
                      <a:pt x="61566" y="367868"/>
                      <a:pt x="35" y="367868"/>
                    </a:cubicBezTo>
                    <a:cubicBezTo>
                      <a:pt x="-251" y="439972"/>
                      <a:pt x="-251" y="439877"/>
                      <a:pt x="64043" y="441782"/>
                    </a:cubicBezTo>
                    <a:cubicBezTo>
                      <a:pt x="108429" y="443115"/>
                      <a:pt x="153006" y="442449"/>
                      <a:pt x="196916" y="447592"/>
                    </a:cubicBezTo>
                    <a:cubicBezTo>
                      <a:pt x="216728" y="449878"/>
                      <a:pt x="239969" y="459689"/>
                      <a:pt x="253400" y="473881"/>
                    </a:cubicBezTo>
                    <a:cubicBezTo>
                      <a:pt x="298167" y="521030"/>
                      <a:pt x="352079" y="545128"/>
                      <a:pt x="415229" y="556177"/>
                    </a:cubicBezTo>
                    <a:cubicBezTo>
                      <a:pt x="441709" y="560845"/>
                      <a:pt x="473141" y="571417"/>
                      <a:pt x="489905" y="590277"/>
                    </a:cubicBezTo>
                    <a:cubicBezTo>
                      <a:pt x="540388" y="647332"/>
                      <a:pt x="601348" y="661143"/>
                      <a:pt x="670690" y="644665"/>
                    </a:cubicBezTo>
                    <a:cubicBezTo>
                      <a:pt x="733079" y="629806"/>
                      <a:pt x="793372" y="605993"/>
                      <a:pt x="855951" y="591801"/>
                    </a:cubicBezTo>
                    <a:cubicBezTo>
                      <a:pt x="935771" y="573703"/>
                      <a:pt x="1008732" y="550558"/>
                      <a:pt x="1045213" y="466452"/>
                    </a:cubicBezTo>
                    <a:cubicBezTo>
                      <a:pt x="1050071" y="455308"/>
                      <a:pt x="1076741" y="448926"/>
                      <a:pt x="1093505" y="448545"/>
                    </a:cubicBezTo>
                    <a:cubicBezTo>
                      <a:pt x="1205995" y="445783"/>
                      <a:pt x="1318485" y="445116"/>
                      <a:pt x="1431071" y="443878"/>
                    </a:cubicBezTo>
                    <a:cubicBezTo>
                      <a:pt x="1452788" y="443687"/>
                      <a:pt x="1474409" y="443878"/>
                      <a:pt x="1501937" y="443878"/>
                    </a:cubicBezTo>
                    <a:cubicBezTo>
                      <a:pt x="1499746" y="411302"/>
                      <a:pt x="1498127" y="385585"/>
                      <a:pt x="1496031" y="354057"/>
                    </a:cubicBezTo>
                    <a:cubicBezTo>
                      <a:pt x="1348965" y="361201"/>
                      <a:pt x="1207519" y="368059"/>
                      <a:pt x="1065787" y="375012"/>
                    </a:cubicBezTo>
                    <a:close/>
                    <a:moveTo>
                      <a:pt x="961583" y="478739"/>
                    </a:moveTo>
                    <a:cubicBezTo>
                      <a:pt x="922721" y="514267"/>
                      <a:pt x="874620" y="503314"/>
                      <a:pt x="830424" y="495217"/>
                    </a:cubicBezTo>
                    <a:cubicBezTo>
                      <a:pt x="798706" y="489407"/>
                      <a:pt x="780132" y="492646"/>
                      <a:pt x="758796" y="520459"/>
                    </a:cubicBezTo>
                    <a:cubicBezTo>
                      <a:pt x="708885" y="585514"/>
                      <a:pt x="591537" y="581133"/>
                      <a:pt x="536578" y="519220"/>
                    </a:cubicBezTo>
                    <a:cubicBezTo>
                      <a:pt x="523814" y="504838"/>
                      <a:pt x="500764" y="497694"/>
                      <a:pt x="481047" y="491598"/>
                    </a:cubicBezTo>
                    <a:cubicBezTo>
                      <a:pt x="442376" y="479501"/>
                      <a:pt x="399989" y="476167"/>
                      <a:pt x="363985" y="458927"/>
                    </a:cubicBezTo>
                    <a:cubicBezTo>
                      <a:pt x="300453" y="428638"/>
                      <a:pt x="281308" y="380155"/>
                      <a:pt x="294167" y="308908"/>
                    </a:cubicBezTo>
                    <a:cubicBezTo>
                      <a:pt x="302453" y="263188"/>
                      <a:pt x="336553" y="237566"/>
                      <a:pt x="403323" y="227755"/>
                    </a:cubicBezTo>
                    <a:cubicBezTo>
                      <a:pt x="417325" y="225755"/>
                      <a:pt x="431708" y="224898"/>
                      <a:pt x="445900" y="225279"/>
                    </a:cubicBezTo>
                    <a:cubicBezTo>
                      <a:pt x="488381" y="226517"/>
                      <a:pt x="514575" y="217849"/>
                      <a:pt x="509717" y="164033"/>
                    </a:cubicBezTo>
                    <a:cubicBezTo>
                      <a:pt x="505717" y="119837"/>
                      <a:pt x="554771" y="77451"/>
                      <a:pt x="610111" y="64783"/>
                    </a:cubicBezTo>
                    <a:cubicBezTo>
                      <a:pt x="616207" y="63354"/>
                      <a:pt x="622589" y="62782"/>
                      <a:pt x="628970" y="62592"/>
                    </a:cubicBezTo>
                    <a:cubicBezTo>
                      <a:pt x="763273" y="57829"/>
                      <a:pt x="769369" y="83261"/>
                      <a:pt x="800420" y="242995"/>
                    </a:cubicBezTo>
                    <a:cubicBezTo>
                      <a:pt x="839949" y="249091"/>
                      <a:pt x="878430" y="250615"/>
                      <a:pt x="914244" y="261379"/>
                    </a:cubicBezTo>
                    <a:cubicBezTo>
                      <a:pt x="1007113" y="289382"/>
                      <a:pt x="1033497" y="413017"/>
                      <a:pt x="961583" y="4787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AB0E521-CD3E-4FD6-9F3E-CA06053109D8}"/>
                  </a:ext>
                </a:extLst>
              </p:cNvPr>
              <p:cNvSpPr/>
              <p:nvPr/>
            </p:nvSpPr>
            <p:spPr>
              <a:xfrm>
                <a:off x="6176771" y="3760278"/>
                <a:ext cx="403193" cy="432816"/>
              </a:xfrm>
              <a:custGeom>
                <a:avLst/>
                <a:gdLst>
                  <a:gd name="connsiteX0" fmla="*/ 0 w 403193"/>
                  <a:gd name="connsiteY0" fmla="*/ 432816 h 432816"/>
                  <a:gd name="connsiteX1" fmla="*/ 403193 w 403193"/>
                  <a:gd name="connsiteY1" fmla="*/ 432816 h 432816"/>
                  <a:gd name="connsiteX2" fmla="*/ 403193 w 403193"/>
                  <a:gd name="connsiteY2" fmla="*/ 0 h 432816"/>
                  <a:gd name="connsiteX3" fmla="*/ 0 w 403193"/>
                  <a:gd name="connsiteY3" fmla="*/ 0 h 432816"/>
                  <a:gd name="connsiteX4" fmla="*/ 0 w 403193"/>
                  <a:gd name="connsiteY4" fmla="*/ 432816 h 432816"/>
                  <a:gd name="connsiteX5" fmla="*/ 80867 w 403193"/>
                  <a:gd name="connsiteY5" fmla="*/ 88297 h 432816"/>
                  <a:gd name="connsiteX6" fmla="*/ 326708 w 403193"/>
                  <a:gd name="connsiteY6" fmla="*/ 88297 h 432816"/>
                  <a:gd name="connsiteX7" fmla="*/ 326708 w 403193"/>
                  <a:gd name="connsiteY7" fmla="*/ 351854 h 432816"/>
                  <a:gd name="connsiteX8" fmla="*/ 80867 w 403193"/>
                  <a:gd name="connsiteY8" fmla="*/ 351854 h 432816"/>
                  <a:gd name="connsiteX9" fmla="*/ 80867 w 403193"/>
                  <a:gd name="connsiteY9" fmla="*/ 88297 h 43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3193" h="432816">
                    <a:moveTo>
                      <a:pt x="0" y="432816"/>
                    </a:moveTo>
                    <a:cubicBezTo>
                      <a:pt x="136017" y="432816"/>
                      <a:pt x="268320" y="432816"/>
                      <a:pt x="403193" y="432816"/>
                    </a:cubicBezTo>
                    <a:cubicBezTo>
                      <a:pt x="403193" y="287179"/>
                      <a:pt x="403193" y="144304"/>
                      <a:pt x="403193" y="0"/>
                    </a:cubicBezTo>
                    <a:cubicBezTo>
                      <a:pt x="266795" y="0"/>
                      <a:pt x="133445" y="0"/>
                      <a:pt x="0" y="0"/>
                    </a:cubicBezTo>
                    <a:cubicBezTo>
                      <a:pt x="0" y="146495"/>
                      <a:pt x="0" y="289465"/>
                      <a:pt x="0" y="432816"/>
                    </a:cubicBezTo>
                    <a:close/>
                    <a:moveTo>
                      <a:pt x="80867" y="88297"/>
                    </a:moveTo>
                    <a:cubicBezTo>
                      <a:pt x="161925" y="88297"/>
                      <a:pt x="242888" y="88297"/>
                      <a:pt x="326708" y="88297"/>
                    </a:cubicBezTo>
                    <a:cubicBezTo>
                      <a:pt x="326708" y="175355"/>
                      <a:pt x="326708" y="261557"/>
                      <a:pt x="326708" y="351854"/>
                    </a:cubicBezTo>
                    <a:cubicBezTo>
                      <a:pt x="245745" y="351854"/>
                      <a:pt x="164783" y="351854"/>
                      <a:pt x="80867" y="351854"/>
                    </a:cubicBezTo>
                    <a:cubicBezTo>
                      <a:pt x="80867" y="264795"/>
                      <a:pt x="80867" y="178499"/>
                      <a:pt x="80867" y="882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D7841AD-8D78-4E13-ACCF-569C0A6CFA2D}"/>
                  </a:ext>
                </a:extLst>
              </p:cNvPr>
              <p:cNvSpPr/>
              <p:nvPr/>
            </p:nvSpPr>
            <p:spPr>
              <a:xfrm>
                <a:off x="1120901" y="3701700"/>
                <a:ext cx="439864" cy="445293"/>
              </a:xfrm>
              <a:custGeom>
                <a:avLst/>
                <a:gdLst>
                  <a:gd name="connsiteX0" fmla="*/ 439865 w 439864"/>
                  <a:gd name="connsiteY0" fmla="*/ 0 h 445293"/>
                  <a:gd name="connsiteX1" fmla="*/ 0 w 439864"/>
                  <a:gd name="connsiteY1" fmla="*/ 0 h 445293"/>
                  <a:gd name="connsiteX2" fmla="*/ 0 w 439864"/>
                  <a:gd name="connsiteY2" fmla="*/ 445294 h 445293"/>
                  <a:gd name="connsiteX3" fmla="*/ 439865 w 439864"/>
                  <a:gd name="connsiteY3" fmla="*/ 445294 h 445293"/>
                  <a:gd name="connsiteX4" fmla="*/ 439865 w 439864"/>
                  <a:gd name="connsiteY4" fmla="*/ 0 h 445293"/>
                  <a:gd name="connsiteX5" fmla="*/ 375857 w 439864"/>
                  <a:gd name="connsiteY5" fmla="*/ 383572 h 445293"/>
                  <a:gd name="connsiteX6" fmla="*/ 57626 w 439864"/>
                  <a:gd name="connsiteY6" fmla="*/ 383572 h 445293"/>
                  <a:gd name="connsiteX7" fmla="*/ 57626 w 439864"/>
                  <a:gd name="connsiteY7" fmla="*/ 56674 h 445293"/>
                  <a:gd name="connsiteX8" fmla="*/ 375857 w 439864"/>
                  <a:gd name="connsiteY8" fmla="*/ 56674 h 445293"/>
                  <a:gd name="connsiteX9" fmla="*/ 375857 w 439864"/>
                  <a:gd name="connsiteY9" fmla="*/ 383572 h 44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9864" h="445293">
                    <a:moveTo>
                      <a:pt x="439865" y="0"/>
                    </a:moveTo>
                    <a:cubicBezTo>
                      <a:pt x="289655" y="0"/>
                      <a:pt x="144970" y="0"/>
                      <a:pt x="0" y="0"/>
                    </a:cubicBezTo>
                    <a:cubicBezTo>
                      <a:pt x="0" y="150495"/>
                      <a:pt x="0" y="296989"/>
                      <a:pt x="0" y="445294"/>
                    </a:cubicBezTo>
                    <a:cubicBezTo>
                      <a:pt x="147733" y="445294"/>
                      <a:pt x="292513" y="445294"/>
                      <a:pt x="439865" y="445294"/>
                    </a:cubicBezTo>
                    <a:cubicBezTo>
                      <a:pt x="439865" y="295846"/>
                      <a:pt x="439865" y="149447"/>
                      <a:pt x="439865" y="0"/>
                    </a:cubicBezTo>
                    <a:close/>
                    <a:moveTo>
                      <a:pt x="375857" y="383572"/>
                    </a:moveTo>
                    <a:cubicBezTo>
                      <a:pt x="270891" y="383572"/>
                      <a:pt x="165830" y="383572"/>
                      <a:pt x="57626" y="383572"/>
                    </a:cubicBezTo>
                    <a:cubicBezTo>
                      <a:pt x="57626" y="275749"/>
                      <a:pt x="57626" y="168878"/>
                      <a:pt x="57626" y="56674"/>
                    </a:cubicBezTo>
                    <a:cubicBezTo>
                      <a:pt x="164782" y="56674"/>
                      <a:pt x="268795" y="56674"/>
                      <a:pt x="375857" y="56674"/>
                    </a:cubicBezTo>
                    <a:cubicBezTo>
                      <a:pt x="375857" y="165544"/>
                      <a:pt x="375857" y="272605"/>
                      <a:pt x="375857" y="383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0896096-0D55-4A71-9FC7-57D00BB847E9}"/>
                  </a:ext>
                </a:extLst>
              </p:cNvPr>
              <p:cNvSpPr/>
              <p:nvPr/>
            </p:nvSpPr>
            <p:spPr>
              <a:xfrm>
                <a:off x="9326117" y="3991736"/>
                <a:ext cx="306324" cy="505110"/>
              </a:xfrm>
              <a:custGeom>
                <a:avLst/>
                <a:gdLst>
                  <a:gd name="connsiteX0" fmla="*/ 0 w 306324"/>
                  <a:gd name="connsiteY0" fmla="*/ 502444 h 505110"/>
                  <a:gd name="connsiteX1" fmla="*/ 62675 w 306324"/>
                  <a:gd name="connsiteY1" fmla="*/ 502444 h 505110"/>
                  <a:gd name="connsiteX2" fmla="*/ 62675 w 306324"/>
                  <a:gd name="connsiteY2" fmla="*/ 65722 h 505110"/>
                  <a:gd name="connsiteX3" fmla="*/ 240982 w 306324"/>
                  <a:gd name="connsiteY3" fmla="*/ 65722 h 505110"/>
                  <a:gd name="connsiteX4" fmla="*/ 240982 w 306324"/>
                  <a:gd name="connsiteY4" fmla="*/ 505111 h 505110"/>
                  <a:gd name="connsiteX5" fmla="*/ 306324 w 306324"/>
                  <a:gd name="connsiteY5" fmla="*/ 505111 h 505110"/>
                  <a:gd name="connsiteX6" fmla="*/ 306324 w 306324"/>
                  <a:gd name="connsiteY6" fmla="*/ 0 h 505110"/>
                  <a:gd name="connsiteX7" fmla="*/ 95 w 306324"/>
                  <a:gd name="connsiteY7" fmla="*/ 0 h 505110"/>
                  <a:gd name="connsiteX8" fmla="*/ 0 w 306324"/>
                  <a:gd name="connsiteY8" fmla="*/ 502444 h 505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6324" h="505110">
                    <a:moveTo>
                      <a:pt x="0" y="502444"/>
                    </a:moveTo>
                    <a:cubicBezTo>
                      <a:pt x="21527" y="502444"/>
                      <a:pt x="39529" y="502444"/>
                      <a:pt x="62675" y="502444"/>
                    </a:cubicBezTo>
                    <a:cubicBezTo>
                      <a:pt x="62675" y="353949"/>
                      <a:pt x="62675" y="209264"/>
                      <a:pt x="62675" y="65722"/>
                    </a:cubicBezTo>
                    <a:cubicBezTo>
                      <a:pt x="122587" y="65722"/>
                      <a:pt x="177165" y="65722"/>
                      <a:pt x="240982" y="65722"/>
                    </a:cubicBezTo>
                    <a:cubicBezTo>
                      <a:pt x="240982" y="214693"/>
                      <a:pt x="240982" y="359378"/>
                      <a:pt x="240982" y="505111"/>
                    </a:cubicBezTo>
                    <a:cubicBezTo>
                      <a:pt x="267558" y="505111"/>
                      <a:pt x="284798" y="505111"/>
                      <a:pt x="306324" y="505111"/>
                    </a:cubicBezTo>
                    <a:cubicBezTo>
                      <a:pt x="306324" y="334042"/>
                      <a:pt x="306324" y="167354"/>
                      <a:pt x="306324" y="0"/>
                    </a:cubicBezTo>
                    <a:cubicBezTo>
                      <a:pt x="202216" y="0"/>
                      <a:pt x="101632" y="0"/>
                      <a:pt x="95" y="0"/>
                    </a:cubicBezTo>
                    <a:cubicBezTo>
                      <a:pt x="0" y="169735"/>
                      <a:pt x="0" y="336518"/>
                      <a:pt x="0" y="5024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C931D9C-0FE7-4A0D-918A-72E4DA09CCBD}"/>
                  </a:ext>
                </a:extLst>
              </p:cNvPr>
              <p:cNvSpPr/>
              <p:nvPr/>
            </p:nvSpPr>
            <p:spPr>
              <a:xfrm>
                <a:off x="3383184" y="3968495"/>
                <a:ext cx="307181" cy="501681"/>
              </a:xfrm>
              <a:custGeom>
                <a:avLst/>
                <a:gdLst>
                  <a:gd name="connsiteX0" fmla="*/ 0 w 307181"/>
                  <a:gd name="connsiteY0" fmla="*/ 499777 h 501681"/>
                  <a:gd name="connsiteX1" fmla="*/ 60484 w 307181"/>
                  <a:gd name="connsiteY1" fmla="*/ 499777 h 501681"/>
                  <a:gd name="connsiteX2" fmla="*/ 60484 w 307181"/>
                  <a:gd name="connsiteY2" fmla="*/ 65246 h 501681"/>
                  <a:gd name="connsiteX3" fmla="*/ 239268 w 307181"/>
                  <a:gd name="connsiteY3" fmla="*/ 65246 h 501681"/>
                  <a:gd name="connsiteX4" fmla="*/ 239268 w 307181"/>
                  <a:gd name="connsiteY4" fmla="*/ 501682 h 501681"/>
                  <a:gd name="connsiteX5" fmla="*/ 307181 w 307181"/>
                  <a:gd name="connsiteY5" fmla="*/ 501682 h 501681"/>
                  <a:gd name="connsiteX6" fmla="*/ 307181 w 307181"/>
                  <a:gd name="connsiteY6" fmla="*/ 0 h 501681"/>
                  <a:gd name="connsiteX7" fmla="*/ 0 w 307181"/>
                  <a:gd name="connsiteY7" fmla="*/ 0 h 501681"/>
                  <a:gd name="connsiteX8" fmla="*/ 0 w 307181"/>
                  <a:gd name="connsiteY8" fmla="*/ 499777 h 501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7181" h="501681">
                    <a:moveTo>
                      <a:pt x="0" y="499777"/>
                    </a:moveTo>
                    <a:cubicBezTo>
                      <a:pt x="20860" y="499777"/>
                      <a:pt x="38576" y="499777"/>
                      <a:pt x="60484" y="499777"/>
                    </a:cubicBezTo>
                    <a:cubicBezTo>
                      <a:pt x="60484" y="352806"/>
                      <a:pt x="60484" y="209359"/>
                      <a:pt x="60484" y="65246"/>
                    </a:cubicBezTo>
                    <a:cubicBezTo>
                      <a:pt x="120301" y="65246"/>
                      <a:pt x="175927" y="65246"/>
                      <a:pt x="239268" y="65246"/>
                    </a:cubicBezTo>
                    <a:cubicBezTo>
                      <a:pt x="239268" y="213550"/>
                      <a:pt x="239268" y="356807"/>
                      <a:pt x="239268" y="501682"/>
                    </a:cubicBezTo>
                    <a:cubicBezTo>
                      <a:pt x="265843" y="501682"/>
                      <a:pt x="284512" y="501682"/>
                      <a:pt x="307181" y="501682"/>
                    </a:cubicBezTo>
                    <a:cubicBezTo>
                      <a:pt x="307181" y="331661"/>
                      <a:pt x="307181" y="166402"/>
                      <a:pt x="307181" y="0"/>
                    </a:cubicBezTo>
                    <a:cubicBezTo>
                      <a:pt x="203263" y="0"/>
                      <a:pt x="102679" y="0"/>
                      <a:pt x="0" y="0"/>
                    </a:cubicBezTo>
                    <a:cubicBezTo>
                      <a:pt x="0" y="168307"/>
                      <a:pt x="0" y="333470"/>
                      <a:pt x="0" y="4997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92D41DB-1F48-4F4F-99CB-968E965B78DA}"/>
                  </a:ext>
                </a:extLst>
              </p:cNvPr>
              <p:cNvSpPr/>
              <p:nvPr/>
            </p:nvSpPr>
            <p:spPr>
              <a:xfrm>
                <a:off x="10724577" y="3285743"/>
                <a:ext cx="316706" cy="401383"/>
              </a:xfrm>
              <a:custGeom>
                <a:avLst/>
                <a:gdLst>
                  <a:gd name="connsiteX0" fmla="*/ 87631 w 316706"/>
                  <a:gd name="connsiteY0" fmla="*/ 0 h 401383"/>
                  <a:gd name="connsiteX1" fmla="*/ 0 w 316706"/>
                  <a:gd name="connsiteY1" fmla="*/ 87440 h 401383"/>
                  <a:gd name="connsiteX2" fmla="*/ 0 w 316706"/>
                  <a:gd name="connsiteY2" fmla="*/ 401384 h 401383"/>
                  <a:gd name="connsiteX3" fmla="*/ 316706 w 316706"/>
                  <a:gd name="connsiteY3" fmla="*/ 401384 h 401383"/>
                  <a:gd name="connsiteX4" fmla="*/ 316706 w 316706"/>
                  <a:gd name="connsiteY4" fmla="*/ 0 h 401383"/>
                  <a:gd name="connsiteX5" fmla="*/ 87631 w 316706"/>
                  <a:gd name="connsiteY5" fmla="*/ 0 h 401383"/>
                  <a:gd name="connsiteX6" fmla="*/ 253080 w 316706"/>
                  <a:gd name="connsiteY6" fmla="*/ 364903 h 401383"/>
                  <a:gd name="connsiteX7" fmla="*/ 66961 w 316706"/>
                  <a:gd name="connsiteY7" fmla="*/ 364903 h 401383"/>
                  <a:gd name="connsiteX8" fmla="*/ 66961 w 316706"/>
                  <a:gd name="connsiteY8" fmla="*/ 66961 h 401383"/>
                  <a:gd name="connsiteX9" fmla="*/ 253080 w 316706"/>
                  <a:gd name="connsiteY9" fmla="*/ 66961 h 401383"/>
                  <a:gd name="connsiteX10" fmla="*/ 253080 w 316706"/>
                  <a:gd name="connsiteY10" fmla="*/ 364903 h 401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706" h="401383">
                    <a:moveTo>
                      <a:pt x="87631" y="0"/>
                    </a:moveTo>
                    <a:cubicBezTo>
                      <a:pt x="0" y="0"/>
                      <a:pt x="0" y="0"/>
                      <a:pt x="0" y="87440"/>
                    </a:cubicBezTo>
                    <a:cubicBezTo>
                      <a:pt x="0" y="191452"/>
                      <a:pt x="0" y="295561"/>
                      <a:pt x="0" y="401384"/>
                    </a:cubicBezTo>
                    <a:cubicBezTo>
                      <a:pt x="108967" y="401384"/>
                      <a:pt x="212217" y="401384"/>
                      <a:pt x="316706" y="401384"/>
                    </a:cubicBezTo>
                    <a:cubicBezTo>
                      <a:pt x="316706" y="267272"/>
                      <a:pt x="316706" y="136684"/>
                      <a:pt x="316706" y="0"/>
                    </a:cubicBezTo>
                    <a:cubicBezTo>
                      <a:pt x="238792" y="0"/>
                      <a:pt x="163259" y="0"/>
                      <a:pt x="87631" y="0"/>
                    </a:cubicBezTo>
                    <a:close/>
                    <a:moveTo>
                      <a:pt x="253080" y="364903"/>
                    </a:moveTo>
                    <a:cubicBezTo>
                      <a:pt x="190500" y="364903"/>
                      <a:pt x="130016" y="364903"/>
                      <a:pt x="66961" y="364903"/>
                    </a:cubicBezTo>
                    <a:cubicBezTo>
                      <a:pt x="66961" y="265176"/>
                      <a:pt x="66961" y="167926"/>
                      <a:pt x="66961" y="66961"/>
                    </a:cubicBezTo>
                    <a:cubicBezTo>
                      <a:pt x="127826" y="66961"/>
                      <a:pt x="188309" y="66961"/>
                      <a:pt x="253080" y="66961"/>
                    </a:cubicBezTo>
                    <a:cubicBezTo>
                      <a:pt x="253080" y="167354"/>
                      <a:pt x="253080" y="264605"/>
                      <a:pt x="253080" y="3649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7E1D42D-98CB-4468-B155-E6BFB07BF862}"/>
                  </a:ext>
                </a:extLst>
              </p:cNvPr>
              <p:cNvSpPr/>
              <p:nvPr/>
            </p:nvSpPr>
            <p:spPr>
              <a:xfrm>
                <a:off x="10724781" y="3840531"/>
                <a:ext cx="316502" cy="400093"/>
              </a:xfrm>
              <a:custGeom>
                <a:avLst/>
                <a:gdLst>
                  <a:gd name="connsiteX0" fmla="*/ 20847 w 316502"/>
                  <a:gd name="connsiteY0" fmla="*/ 1186 h 400093"/>
                  <a:gd name="connsiteX1" fmla="*/ 940 w 316502"/>
                  <a:gd name="connsiteY1" fmla="*/ 25761 h 400093"/>
                  <a:gd name="connsiteX2" fmla="*/ 82 w 316502"/>
                  <a:gd name="connsiteY2" fmla="*/ 400093 h 400093"/>
                  <a:gd name="connsiteX3" fmla="*/ 316503 w 316502"/>
                  <a:gd name="connsiteY3" fmla="*/ 400093 h 400093"/>
                  <a:gd name="connsiteX4" fmla="*/ 316503 w 316502"/>
                  <a:gd name="connsiteY4" fmla="*/ 139 h 400093"/>
                  <a:gd name="connsiteX5" fmla="*/ 20847 w 316502"/>
                  <a:gd name="connsiteY5" fmla="*/ 1186 h 400093"/>
                  <a:gd name="connsiteX6" fmla="*/ 251161 w 316502"/>
                  <a:gd name="connsiteY6" fmla="*/ 362946 h 400093"/>
                  <a:gd name="connsiteX7" fmla="*/ 67043 w 316502"/>
                  <a:gd name="connsiteY7" fmla="*/ 362946 h 400093"/>
                  <a:gd name="connsiteX8" fmla="*/ 67043 w 316502"/>
                  <a:gd name="connsiteY8" fmla="*/ 66814 h 400093"/>
                  <a:gd name="connsiteX9" fmla="*/ 251161 w 316502"/>
                  <a:gd name="connsiteY9" fmla="*/ 66814 h 400093"/>
                  <a:gd name="connsiteX10" fmla="*/ 251161 w 316502"/>
                  <a:gd name="connsiteY10" fmla="*/ 362946 h 40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502" h="400093">
                    <a:moveTo>
                      <a:pt x="20847" y="1186"/>
                    </a:moveTo>
                    <a:cubicBezTo>
                      <a:pt x="13799" y="1282"/>
                      <a:pt x="1035" y="17093"/>
                      <a:pt x="940" y="25761"/>
                    </a:cubicBezTo>
                    <a:cubicBezTo>
                      <a:pt x="-393" y="149014"/>
                      <a:pt x="82" y="272268"/>
                      <a:pt x="82" y="400093"/>
                    </a:cubicBezTo>
                    <a:cubicBezTo>
                      <a:pt x="109144" y="400093"/>
                      <a:pt x="211538" y="400093"/>
                      <a:pt x="316503" y="400093"/>
                    </a:cubicBezTo>
                    <a:cubicBezTo>
                      <a:pt x="316503" y="267029"/>
                      <a:pt x="316503" y="136537"/>
                      <a:pt x="316503" y="139"/>
                    </a:cubicBezTo>
                    <a:cubicBezTo>
                      <a:pt x="216301" y="43"/>
                      <a:pt x="118574" y="-433"/>
                      <a:pt x="20847" y="1186"/>
                    </a:cubicBezTo>
                    <a:close/>
                    <a:moveTo>
                      <a:pt x="251161" y="362946"/>
                    </a:moveTo>
                    <a:cubicBezTo>
                      <a:pt x="188964" y="362946"/>
                      <a:pt x="129433" y="362946"/>
                      <a:pt x="67043" y="362946"/>
                    </a:cubicBezTo>
                    <a:cubicBezTo>
                      <a:pt x="67043" y="263791"/>
                      <a:pt x="67043" y="166826"/>
                      <a:pt x="67043" y="66814"/>
                    </a:cubicBezTo>
                    <a:cubicBezTo>
                      <a:pt x="128384" y="66814"/>
                      <a:pt x="187915" y="66814"/>
                      <a:pt x="251161" y="66814"/>
                    </a:cubicBezTo>
                    <a:cubicBezTo>
                      <a:pt x="251161" y="164540"/>
                      <a:pt x="251161" y="261505"/>
                      <a:pt x="251161" y="3629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94DAA618-0956-4364-B59B-6EBC42434118}"/>
                  </a:ext>
                </a:extLst>
              </p:cNvPr>
              <p:cNvSpPr/>
              <p:nvPr/>
            </p:nvSpPr>
            <p:spPr>
              <a:xfrm>
                <a:off x="3224878" y="2810826"/>
                <a:ext cx="310133" cy="398049"/>
              </a:xfrm>
              <a:custGeom>
                <a:avLst/>
                <a:gdLst>
                  <a:gd name="connsiteX0" fmla="*/ 310134 w 310133"/>
                  <a:gd name="connsiteY0" fmla="*/ 0 h 398049"/>
                  <a:gd name="connsiteX1" fmla="*/ 0 w 310133"/>
                  <a:gd name="connsiteY1" fmla="*/ 0 h 398049"/>
                  <a:gd name="connsiteX2" fmla="*/ 0 w 310133"/>
                  <a:gd name="connsiteY2" fmla="*/ 398050 h 398049"/>
                  <a:gd name="connsiteX3" fmla="*/ 310134 w 310133"/>
                  <a:gd name="connsiteY3" fmla="*/ 398050 h 398049"/>
                  <a:gd name="connsiteX4" fmla="*/ 310134 w 310133"/>
                  <a:gd name="connsiteY4" fmla="*/ 0 h 398049"/>
                  <a:gd name="connsiteX5" fmla="*/ 248698 w 310133"/>
                  <a:gd name="connsiteY5" fmla="*/ 360140 h 398049"/>
                  <a:gd name="connsiteX6" fmla="*/ 64961 w 310133"/>
                  <a:gd name="connsiteY6" fmla="*/ 360140 h 398049"/>
                  <a:gd name="connsiteX7" fmla="*/ 64961 w 310133"/>
                  <a:gd name="connsiteY7" fmla="*/ 62865 h 398049"/>
                  <a:gd name="connsiteX8" fmla="*/ 248698 w 310133"/>
                  <a:gd name="connsiteY8" fmla="*/ 62865 h 398049"/>
                  <a:gd name="connsiteX9" fmla="*/ 248698 w 310133"/>
                  <a:gd name="connsiteY9" fmla="*/ 360140 h 398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133" h="398049">
                    <a:moveTo>
                      <a:pt x="310134" y="0"/>
                    </a:moveTo>
                    <a:cubicBezTo>
                      <a:pt x="206502" y="0"/>
                      <a:pt x="105728" y="0"/>
                      <a:pt x="0" y="0"/>
                    </a:cubicBezTo>
                    <a:cubicBezTo>
                      <a:pt x="0" y="134493"/>
                      <a:pt x="0" y="266129"/>
                      <a:pt x="0" y="398050"/>
                    </a:cubicBezTo>
                    <a:cubicBezTo>
                      <a:pt x="105442" y="398050"/>
                      <a:pt x="207359" y="398050"/>
                      <a:pt x="310134" y="398050"/>
                    </a:cubicBezTo>
                    <a:cubicBezTo>
                      <a:pt x="310134" y="263747"/>
                      <a:pt x="310134" y="133160"/>
                      <a:pt x="310134" y="0"/>
                    </a:cubicBezTo>
                    <a:close/>
                    <a:moveTo>
                      <a:pt x="248698" y="360140"/>
                    </a:moveTo>
                    <a:cubicBezTo>
                      <a:pt x="189357" y="360140"/>
                      <a:pt x="128683" y="360140"/>
                      <a:pt x="64961" y="360140"/>
                    </a:cubicBezTo>
                    <a:cubicBezTo>
                      <a:pt x="64961" y="262128"/>
                      <a:pt x="64961" y="164783"/>
                      <a:pt x="64961" y="62865"/>
                    </a:cubicBezTo>
                    <a:cubicBezTo>
                      <a:pt x="127825" y="62865"/>
                      <a:pt x="186309" y="62865"/>
                      <a:pt x="248698" y="62865"/>
                    </a:cubicBezTo>
                    <a:cubicBezTo>
                      <a:pt x="248698" y="161258"/>
                      <a:pt x="248698" y="258509"/>
                      <a:pt x="248698" y="3601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B4D564B-2769-4912-832D-5933F0B7A506}"/>
                  </a:ext>
                </a:extLst>
              </p:cNvPr>
              <p:cNvSpPr/>
              <p:nvPr/>
            </p:nvSpPr>
            <p:spPr>
              <a:xfrm>
                <a:off x="3225069" y="3363848"/>
                <a:ext cx="309752" cy="399573"/>
              </a:xfrm>
              <a:custGeom>
                <a:avLst/>
                <a:gdLst>
                  <a:gd name="connsiteX0" fmla="*/ 309753 w 309752"/>
                  <a:gd name="connsiteY0" fmla="*/ 0 h 399573"/>
                  <a:gd name="connsiteX1" fmla="*/ 0 w 309752"/>
                  <a:gd name="connsiteY1" fmla="*/ 0 h 399573"/>
                  <a:gd name="connsiteX2" fmla="*/ 0 w 309752"/>
                  <a:gd name="connsiteY2" fmla="*/ 399574 h 399573"/>
                  <a:gd name="connsiteX3" fmla="*/ 309753 w 309752"/>
                  <a:gd name="connsiteY3" fmla="*/ 399574 h 399573"/>
                  <a:gd name="connsiteX4" fmla="*/ 309753 w 309752"/>
                  <a:gd name="connsiteY4" fmla="*/ 0 h 399573"/>
                  <a:gd name="connsiteX5" fmla="*/ 248412 w 309752"/>
                  <a:gd name="connsiteY5" fmla="*/ 363379 h 399573"/>
                  <a:gd name="connsiteX6" fmla="*/ 65532 w 309752"/>
                  <a:gd name="connsiteY6" fmla="*/ 363379 h 399573"/>
                  <a:gd name="connsiteX7" fmla="*/ 65532 w 309752"/>
                  <a:gd name="connsiteY7" fmla="*/ 64389 h 399573"/>
                  <a:gd name="connsiteX8" fmla="*/ 248412 w 309752"/>
                  <a:gd name="connsiteY8" fmla="*/ 64389 h 399573"/>
                  <a:gd name="connsiteX9" fmla="*/ 248412 w 309752"/>
                  <a:gd name="connsiteY9" fmla="*/ 363379 h 399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9752" h="399573">
                    <a:moveTo>
                      <a:pt x="309753" y="0"/>
                    </a:moveTo>
                    <a:cubicBezTo>
                      <a:pt x="204597" y="0"/>
                      <a:pt x="102679" y="0"/>
                      <a:pt x="0" y="0"/>
                    </a:cubicBezTo>
                    <a:cubicBezTo>
                      <a:pt x="0" y="134874"/>
                      <a:pt x="0" y="266700"/>
                      <a:pt x="0" y="399574"/>
                    </a:cubicBezTo>
                    <a:cubicBezTo>
                      <a:pt x="104489" y="399574"/>
                      <a:pt x="205264" y="399574"/>
                      <a:pt x="309753" y="399574"/>
                    </a:cubicBezTo>
                    <a:cubicBezTo>
                      <a:pt x="309753" y="263366"/>
                      <a:pt x="309753" y="132779"/>
                      <a:pt x="309753" y="0"/>
                    </a:cubicBezTo>
                    <a:close/>
                    <a:moveTo>
                      <a:pt x="248412" y="363379"/>
                    </a:moveTo>
                    <a:cubicBezTo>
                      <a:pt x="185642" y="363379"/>
                      <a:pt x="127540" y="363379"/>
                      <a:pt x="65532" y="363379"/>
                    </a:cubicBezTo>
                    <a:cubicBezTo>
                      <a:pt x="65532" y="263652"/>
                      <a:pt x="65532" y="165449"/>
                      <a:pt x="65532" y="64389"/>
                    </a:cubicBezTo>
                    <a:cubicBezTo>
                      <a:pt x="125635" y="64389"/>
                      <a:pt x="184976" y="64389"/>
                      <a:pt x="248412" y="64389"/>
                    </a:cubicBezTo>
                    <a:cubicBezTo>
                      <a:pt x="248412" y="162496"/>
                      <a:pt x="248412" y="260699"/>
                      <a:pt x="248412" y="3633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D773893-2E96-4F4B-A1B4-C56767C76ADF}"/>
                  </a:ext>
                </a:extLst>
              </p:cNvPr>
              <p:cNvSpPr/>
              <p:nvPr/>
            </p:nvSpPr>
            <p:spPr>
              <a:xfrm>
                <a:off x="2843212" y="3363657"/>
                <a:ext cx="306514" cy="399954"/>
              </a:xfrm>
              <a:custGeom>
                <a:avLst/>
                <a:gdLst>
                  <a:gd name="connsiteX0" fmla="*/ 0 w 306514"/>
                  <a:gd name="connsiteY0" fmla="*/ 399955 h 399954"/>
                  <a:gd name="connsiteX1" fmla="*/ 306514 w 306514"/>
                  <a:gd name="connsiteY1" fmla="*/ 399955 h 399954"/>
                  <a:gd name="connsiteX2" fmla="*/ 306514 w 306514"/>
                  <a:gd name="connsiteY2" fmla="*/ 0 h 399954"/>
                  <a:gd name="connsiteX3" fmla="*/ 0 w 306514"/>
                  <a:gd name="connsiteY3" fmla="*/ 0 h 399954"/>
                  <a:gd name="connsiteX4" fmla="*/ 0 w 306514"/>
                  <a:gd name="connsiteY4" fmla="*/ 399955 h 399954"/>
                  <a:gd name="connsiteX5" fmla="*/ 52292 w 306514"/>
                  <a:gd name="connsiteY5" fmla="*/ 64199 h 399954"/>
                  <a:gd name="connsiteX6" fmla="*/ 252603 w 306514"/>
                  <a:gd name="connsiteY6" fmla="*/ 64199 h 399954"/>
                  <a:gd name="connsiteX7" fmla="*/ 252603 w 306514"/>
                  <a:gd name="connsiteY7" fmla="*/ 360902 h 399954"/>
                  <a:gd name="connsiteX8" fmla="*/ 52292 w 306514"/>
                  <a:gd name="connsiteY8" fmla="*/ 360902 h 399954"/>
                  <a:gd name="connsiteX9" fmla="*/ 52292 w 306514"/>
                  <a:gd name="connsiteY9" fmla="*/ 64199 h 39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514" h="399954">
                    <a:moveTo>
                      <a:pt x="0" y="399955"/>
                    </a:moveTo>
                    <a:cubicBezTo>
                      <a:pt x="102775" y="399955"/>
                      <a:pt x="202025" y="399955"/>
                      <a:pt x="306514" y="399955"/>
                    </a:cubicBezTo>
                    <a:cubicBezTo>
                      <a:pt x="306514" y="264700"/>
                      <a:pt x="306514" y="133064"/>
                      <a:pt x="306514" y="0"/>
                    </a:cubicBezTo>
                    <a:cubicBezTo>
                      <a:pt x="202597" y="0"/>
                      <a:pt x="102203" y="0"/>
                      <a:pt x="0" y="0"/>
                    </a:cubicBezTo>
                    <a:cubicBezTo>
                      <a:pt x="0" y="134493"/>
                      <a:pt x="0" y="266129"/>
                      <a:pt x="0" y="399955"/>
                    </a:cubicBezTo>
                    <a:close/>
                    <a:moveTo>
                      <a:pt x="52292" y="64199"/>
                    </a:moveTo>
                    <a:cubicBezTo>
                      <a:pt x="118967" y="64199"/>
                      <a:pt x="183166" y="64199"/>
                      <a:pt x="252603" y="64199"/>
                    </a:cubicBezTo>
                    <a:cubicBezTo>
                      <a:pt x="252603" y="164687"/>
                      <a:pt x="252603" y="260699"/>
                      <a:pt x="252603" y="360902"/>
                    </a:cubicBezTo>
                    <a:cubicBezTo>
                      <a:pt x="186880" y="360902"/>
                      <a:pt x="121539" y="360902"/>
                      <a:pt x="52292" y="360902"/>
                    </a:cubicBezTo>
                    <a:cubicBezTo>
                      <a:pt x="52292" y="263271"/>
                      <a:pt x="52292" y="164878"/>
                      <a:pt x="52292" y="64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494F287-753E-4707-A416-11CA2DB81C7F}"/>
                  </a:ext>
                </a:extLst>
              </p:cNvPr>
              <p:cNvSpPr/>
              <p:nvPr/>
            </p:nvSpPr>
            <p:spPr>
              <a:xfrm>
                <a:off x="2842735" y="2810826"/>
                <a:ext cx="307657" cy="398335"/>
              </a:xfrm>
              <a:custGeom>
                <a:avLst/>
                <a:gdLst>
                  <a:gd name="connsiteX0" fmla="*/ 0 w 307657"/>
                  <a:gd name="connsiteY0" fmla="*/ 398336 h 398335"/>
                  <a:gd name="connsiteX1" fmla="*/ 307657 w 307657"/>
                  <a:gd name="connsiteY1" fmla="*/ 398336 h 398335"/>
                  <a:gd name="connsiteX2" fmla="*/ 307657 w 307657"/>
                  <a:gd name="connsiteY2" fmla="*/ 0 h 398335"/>
                  <a:gd name="connsiteX3" fmla="*/ 0 w 307657"/>
                  <a:gd name="connsiteY3" fmla="*/ 0 h 398335"/>
                  <a:gd name="connsiteX4" fmla="*/ 0 w 307657"/>
                  <a:gd name="connsiteY4" fmla="*/ 398336 h 398335"/>
                  <a:gd name="connsiteX5" fmla="*/ 49149 w 307657"/>
                  <a:gd name="connsiteY5" fmla="*/ 63818 h 398335"/>
                  <a:gd name="connsiteX6" fmla="*/ 251269 w 307657"/>
                  <a:gd name="connsiteY6" fmla="*/ 63818 h 398335"/>
                  <a:gd name="connsiteX7" fmla="*/ 251269 w 307657"/>
                  <a:gd name="connsiteY7" fmla="*/ 363950 h 398335"/>
                  <a:gd name="connsiteX8" fmla="*/ 70866 w 307657"/>
                  <a:gd name="connsiteY8" fmla="*/ 362903 h 398335"/>
                  <a:gd name="connsiteX9" fmla="*/ 50101 w 307657"/>
                  <a:gd name="connsiteY9" fmla="*/ 339566 h 398335"/>
                  <a:gd name="connsiteX10" fmla="*/ 49149 w 307657"/>
                  <a:gd name="connsiteY10" fmla="*/ 63818 h 398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7657" h="398335">
                    <a:moveTo>
                      <a:pt x="0" y="398336"/>
                    </a:moveTo>
                    <a:cubicBezTo>
                      <a:pt x="105251" y="398336"/>
                      <a:pt x="205930" y="398336"/>
                      <a:pt x="307657" y="398336"/>
                    </a:cubicBezTo>
                    <a:cubicBezTo>
                      <a:pt x="307657" y="264033"/>
                      <a:pt x="307657" y="133255"/>
                      <a:pt x="307657" y="0"/>
                    </a:cubicBezTo>
                    <a:cubicBezTo>
                      <a:pt x="204216" y="0"/>
                      <a:pt x="103632" y="0"/>
                      <a:pt x="0" y="0"/>
                    </a:cubicBezTo>
                    <a:cubicBezTo>
                      <a:pt x="0" y="133160"/>
                      <a:pt x="0" y="264033"/>
                      <a:pt x="0" y="398336"/>
                    </a:cubicBezTo>
                    <a:close/>
                    <a:moveTo>
                      <a:pt x="49149" y="63818"/>
                    </a:moveTo>
                    <a:cubicBezTo>
                      <a:pt x="118967" y="63818"/>
                      <a:pt x="183261" y="63818"/>
                      <a:pt x="251269" y="63818"/>
                    </a:cubicBezTo>
                    <a:cubicBezTo>
                      <a:pt x="251269" y="160973"/>
                      <a:pt x="251269" y="258032"/>
                      <a:pt x="251269" y="363950"/>
                    </a:cubicBezTo>
                    <a:cubicBezTo>
                      <a:pt x="190119" y="363950"/>
                      <a:pt x="130397" y="364808"/>
                      <a:pt x="70866" y="362903"/>
                    </a:cubicBezTo>
                    <a:cubicBezTo>
                      <a:pt x="63341" y="362617"/>
                      <a:pt x="50197" y="347758"/>
                      <a:pt x="50101" y="339566"/>
                    </a:cubicBezTo>
                    <a:cubicBezTo>
                      <a:pt x="48577" y="248317"/>
                      <a:pt x="49149" y="157163"/>
                      <a:pt x="49149" y="6381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EF81D00-5919-45A3-B2CA-ADA01E787FD9}"/>
                  </a:ext>
                </a:extLst>
              </p:cNvPr>
              <p:cNvSpPr/>
              <p:nvPr/>
            </p:nvSpPr>
            <p:spPr>
              <a:xfrm>
                <a:off x="4597907" y="3932300"/>
                <a:ext cx="210692" cy="214598"/>
              </a:xfrm>
              <a:custGeom>
                <a:avLst/>
                <a:gdLst>
                  <a:gd name="connsiteX0" fmla="*/ 0 w 210692"/>
                  <a:gd name="connsiteY0" fmla="*/ 214598 h 214598"/>
                  <a:gd name="connsiteX1" fmla="*/ 210693 w 210692"/>
                  <a:gd name="connsiteY1" fmla="*/ 214598 h 214598"/>
                  <a:gd name="connsiteX2" fmla="*/ 210693 w 210692"/>
                  <a:gd name="connsiteY2" fmla="*/ 0 h 214598"/>
                  <a:gd name="connsiteX3" fmla="*/ 0 w 210692"/>
                  <a:gd name="connsiteY3" fmla="*/ 0 h 214598"/>
                  <a:gd name="connsiteX4" fmla="*/ 0 w 210692"/>
                  <a:gd name="connsiteY4" fmla="*/ 214598 h 214598"/>
                  <a:gd name="connsiteX5" fmla="*/ 43529 w 210692"/>
                  <a:gd name="connsiteY5" fmla="*/ 45625 h 214598"/>
                  <a:gd name="connsiteX6" fmla="*/ 172117 w 210692"/>
                  <a:gd name="connsiteY6" fmla="*/ 45625 h 214598"/>
                  <a:gd name="connsiteX7" fmla="*/ 172117 w 210692"/>
                  <a:gd name="connsiteY7" fmla="*/ 175165 h 214598"/>
                  <a:gd name="connsiteX8" fmla="*/ 43529 w 210692"/>
                  <a:gd name="connsiteY8" fmla="*/ 175165 h 214598"/>
                  <a:gd name="connsiteX9" fmla="*/ 43529 w 210692"/>
                  <a:gd name="connsiteY9" fmla="*/ 45625 h 21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692" h="214598">
                    <a:moveTo>
                      <a:pt x="0" y="214598"/>
                    </a:moveTo>
                    <a:cubicBezTo>
                      <a:pt x="72485" y="214598"/>
                      <a:pt x="141256" y="214598"/>
                      <a:pt x="210693" y="214598"/>
                    </a:cubicBezTo>
                    <a:cubicBezTo>
                      <a:pt x="210693" y="141446"/>
                      <a:pt x="210693" y="71533"/>
                      <a:pt x="210693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4390"/>
                      <a:pt x="0" y="144304"/>
                      <a:pt x="0" y="214598"/>
                    </a:cubicBezTo>
                    <a:close/>
                    <a:moveTo>
                      <a:pt x="43529" y="45625"/>
                    </a:moveTo>
                    <a:cubicBezTo>
                      <a:pt x="87821" y="45625"/>
                      <a:pt x="128302" y="45625"/>
                      <a:pt x="172117" y="45625"/>
                    </a:cubicBezTo>
                    <a:cubicBezTo>
                      <a:pt x="172117" y="88773"/>
                      <a:pt x="172117" y="130397"/>
                      <a:pt x="172117" y="175165"/>
                    </a:cubicBezTo>
                    <a:cubicBezTo>
                      <a:pt x="130112" y="175165"/>
                      <a:pt x="88487" y="175165"/>
                      <a:pt x="43529" y="175165"/>
                    </a:cubicBezTo>
                    <a:cubicBezTo>
                      <a:pt x="43529" y="133255"/>
                      <a:pt x="43529" y="91726"/>
                      <a:pt x="43529" y="45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68AEEDF-1086-4F94-B3F6-E4C97FB5AABE}"/>
                  </a:ext>
                </a:extLst>
              </p:cNvPr>
              <p:cNvSpPr/>
              <p:nvPr/>
            </p:nvSpPr>
            <p:spPr>
              <a:xfrm>
                <a:off x="4321682" y="4089367"/>
                <a:ext cx="211455" cy="214503"/>
              </a:xfrm>
              <a:custGeom>
                <a:avLst/>
                <a:gdLst>
                  <a:gd name="connsiteX0" fmla="*/ 0 w 211455"/>
                  <a:gd name="connsiteY0" fmla="*/ 214503 h 214503"/>
                  <a:gd name="connsiteX1" fmla="*/ 211455 w 211455"/>
                  <a:gd name="connsiteY1" fmla="*/ 214503 h 214503"/>
                  <a:gd name="connsiteX2" fmla="*/ 211455 w 211455"/>
                  <a:gd name="connsiteY2" fmla="*/ 0 h 214503"/>
                  <a:gd name="connsiteX3" fmla="*/ 0 w 211455"/>
                  <a:gd name="connsiteY3" fmla="*/ 0 h 214503"/>
                  <a:gd name="connsiteX4" fmla="*/ 0 w 211455"/>
                  <a:gd name="connsiteY4" fmla="*/ 214503 h 214503"/>
                  <a:gd name="connsiteX5" fmla="*/ 44387 w 211455"/>
                  <a:gd name="connsiteY5" fmla="*/ 43243 h 214503"/>
                  <a:gd name="connsiteX6" fmla="*/ 172974 w 211455"/>
                  <a:gd name="connsiteY6" fmla="*/ 43243 h 214503"/>
                  <a:gd name="connsiteX7" fmla="*/ 172974 w 211455"/>
                  <a:gd name="connsiteY7" fmla="*/ 174974 h 214503"/>
                  <a:gd name="connsiteX8" fmla="*/ 44387 w 211455"/>
                  <a:gd name="connsiteY8" fmla="*/ 174974 h 214503"/>
                  <a:gd name="connsiteX9" fmla="*/ 44387 w 211455"/>
                  <a:gd name="connsiteY9" fmla="*/ 43243 h 21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1455" h="214503">
                    <a:moveTo>
                      <a:pt x="0" y="214503"/>
                    </a:moveTo>
                    <a:cubicBezTo>
                      <a:pt x="72676" y="214503"/>
                      <a:pt x="142399" y="214503"/>
                      <a:pt x="211455" y="214503"/>
                    </a:cubicBezTo>
                    <a:cubicBezTo>
                      <a:pt x="211455" y="140494"/>
                      <a:pt x="211455" y="70485"/>
                      <a:pt x="211455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5057"/>
                      <a:pt x="0" y="143827"/>
                      <a:pt x="0" y="214503"/>
                    </a:cubicBezTo>
                    <a:close/>
                    <a:moveTo>
                      <a:pt x="44387" y="43243"/>
                    </a:moveTo>
                    <a:cubicBezTo>
                      <a:pt x="89059" y="43243"/>
                      <a:pt x="129540" y="43243"/>
                      <a:pt x="172974" y="43243"/>
                    </a:cubicBezTo>
                    <a:cubicBezTo>
                      <a:pt x="172974" y="87535"/>
                      <a:pt x="172974" y="129540"/>
                      <a:pt x="172974" y="174974"/>
                    </a:cubicBezTo>
                    <a:cubicBezTo>
                      <a:pt x="130969" y="174974"/>
                      <a:pt x="89154" y="174974"/>
                      <a:pt x="44387" y="174974"/>
                    </a:cubicBezTo>
                    <a:cubicBezTo>
                      <a:pt x="44387" y="131731"/>
                      <a:pt x="44387" y="89821"/>
                      <a:pt x="44387" y="432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94CAC8-E8A5-49C7-B244-06F19A441665}"/>
                </a:ext>
              </a:extLst>
            </p:cNvPr>
            <p:cNvSpPr/>
            <p:nvPr/>
          </p:nvSpPr>
          <p:spPr>
            <a:xfrm>
              <a:off x="217009" y="6590579"/>
              <a:ext cx="859536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5ADEB8C-AD93-4AD0-ACCC-91EC5F97F97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08008" y="2041585"/>
            <a:ext cx="2495909" cy="2720402"/>
          </a:xfrm>
          <a:prstGeom prst="roundRect">
            <a:avLst>
              <a:gd name="adj" fmla="val 23136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612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D0E4AAB-0F04-4DBA-B80B-E677726620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4580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498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258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03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B7D468-ABA1-4DA3-AC12-61796A036550}"/>
              </a:ext>
            </a:extLst>
          </p:cNvPr>
          <p:cNvGrpSpPr/>
          <p:nvPr userDrawn="1"/>
        </p:nvGrpSpPr>
        <p:grpSpPr>
          <a:xfrm>
            <a:off x="5025430" y="1811548"/>
            <a:ext cx="2141139" cy="4273339"/>
            <a:chOff x="8767903" y="321074"/>
            <a:chExt cx="1576880" cy="3147176"/>
          </a:xfrm>
        </p:grpSpPr>
        <p:sp>
          <p:nvSpPr>
            <p:cNvPr id="3" name="Graphic 2">
              <a:extLst>
                <a:ext uri="{FF2B5EF4-FFF2-40B4-BE49-F238E27FC236}">
                  <a16:creationId xmlns:a16="http://schemas.microsoft.com/office/drawing/2014/main" id="{8AAC526D-2A7A-42A9-BE9B-BD1272DA44CD}"/>
                </a:ext>
              </a:extLst>
            </p:cNvPr>
            <p:cNvSpPr/>
            <p:nvPr/>
          </p:nvSpPr>
          <p:spPr>
            <a:xfrm>
              <a:off x="8770344" y="321074"/>
              <a:ext cx="1572693" cy="314717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2168B064-B9E0-4E3F-B86D-43B4CA5D1C6B}"/>
                </a:ext>
              </a:extLst>
            </p:cNvPr>
            <p:cNvSpPr/>
            <p:nvPr/>
          </p:nvSpPr>
          <p:spPr>
            <a:xfrm>
              <a:off x="8791415" y="337581"/>
              <a:ext cx="1530550" cy="3114132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ED46E54B-7F75-457D-9ACB-DB8A6EA35E4B}"/>
                </a:ext>
              </a:extLst>
            </p:cNvPr>
            <p:cNvSpPr/>
            <p:nvPr/>
          </p:nvSpPr>
          <p:spPr>
            <a:xfrm>
              <a:off x="8828208" y="391212"/>
              <a:ext cx="1456965" cy="3006900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BA45497E-F497-4CDB-AA35-874DCA7EE5F8}"/>
                </a:ext>
              </a:extLst>
            </p:cNvPr>
            <p:cNvSpPr/>
            <p:nvPr/>
          </p:nvSpPr>
          <p:spPr>
            <a:xfrm>
              <a:off x="8768181" y="768762"/>
              <a:ext cx="11004" cy="107231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" name="Graphic 2">
              <a:extLst>
                <a:ext uri="{FF2B5EF4-FFF2-40B4-BE49-F238E27FC236}">
                  <a16:creationId xmlns:a16="http://schemas.microsoft.com/office/drawing/2014/main" id="{DD30B4CE-F4C0-41A0-9C41-FFA117C0B3A6}"/>
                </a:ext>
              </a:extLst>
            </p:cNvPr>
            <p:cNvSpPr/>
            <p:nvPr/>
          </p:nvSpPr>
          <p:spPr>
            <a:xfrm>
              <a:off x="8768181" y="998836"/>
              <a:ext cx="15362" cy="21387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308AB5A1-6055-4196-A98B-BA120E3139D3}"/>
                </a:ext>
              </a:extLst>
            </p:cNvPr>
            <p:cNvSpPr/>
            <p:nvPr/>
          </p:nvSpPr>
          <p:spPr>
            <a:xfrm>
              <a:off x="8768212" y="1014199"/>
              <a:ext cx="8686" cy="17910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9C3B811C-8F34-4BB2-B50F-D529A403A36D}"/>
                </a:ext>
              </a:extLst>
            </p:cNvPr>
            <p:cNvSpPr/>
            <p:nvPr/>
          </p:nvSpPr>
          <p:spPr>
            <a:xfrm>
              <a:off x="8767903" y="1284426"/>
              <a:ext cx="15362" cy="21387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0A5AFE8D-B635-4DA2-B03A-E0E1FC6B7579}"/>
                </a:ext>
              </a:extLst>
            </p:cNvPr>
            <p:cNvSpPr/>
            <p:nvPr/>
          </p:nvSpPr>
          <p:spPr>
            <a:xfrm>
              <a:off x="8767903" y="1299789"/>
              <a:ext cx="8686" cy="17910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590C149C-2122-41E1-95F8-59B92706F501}"/>
                </a:ext>
              </a:extLst>
            </p:cNvPr>
            <p:cNvSpPr/>
            <p:nvPr/>
          </p:nvSpPr>
          <p:spPr>
            <a:xfrm>
              <a:off x="10329421" y="1070581"/>
              <a:ext cx="15362" cy="34614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06777F74-ABC4-4E87-9B0E-B639F57610F7}"/>
                </a:ext>
              </a:extLst>
            </p:cNvPr>
            <p:cNvSpPr/>
            <p:nvPr/>
          </p:nvSpPr>
          <p:spPr>
            <a:xfrm>
              <a:off x="10336097" y="1095464"/>
              <a:ext cx="8686" cy="289856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5F135457-EB1C-4597-89CF-6B7F15B0F465}"/>
                </a:ext>
              </a:extLst>
            </p:cNvPr>
            <p:cNvSpPr/>
            <p:nvPr/>
          </p:nvSpPr>
          <p:spPr>
            <a:xfrm>
              <a:off x="10332357" y="1794710"/>
              <a:ext cx="12426" cy="23721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4D96FA4B-753E-47DC-9DF6-A6E1E7A44562}"/>
                </a:ext>
              </a:extLst>
            </p:cNvPr>
            <p:cNvSpPr/>
            <p:nvPr/>
          </p:nvSpPr>
          <p:spPr>
            <a:xfrm>
              <a:off x="10337736" y="1811742"/>
              <a:ext cx="7047" cy="19863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7CA6C24-0EB8-4FE6-9337-DD83252F5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4828" y="385879"/>
              <a:ext cx="73152" cy="7315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F4FA60-CCB7-4779-844C-DABAA7A29E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9400" y="390451"/>
              <a:ext cx="64008" cy="64008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10BBBE-8A59-4105-ABCD-95E30AFE29F2}"/>
                </a:ext>
              </a:extLst>
            </p:cNvPr>
            <p:cNvSpPr/>
            <p:nvPr/>
          </p:nvSpPr>
          <p:spPr>
            <a:xfrm>
              <a:off x="9835585" y="406636"/>
              <a:ext cx="31638" cy="3163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81DCB9-389F-46AD-851C-0E6F1FCAA117}"/>
                </a:ext>
              </a:extLst>
            </p:cNvPr>
            <p:cNvSpPr/>
            <p:nvPr/>
          </p:nvSpPr>
          <p:spPr>
            <a:xfrm>
              <a:off x="9843013" y="414064"/>
              <a:ext cx="16783" cy="16783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Graphic 2">
              <a:extLst>
                <a:ext uri="{FF2B5EF4-FFF2-40B4-BE49-F238E27FC236}">
                  <a16:creationId xmlns:a16="http://schemas.microsoft.com/office/drawing/2014/main" id="{23DD4EBE-4ACC-43BB-9F4E-D49137A3D189}"/>
                </a:ext>
              </a:extLst>
            </p:cNvPr>
            <p:cNvSpPr/>
            <p:nvPr userDrawn="1"/>
          </p:nvSpPr>
          <p:spPr>
            <a:xfrm flipH="1">
              <a:off x="8769273" y="781546"/>
              <a:ext cx="5842" cy="8166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160E3F1-06FD-477D-9A10-DAC162F1E4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C81DCB-DB21-4BAA-B204-B77D940CD00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114617" y="1910281"/>
            <a:ext cx="1978315" cy="4082869"/>
          </a:xfrm>
          <a:custGeom>
            <a:avLst/>
            <a:gdLst>
              <a:gd name="connsiteX0" fmla="*/ 212793 w 1978315"/>
              <a:gd name="connsiteY0" fmla="*/ 0 h 4082869"/>
              <a:gd name="connsiteX1" fmla="*/ 401205 w 1978315"/>
              <a:gd name="connsiteY1" fmla="*/ 0 h 4082869"/>
              <a:gd name="connsiteX2" fmla="*/ 419469 w 1978315"/>
              <a:gd name="connsiteY2" fmla="*/ 17293 h 4082869"/>
              <a:gd name="connsiteX3" fmla="*/ 560800 w 1978315"/>
              <a:gd name="connsiteY3" fmla="*/ 151101 h 4082869"/>
              <a:gd name="connsiteX4" fmla="*/ 1408650 w 1978315"/>
              <a:gd name="connsiteY4" fmla="*/ 151101 h 4082869"/>
              <a:gd name="connsiteX5" fmla="*/ 1549980 w 1978315"/>
              <a:gd name="connsiteY5" fmla="*/ 17293 h 4082869"/>
              <a:gd name="connsiteX6" fmla="*/ 1568244 w 1978315"/>
              <a:gd name="connsiteY6" fmla="*/ 0 h 4082869"/>
              <a:gd name="connsiteX7" fmla="*/ 1765522 w 1978315"/>
              <a:gd name="connsiteY7" fmla="*/ 0 h 4082869"/>
              <a:gd name="connsiteX8" fmla="*/ 1978315 w 1978315"/>
              <a:gd name="connsiteY8" fmla="*/ 201468 h 4082869"/>
              <a:gd name="connsiteX9" fmla="*/ 1978315 w 1978315"/>
              <a:gd name="connsiteY9" fmla="*/ 3881401 h 4082869"/>
              <a:gd name="connsiteX10" fmla="*/ 1765522 w 1978315"/>
              <a:gd name="connsiteY10" fmla="*/ 4082869 h 4082869"/>
              <a:gd name="connsiteX11" fmla="*/ 212793 w 1978315"/>
              <a:gd name="connsiteY11" fmla="*/ 4082869 h 4082869"/>
              <a:gd name="connsiteX12" fmla="*/ 0 w 1978315"/>
              <a:gd name="connsiteY12" fmla="*/ 3881401 h 4082869"/>
              <a:gd name="connsiteX13" fmla="*/ 0 w 1978315"/>
              <a:gd name="connsiteY13" fmla="*/ 201468 h 4082869"/>
              <a:gd name="connsiteX14" fmla="*/ 212793 w 1978315"/>
              <a:gd name="connsiteY14" fmla="*/ 0 h 408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78315" h="4082869">
                <a:moveTo>
                  <a:pt x="212793" y="0"/>
                </a:moveTo>
                <a:lnTo>
                  <a:pt x="401205" y="0"/>
                </a:lnTo>
                <a:cubicBezTo>
                  <a:pt x="411268" y="0"/>
                  <a:pt x="419469" y="7723"/>
                  <a:pt x="419469" y="17293"/>
                </a:cubicBezTo>
                <a:cubicBezTo>
                  <a:pt x="419469" y="91206"/>
                  <a:pt x="482776" y="151101"/>
                  <a:pt x="560800" y="151101"/>
                </a:cubicBezTo>
                <a:lnTo>
                  <a:pt x="1408650" y="151101"/>
                </a:lnTo>
                <a:cubicBezTo>
                  <a:pt x="1486718" y="151101"/>
                  <a:pt x="1549980" y="91164"/>
                  <a:pt x="1549980" y="17293"/>
                </a:cubicBezTo>
                <a:cubicBezTo>
                  <a:pt x="1549980" y="7765"/>
                  <a:pt x="1558137" y="0"/>
                  <a:pt x="1568244" y="0"/>
                </a:cubicBezTo>
                <a:lnTo>
                  <a:pt x="1765522" y="0"/>
                </a:lnTo>
                <a:cubicBezTo>
                  <a:pt x="1883046" y="0"/>
                  <a:pt x="1978315" y="90199"/>
                  <a:pt x="1978315" y="201468"/>
                </a:cubicBezTo>
                <a:lnTo>
                  <a:pt x="1978315" y="3881401"/>
                </a:lnTo>
                <a:cubicBezTo>
                  <a:pt x="1978315" y="3992670"/>
                  <a:pt x="1883046" y="4082869"/>
                  <a:pt x="1765522" y="4082869"/>
                </a:cubicBezTo>
                <a:lnTo>
                  <a:pt x="212793" y="4082869"/>
                </a:lnTo>
                <a:cubicBezTo>
                  <a:pt x="95269" y="4082869"/>
                  <a:pt x="0" y="3992670"/>
                  <a:pt x="0" y="3881401"/>
                </a:cubicBezTo>
                <a:lnTo>
                  <a:pt x="0" y="201468"/>
                </a:lnTo>
                <a:cubicBezTo>
                  <a:pt x="0" y="90199"/>
                  <a:pt x="95269" y="0"/>
                  <a:pt x="21279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916CF46-488F-4FE9-AC4F-77C801637CC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433765" y="1927727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D300018D-2AC9-4C33-A2A4-14E16B23CF56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9687580" y="1927727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83A6509-CC82-452F-A286-7F70AAC6899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17800" y="1899542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D913B264-7134-4405-93DF-EA96EEC4F27F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2771615" y="1899542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910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45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DC57578-EF98-4A57-8AF7-1C7CC48D72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3736" y="0"/>
            <a:ext cx="4348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6562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280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394D49-183A-4365-96D6-B33C07985F6A}"/>
              </a:ext>
            </a:extLst>
          </p:cNvPr>
          <p:cNvGrpSpPr/>
          <p:nvPr userDrawn="1"/>
        </p:nvGrpSpPr>
        <p:grpSpPr>
          <a:xfrm>
            <a:off x="580088" y="2381012"/>
            <a:ext cx="5265908" cy="2893260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6771F85-DDF8-4764-8B76-1D77A9550D2A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734D713-E6C3-4764-B335-9D9AF5B0E6B9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F8FA88E-FF89-425A-9014-08212454B1FB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E4D8639-EB76-4FF7-9267-DDC1B5D2BE0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A9574EA-2C25-4B0D-999B-2710CFA14841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057BF4F-66F9-4E51-A539-A4891B1E9A0E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C320298-1486-4E7C-AC6C-8F11EB94FB8F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127145D-AAD2-47C1-A972-A3B974161EF0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5E6DA8-84C4-4E2F-B213-4F858F59A4ED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77075A0-712D-4531-BBC9-3EC543786C7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55E5D04-EE1E-44BD-B44B-9EE4F146258F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9D4491-05E6-422F-822D-B7FE4D14E193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D25E28DE-8369-4103-BE13-2A3D28BEAE7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9848" y="2528816"/>
            <a:ext cx="3856505" cy="2377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D14DFB5-AD90-487E-B326-EBB32CEF7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08919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182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212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638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427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374584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046912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BA6ABDF-B783-4370-B519-F4A9A24924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00567" y="4663440"/>
            <a:ext cx="6261296" cy="2194560"/>
          </a:xfrm>
          <a:custGeom>
            <a:avLst/>
            <a:gdLst>
              <a:gd name="connsiteX0" fmla="*/ 0 w 6261296"/>
              <a:gd name="connsiteY0" fmla="*/ 0 h 2194560"/>
              <a:gd name="connsiteX1" fmla="*/ 4708798 w 6261296"/>
              <a:gd name="connsiteY1" fmla="*/ 0 h 2194560"/>
              <a:gd name="connsiteX2" fmla="*/ 6261296 w 6261296"/>
              <a:gd name="connsiteY2" fmla="*/ 2194560 h 2194560"/>
              <a:gd name="connsiteX3" fmla="*/ 1552498 w 6261296"/>
              <a:gd name="connsiteY3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296" h="2194560">
                <a:moveTo>
                  <a:pt x="0" y="0"/>
                </a:moveTo>
                <a:lnTo>
                  <a:pt x="4708798" y="0"/>
                </a:lnTo>
                <a:lnTo>
                  <a:pt x="6261296" y="2194560"/>
                </a:lnTo>
                <a:lnTo>
                  <a:pt x="1552498" y="21945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DC12723-4012-4D36-BE4E-D59695E46D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65352" y="2331720"/>
            <a:ext cx="6261296" cy="2194560"/>
          </a:xfrm>
          <a:custGeom>
            <a:avLst/>
            <a:gdLst>
              <a:gd name="connsiteX0" fmla="*/ 0 w 6261296"/>
              <a:gd name="connsiteY0" fmla="*/ 0 h 2194560"/>
              <a:gd name="connsiteX1" fmla="*/ 4708798 w 6261296"/>
              <a:gd name="connsiteY1" fmla="*/ 0 h 2194560"/>
              <a:gd name="connsiteX2" fmla="*/ 6261296 w 6261296"/>
              <a:gd name="connsiteY2" fmla="*/ 2194560 h 2194560"/>
              <a:gd name="connsiteX3" fmla="*/ 1552498 w 6261296"/>
              <a:gd name="connsiteY3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296" h="2194560">
                <a:moveTo>
                  <a:pt x="0" y="0"/>
                </a:moveTo>
                <a:lnTo>
                  <a:pt x="4708798" y="0"/>
                </a:lnTo>
                <a:lnTo>
                  <a:pt x="6261296" y="2194560"/>
                </a:lnTo>
                <a:lnTo>
                  <a:pt x="1552498" y="21945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F1D70DE-B78A-41EC-BA18-B6E2A6D3116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82504" y="0"/>
            <a:ext cx="6261296" cy="2194560"/>
          </a:xfrm>
          <a:custGeom>
            <a:avLst/>
            <a:gdLst>
              <a:gd name="connsiteX0" fmla="*/ 0 w 6261296"/>
              <a:gd name="connsiteY0" fmla="*/ 0 h 2194560"/>
              <a:gd name="connsiteX1" fmla="*/ 4708798 w 6261296"/>
              <a:gd name="connsiteY1" fmla="*/ 0 h 2194560"/>
              <a:gd name="connsiteX2" fmla="*/ 6261296 w 6261296"/>
              <a:gd name="connsiteY2" fmla="*/ 2194560 h 2194560"/>
              <a:gd name="connsiteX3" fmla="*/ 1552498 w 6261296"/>
              <a:gd name="connsiteY3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296" h="2194560">
                <a:moveTo>
                  <a:pt x="0" y="0"/>
                </a:moveTo>
                <a:lnTo>
                  <a:pt x="4708798" y="0"/>
                </a:lnTo>
                <a:lnTo>
                  <a:pt x="6261296" y="2194560"/>
                </a:lnTo>
                <a:lnTo>
                  <a:pt x="1552498" y="21945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9640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700808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3701325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3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672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A1A6E33-8A0F-4192-83F6-2FB90AE8DE7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1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7332FD6-4CCE-4EA6-A914-847EA767CDE7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A41DCAB-7A97-4D72-8703-2A5EBB6B4047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E59F880-57D5-4D69-ADDA-A3030C94684E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6826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3D5AB-FDE8-4863-8B0B-FF0EDBC68861}"/>
              </a:ext>
            </a:extLst>
          </p:cNvPr>
          <p:cNvSpPr/>
          <p:nvPr userDrawn="1"/>
        </p:nvSpPr>
        <p:spPr>
          <a:xfrm>
            <a:off x="3657599" y="1899951"/>
            <a:ext cx="7513503" cy="32903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96F43-3876-47CC-B363-9FBE2E05752F}"/>
              </a:ext>
            </a:extLst>
          </p:cNvPr>
          <p:cNvSpPr/>
          <p:nvPr userDrawn="1"/>
        </p:nvSpPr>
        <p:spPr>
          <a:xfrm rot="20400000">
            <a:off x="1053733" y="2229400"/>
            <a:ext cx="2882539" cy="34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27DCA-3196-491D-86F7-98470FD4534B}"/>
              </a:ext>
            </a:extLst>
          </p:cNvPr>
          <p:cNvSpPr/>
          <p:nvPr userDrawn="1"/>
        </p:nvSpPr>
        <p:spPr>
          <a:xfrm rot="20640000">
            <a:off x="1079861" y="2203273"/>
            <a:ext cx="2882539" cy="3413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3D9F4-8CA6-4676-B29C-CF1677EB90FF}"/>
              </a:ext>
            </a:extLst>
          </p:cNvPr>
          <p:cNvSpPr/>
          <p:nvPr userDrawn="1"/>
        </p:nvSpPr>
        <p:spPr>
          <a:xfrm rot="20971299">
            <a:off x="1114697" y="2133601"/>
            <a:ext cx="2882539" cy="3413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CD635CC-1412-43AB-9F1C-D19087A8B8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0971299">
            <a:off x="1195969" y="2286620"/>
            <a:ext cx="2598071" cy="2355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92F2F0B-AB18-4F91-BFCD-5E07920CEC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303292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425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B08BDAF-A042-4560-BBD8-F1CA5D9DB1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90342" y="2999128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375B096-EBDB-4C71-BACA-9F780BF702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74654" y="3623109"/>
            <a:ext cx="2785716" cy="2770089"/>
          </a:xfrm>
          <a:custGeom>
            <a:avLst/>
            <a:gdLst>
              <a:gd name="connsiteX0" fmla="*/ 1137861 w 2785716"/>
              <a:gd name="connsiteY0" fmla="*/ 0 h 2770089"/>
              <a:gd name="connsiteX1" fmla="*/ 2785716 w 2785716"/>
              <a:gd name="connsiteY1" fmla="*/ 1140221 h 2770089"/>
              <a:gd name="connsiteX2" fmla="*/ 1657942 w 2785716"/>
              <a:gd name="connsiteY2" fmla="*/ 2770089 h 2770089"/>
              <a:gd name="connsiteX3" fmla="*/ 1626789 w 2785716"/>
              <a:gd name="connsiteY3" fmla="*/ 2770089 h 2770089"/>
              <a:gd name="connsiteX4" fmla="*/ 0 w 2785716"/>
              <a:gd name="connsiteY4" fmla="*/ 1644444 h 277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5716" h="2770089">
                <a:moveTo>
                  <a:pt x="1137861" y="0"/>
                </a:moveTo>
                <a:lnTo>
                  <a:pt x="2785716" y="1140221"/>
                </a:lnTo>
                <a:lnTo>
                  <a:pt x="1657942" y="2770089"/>
                </a:lnTo>
                <a:lnTo>
                  <a:pt x="1626789" y="2770089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1F3A08B-34AD-476C-9953-B19BAF7F62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93127" y="1209715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64DE5B1-7A92-485E-BF4B-DC34DB0ECFF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7439" y="1833693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D283E2-312F-41C5-9422-DB6C85B4455D}"/>
              </a:ext>
            </a:extLst>
          </p:cNvPr>
          <p:cNvSpPr/>
          <p:nvPr userDrawn="1"/>
        </p:nvSpPr>
        <p:spPr>
          <a:xfrm flipH="1">
            <a:off x="9483954" y="2398144"/>
            <a:ext cx="2708047" cy="3413083"/>
          </a:xfrm>
          <a:custGeom>
            <a:avLst/>
            <a:gdLst>
              <a:gd name="connsiteX0" fmla="*/ 0 w 2708047"/>
              <a:gd name="connsiteY0" fmla="*/ 0 h 3335839"/>
              <a:gd name="connsiteX1" fmla="*/ 347734 w 2708047"/>
              <a:gd name="connsiteY1" fmla="*/ 0 h 3335839"/>
              <a:gd name="connsiteX2" fmla="*/ 2708047 w 2708047"/>
              <a:gd name="connsiteY2" fmla="*/ 3335839 h 3335839"/>
              <a:gd name="connsiteX3" fmla="*/ 0 w 2708047"/>
              <a:gd name="connsiteY3" fmla="*/ 3335839 h 333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8047" h="3335839">
                <a:moveTo>
                  <a:pt x="0" y="0"/>
                </a:moveTo>
                <a:lnTo>
                  <a:pt x="347734" y="0"/>
                </a:lnTo>
                <a:lnTo>
                  <a:pt x="2708047" y="3335839"/>
                </a:lnTo>
                <a:lnTo>
                  <a:pt x="0" y="333583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1AAC7CE-37C6-4882-8A2F-D617C7403A00}"/>
              </a:ext>
            </a:extLst>
          </p:cNvPr>
          <p:cNvSpPr/>
          <p:nvPr userDrawn="1"/>
        </p:nvSpPr>
        <p:spPr>
          <a:xfrm flipH="1">
            <a:off x="0" y="1819635"/>
            <a:ext cx="6869544" cy="3399347"/>
          </a:xfrm>
          <a:custGeom>
            <a:avLst/>
            <a:gdLst>
              <a:gd name="connsiteX0" fmla="*/ 6869544 w 6869544"/>
              <a:gd name="connsiteY0" fmla="*/ 0 h 3399346"/>
              <a:gd name="connsiteX1" fmla="*/ 0 w 6869544"/>
              <a:gd name="connsiteY1" fmla="*/ 0 h 3399346"/>
              <a:gd name="connsiteX2" fmla="*/ 2360312 w 6869544"/>
              <a:gd name="connsiteY2" fmla="*/ 3399346 h 3399346"/>
              <a:gd name="connsiteX3" fmla="*/ 6869544 w 6869544"/>
              <a:gd name="connsiteY3" fmla="*/ 3399346 h 3399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544" h="3399346">
                <a:moveTo>
                  <a:pt x="6869544" y="0"/>
                </a:moveTo>
                <a:lnTo>
                  <a:pt x="0" y="0"/>
                </a:lnTo>
                <a:lnTo>
                  <a:pt x="2360312" y="3399346"/>
                </a:lnTo>
                <a:lnTo>
                  <a:pt x="6869544" y="33993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0133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6026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BD26266-8DF8-4F9E-8108-90547D7F6DB4}"/>
              </a:ext>
            </a:extLst>
          </p:cNvPr>
          <p:cNvGrpSpPr/>
          <p:nvPr userDrawn="1"/>
        </p:nvGrpSpPr>
        <p:grpSpPr>
          <a:xfrm>
            <a:off x="9613650" y="2003247"/>
            <a:ext cx="2578351" cy="4052320"/>
            <a:chOff x="9508727" y="2147107"/>
            <a:chExt cx="2683273" cy="421722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7F633FE-376E-404F-91E4-885447763090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00AA72A-9E73-4E92-9A24-FC8789F6DFA4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BD5C51-A833-433E-BB70-71DFE09A603C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8E9B8E-66AA-4D07-8C4F-4CA5F0182522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BC8E66A-1394-4D3C-B2E0-334A1F599DAF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4802E1-A5FC-45E8-8180-8E940D832B5F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825B71-4111-4DEB-8EF4-3C86689A682C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3A80384-9207-4A80-9B70-A1F7CDE8F6C3}"/>
              </a:ext>
            </a:extLst>
          </p:cNvPr>
          <p:cNvSpPr/>
          <p:nvPr userDrawn="1"/>
        </p:nvSpPr>
        <p:spPr>
          <a:xfrm>
            <a:off x="0" y="4"/>
            <a:ext cx="12192000" cy="18804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416A75-B8CF-4929-BC37-2BBFEDC80AA1}"/>
              </a:ext>
            </a:extLst>
          </p:cNvPr>
          <p:cNvSpPr/>
          <p:nvPr userDrawn="1"/>
        </p:nvSpPr>
        <p:spPr>
          <a:xfrm>
            <a:off x="5466000" y="1233032"/>
            <a:ext cx="1260000" cy="126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01AED590-6033-41B9-B612-A655FC2D2471}"/>
              </a:ext>
            </a:extLst>
          </p:cNvPr>
          <p:cNvSpPr/>
          <p:nvPr userDrawn="1"/>
        </p:nvSpPr>
        <p:spPr>
          <a:xfrm>
            <a:off x="6714751" y="3743880"/>
            <a:ext cx="2520000" cy="25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2700">
              <a:solidFill>
                <a:prstClr val="white"/>
              </a:solidFill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BA74944-B383-469B-9810-16FAA473610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45814" y="2221239"/>
            <a:ext cx="2446188" cy="27368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grpSp>
        <p:nvGrpSpPr>
          <p:cNvPr id="23" name="Group 20">
            <a:extLst>
              <a:ext uri="{FF2B5EF4-FFF2-40B4-BE49-F238E27FC236}">
                <a16:creationId xmlns:a16="http://schemas.microsoft.com/office/drawing/2014/main" id="{73844864-235F-4E14-9FBA-EB17CB8C013A}"/>
              </a:ext>
            </a:extLst>
          </p:cNvPr>
          <p:cNvGrpSpPr/>
          <p:nvPr userDrawn="1"/>
        </p:nvGrpSpPr>
        <p:grpSpPr>
          <a:xfrm>
            <a:off x="7019112" y="2341950"/>
            <a:ext cx="1890759" cy="3323855"/>
            <a:chOff x="445712" y="1449040"/>
            <a:chExt cx="2113018" cy="3924176"/>
          </a:xfrm>
        </p:grpSpPr>
        <p:sp>
          <p:nvSpPr>
            <p:cNvPr id="24" name="Rounded Rectangle 21">
              <a:extLst>
                <a:ext uri="{FF2B5EF4-FFF2-40B4-BE49-F238E27FC236}">
                  <a16:creationId xmlns:a16="http://schemas.microsoft.com/office/drawing/2014/main" id="{A0C7D66C-8C6F-4B9E-8DC1-072BF2073C6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ko-KR" alt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764ECC13-9256-4F74-B289-1001D8F2747F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ko-KR" altLang="en-US" sz="1800">
                <a:solidFill>
                  <a:prstClr val="white"/>
                </a:solidFill>
              </a:endParaRPr>
            </a:p>
          </p:txBody>
        </p:sp>
        <p:grpSp>
          <p:nvGrpSpPr>
            <p:cNvPr id="26" name="Group 23">
              <a:extLst>
                <a:ext uri="{FF2B5EF4-FFF2-40B4-BE49-F238E27FC236}">
                  <a16:creationId xmlns:a16="http://schemas.microsoft.com/office/drawing/2014/main" id="{808E2BAA-465D-4C79-8B44-51C252EE8A0B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7" name="Oval 24">
                <a:extLst>
                  <a:ext uri="{FF2B5EF4-FFF2-40B4-BE49-F238E27FC236}">
                    <a16:creationId xmlns:a16="http://schemas.microsoft.com/office/drawing/2014/main" id="{2402E4F7-C37D-4790-B616-737E2810F7FC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ko-KR" altLang="en-US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Rounded Rectangle 25">
                <a:extLst>
                  <a:ext uri="{FF2B5EF4-FFF2-40B4-BE49-F238E27FC236}">
                    <a16:creationId xmlns:a16="http://schemas.microsoft.com/office/drawing/2014/main" id="{76D07C3D-86F4-43C7-B719-BBBFD744E107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ko-KR" altLang="en-US" sz="180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1B67B68D-FEC5-42A8-B837-0016014A5CE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145483" y="2668905"/>
            <a:ext cx="1624041" cy="26634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16F402C5-963E-430D-8D32-CCEA9657B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46655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7423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2">
            <a:extLst>
              <a:ext uri="{FF2B5EF4-FFF2-40B4-BE49-F238E27FC236}">
                <a16:creationId xmlns:a16="http://schemas.microsoft.com/office/drawing/2014/main" id="{E58C46AB-72B0-452F-8968-7F13D6C693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"/>
            <a:ext cx="12192000" cy="6561423"/>
          </a:xfrm>
          <a:custGeom>
            <a:avLst/>
            <a:gdLst>
              <a:gd name="connsiteX0" fmla="*/ 0 w 12192000"/>
              <a:gd name="connsiteY0" fmla="*/ 0 h 6561423"/>
              <a:gd name="connsiteX1" fmla="*/ 12192000 w 12192000"/>
              <a:gd name="connsiteY1" fmla="*/ 0 h 6561423"/>
              <a:gd name="connsiteX2" fmla="*/ 12192000 w 12192000"/>
              <a:gd name="connsiteY2" fmla="*/ 2455328 h 6561423"/>
              <a:gd name="connsiteX3" fmla="*/ 9675392 w 12192000"/>
              <a:gd name="connsiteY3" fmla="*/ 3302886 h 6561423"/>
              <a:gd name="connsiteX4" fmla="*/ 10157317 w 12192000"/>
              <a:gd name="connsiteY4" fmla="*/ 4390513 h 6561423"/>
              <a:gd name="connsiteX5" fmla="*/ 8230254 w 12192000"/>
              <a:gd name="connsiteY5" fmla="*/ 3789588 h 6561423"/>
              <a:gd name="connsiteX6" fmla="*/ 0 w 12192000"/>
              <a:gd name="connsiteY6" fmla="*/ 6561423 h 65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561423">
                <a:moveTo>
                  <a:pt x="0" y="0"/>
                </a:moveTo>
                <a:lnTo>
                  <a:pt x="12192000" y="0"/>
                </a:lnTo>
                <a:lnTo>
                  <a:pt x="12192000" y="2455328"/>
                </a:lnTo>
                <a:lnTo>
                  <a:pt x="9675392" y="3302886"/>
                </a:lnTo>
                <a:lnTo>
                  <a:pt x="10157317" y="4390513"/>
                </a:lnTo>
                <a:lnTo>
                  <a:pt x="8230254" y="3789588"/>
                </a:lnTo>
                <a:lnTo>
                  <a:pt x="0" y="65614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37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 smtClean="0"/>
              <a:t>Your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85184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4417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E252F-2F95-498B-9748-639B6E785753}"/>
              </a:ext>
            </a:extLst>
          </p:cNvPr>
          <p:cNvSpPr/>
          <p:nvPr userDrawn="1"/>
        </p:nvSpPr>
        <p:spPr>
          <a:xfrm>
            <a:off x="360610" y="303728"/>
            <a:ext cx="5520743" cy="6250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0EF3A-BE58-433D-9D14-B9221C51EC72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49500" y="523741"/>
            <a:ext cx="3709115" cy="58555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7477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1770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&amp; Conten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0" y="3356994"/>
            <a:ext cx="12192000" cy="3501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2657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3265714"/>
            <a:ext cx="12192000" cy="91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8850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8646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8634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248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6665261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1" y="1131593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4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8" y="1276654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4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40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5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pPr defTabSz="914377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2314389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368353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6876525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4053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2958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A1A6E33-8A0F-4192-83F6-2FB90AE8DE7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1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7332FD6-4CCE-4EA6-A914-847EA767CDE7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A41DCAB-7A97-4D72-8703-2A5EBB6B4047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E59F880-57D5-4D69-ADDA-A3030C94684E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04015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3D5AB-FDE8-4863-8B0B-FF0EDBC68861}"/>
              </a:ext>
            </a:extLst>
          </p:cNvPr>
          <p:cNvSpPr/>
          <p:nvPr userDrawn="1"/>
        </p:nvSpPr>
        <p:spPr>
          <a:xfrm>
            <a:off x="3657599" y="1899951"/>
            <a:ext cx="7513503" cy="32903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96F43-3876-47CC-B363-9FBE2E05752F}"/>
              </a:ext>
            </a:extLst>
          </p:cNvPr>
          <p:cNvSpPr/>
          <p:nvPr userDrawn="1"/>
        </p:nvSpPr>
        <p:spPr>
          <a:xfrm rot="20400000">
            <a:off x="1053733" y="2229400"/>
            <a:ext cx="2882539" cy="34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27DCA-3196-491D-86F7-98470FD4534B}"/>
              </a:ext>
            </a:extLst>
          </p:cNvPr>
          <p:cNvSpPr/>
          <p:nvPr userDrawn="1"/>
        </p:nvSpPr>
        <p:spPr>
          <a:xfrm rot="20640000">
            <a:off x="1079861" y="2203273"/>
            <a:ext cx="2882539" cy="3413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3D9F4-8CA6-4676-B29C-CF1677EB90FF}"/>
              </a:ext>
            </a:extLst>
          </p:cNvPr>
          <p:cNvSpPr/>
          <p:nvPr userDrawn="1"/>
        </p:nvSpPr>
        <p:spPr>
          <a:xfrm rot="20971299">
            <a:off x="1114697" y="2133601"/>
            <a:ext cx="2882539" cy="3413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CD635CC-1412-43AB-9F1C-D19087A8B8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0971299">
            <a:off x="1195969" y="2286620"/>
            <a:ext cx="2598071" cy="2355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92F2F0B-AB18-4F91-BFCD-5E07920CEC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9348895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46790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B08BDAF-A042-4560-BBD8-F1CA5D9DB1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90342" y="2999128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375B096-EBDB-4C71-BACA-9F780BF702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74654" y="3623109"/>
            <a:ext cx="2785716" cy="2770089"/>
          </a:xfrm>
          <a:custGeom>
            <a:avLst/>
            <a:gdLst>
              <a:gd name="connsiteX0" fmla="*/ 1137861 w 2785716"/>
              <a:gd name="connsiteY0" fmla="*/ 0 h 2770089"/>
              <a:gd name="connsiteX1" fmla="*/ 2785716 w 2785716"/>
              <a:gd name="connsiteY1" fmla="*/ 1140221 h 2770089"/>
              <a:gd name="connsiteX2" fmla="*/ 1657942 w 2785716"/>
              <a:gd name="connsiteY2" fmla="*/ 2770089 h 2770089"/>
              <a:gd name="connsiteX3" fmla="*/ 1626789 w 2785716"/>
              <a:gd name="connsiteY3" fmla="*/ 2770089 h 2770089"/>
              <a:gd name="connsiteX4" fmla="*/ 0 w 2785716"/>
              <a:gd name="connsiteY4" fmla="*/ 1644444 h 277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5716" h="2770089">
                <a:moveTo>
                  <a:pt x="1137861" y="0"/>
                </a:moveTo>
                <a:lnTo>
                  <a:pt x="2785716" y="1140221"/>
                </a:lnTo>
                <a:lnTo>
                  <a:pt x="1657942" y="2770089"/>
                </a:lnTo>
                <a:lnTo>
                  <a:pt x="1626789" y="2770089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1F3A08B-34AD-476C-9953-B19BAF7F62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93127" y="1209715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64DE5B1-7A92-485E-BF4B-DC34DB0ECFF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7439" y="1833693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D283E2-312F-41C5-9422-DB6C85B4455D}"/>
              </a:ext>
            </a:extLst>
          </p:cNvPr>
          <p:cNvSpPr/>
          <p:nvPr userDrawn="1"/>
        </p:nvSpPr>
        <p:spPr>
          <a:xfrm flipH="1">
            <a:off x="9483954" y="2398144"/>
            <a:ext cx="2708047" cy="3413083"/>
          </a:xfrm>
          <a:custGeom>
            <a:avLst/>
            <a:gdLst>
              <a:gd name="connsiteX0" fmla="*/ 0 w 2708047"/>
              <a:gd name="connsiteY0" fmla="*/ 0 h 3335839"/>
              <a:gd name="connsiteX1" fmla="*/ 347734 w 2708047"/>
              <a:gd name="connsiteY1" fmla="*/ 0 h 3335839"/>
              <a:gd name="connsiteX2" fmla="*/ 2708047 w 2708047"/>
              <a:gd name="connsiteY2" fmla="*/ 3335839 h 3335839"/>
              <a:gd name="connsiteX3" fmla="*/ 0 w 2708047"/>
              <a:gd name="connsiteY3" fmla="*/ 3335839 h 333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8047" h="3335839">
                <a:moveTo>
                  <a:pt x="0" y="0"/>
                </a:moveTo>
                <a:lnTo>
                  <a:pt x="347734" y="0"/>
                </a:lnTo>
                <a:lnTo>
                  <a:pt x="2708047" y="3335839"/>
                </a:lnTo>
                <a:lnTo>
                  <a:pt x="0" y="333583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1AAC7CE-37C6-4882-8A2F-D617C7403A00}"/>
              </a:ext>
            </a:extLst>
          </p:cNvPr>
          <p:cNvSpPr/>
          <p:nvPr userDrawn="1"/>
        </p:nvSpPr>
        <p:spPr>
          <a:xfrm flipH="1">
            <a:off x="0" y="1819635"/>
            <a:ext cx="6869544" cy="3399347"/>
          </a:xfrm>
          <a:custGeom>
            <a:avLst/>
            <a:gdLst>
              <a:gd name="connsiteX0" fmla="*/ 6869544 w 6869544"/>
              <a:gd name="connsiteY0" fmla="*/ 0 h 3399346"/>
              <a:gd name="connsiteX1" fmla="*/ 0 w 6869544"/>
              <a:gd name="connsiteY1" fmla="*/ 0 h 3399346"/>
              <a:gd name="connsiteX2" fmla="*/ 2360312 w 6869544"/>
              <a:gd name="connsiteY2" fmla="*/ 3399346 h 3399346"/>
              <a:gd name="connsiteX3" fmla="*/ 6869544 w 6869544"/>
              <a:gd name="connsiteY3" fmla="*/ 3399346 h 3399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544" h="3399346">
                <a:moveTo>
                  <a:pt x="6869544" y="0"/>
                </a:moveTo>
                <a:lnTo>
                  <a:pt x="0" y="0"/>
                </a:lnTo>
                <a:lnTo>
                  <a:pt x="2360312" y="3399346"/>
                </a:lnTo>
                <a:lnTo>
                  <a:pt x="6869544" y="33993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656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54773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BD26266-8DF8-4F9E-8108-90547D7F6DB4}"/>
              </a:ext>
            </a:extLst>
          </p:cNvPr>
          <p:cNvGrpSpPr/>
          <p:nvPr userDrawn="1"/>
        </p:nvGrpSpPr>
        <p:grpSpPr>
          <a:xfrm>
            <a:off x="9613650" y="2003247"/>
            <a:ext cx="2578351" cy="4052320"/>
            <a:chOff x="9508727" y="2147107"/>
            <a:chExt cx="2683273" cy="421722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7F633FE-376E-404F-91E4-885447763090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00AA72A-9E73-4E92-9A24-FC8789F6DFA4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BD5C51-A833-433E-BB70-71DFE09A603C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8E9B8E-66AA-4D07-8C4F-4CA5F0182522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BC8E66A-1394-4D3C-B2E0-334A1F599DAF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4802E1-A5FC-45E8-8180-8E940D832B5F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825B71-4111-4DEB-8EF4-3C86689A682C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3A80384-9207-4A80-9B70-A1F7CDE8F6C3}"/>
              </a:ext>
            </a:extLst>
          </p:cNvPr>
          <p:cNvSpPr/>
          <p:nvPr userDrawn="1"/>
        </p:nvSpPr>
        <p:spPr>
          <a:xfrm>
            <a:off x="0" y="4"/>
            <a:ext cx="12192000" cy="18804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416A75-B8CF-4929-BC37-2BBFEDC80AA1}"/>
              </a:ext>
            </a:extLst>
          </p:cNvPr>
          <p:cNvSpPr/>
          <p:nvPr userDrawn="1"/>
        </p:nvSpPr>
        <p:spPr>
          <a:xfrm>
            <a:off x="5466000" y="1233032"/>
            <a:ext cx="1260000" cy="126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01AED590-6033-41B9-B612-A655FC2D2471}"/>
              </a:ext>
            </a:extLst>
          </p:cNvPr>
          <p:cNvSpPr/>
          <p:nvPr userDrawn="1"/>
        </p:nvSpPr>
        <p:spPr>
          <a:xfrm>
            <a:off x="6714751" y="3743880"/>
            <a:ext cx="2520000" cy="25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2700">
              <a:solidFill>
                <a:prstClr val="white"/>
              </a:solidFill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BA74944-B383-469B-9810-16FAA473610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45814" y="2221239"/>
            <a:ext cx="2446188" cy="27368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grpSp>
        <p:nvGrpSpPr>
          <p:cNvPr id="23" name="Group 20">
            <a:extLst>
              <a:ext uri="{FF2B5EF4-FFF2-40B4-BE49-F238E27FC236}">
                <a16:creationId xmlns:a16="http://schemas.microsoft.com/office/drawing/2014/main" id="{73844864-235F-4E14-9FBA-EB17CB8C013A}"/>
              </a:ext>
            </a:extLst>
          </p:cNvPr>
          <p:cNvGrpSpPr/>
          <p:nvPr userDrawn="1"/>
        </p:nvGrpSpPr>
        <p:grpSpPr>
          <a:xfrm>
            <a:off x="7019112" y="2341950"/>
            <a:ext cx="1890759" cy="3323855"/>
            <a:chOff x="445712" y="1449040"/>
            <a:chExt cx="2113018" cy="3924176"/>
          </a:xfrm>
        </p:grpSpPr>
        <p:sp>
          <p:nvSpPr>
            <p:cNvPr id="24" name="Rounded Rectangle 21">
              <a:extLst>
                <a:ext uri="{FF2B5EF4-FFF2-40B4-BE49-F238E27FC236}">
                  <a16:creationId xmlns:a16="http://schemas.microsoft.com/office/drawing/2014/main" id="{A0C7D66C-8C6F-4B9E-8DC1-072BF2073C6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ko-KR" alt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764ECC13-9256-4F74-B289-1001D8F2747F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ko-KR" altLang="en-US" sz="1800">
                <a:solidFill>
                  <a:prstClr val="white"/>
                </a:solidFill>
              </a:endParaRPr>
            </a:p>
          </p:txBody>
        </p:sp>
        <p:grpSp>
          <p:nvGrpSpPr>
            <p:cNvPr id="26" name="Group 23">
              <a:extLst>
                <a:ext uri="{FF2B5EF4-FFF2-40B4-BE49-F238E27FC236}">
                  <a16:creationId xmlns:a16="http://schemas.microsoft.com/office/drawing/2014/main" id="{808E2BAA-465D-4C79-8B44-51C252EE8A0B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7" name="Oval 24">
                <a:extLst>
                  <a:ext uri="{FF2B5EF4-FFF2-40B4-BE49-F238E27FC236}">
                    <a16:creationId xmlns:a16="http://schemas.microsoft.com/office/drawing/2014/main" id="{2402E4F7-C37D-4790-B616-737E2810F7FC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ko-KR" altLang="en-US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Rounded Rectangle 25">
                <a:extLst>
                  <a:ext uri="{FF2B5EF4-FFF2-40B4-BE49-F238E27FC236}">
                    <a16:creationId xmlns:a16="http://schemas.microsoft.com/office/drawing/2014/main" id="{76D07C3D-86F4-43C7-B719-BBBFD744E107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ko-KR" altLang="en-US" sz="180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1B67B68D-FEC5-42A8-B837-0016014A5CE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145483" y="2668905"/>
            <a:ext cx="1624041" cy="26634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16F402C5-963E-430D-8D32-CCEA9657B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866158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2553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2">
            <a:extLst>
              <a:ext uri="{FF2B5EF4-FFF2-40B4-BE49-F238E27FC236}">
                <a16:creationId xmlns:a16="http://schemas.microsoft.com/office/drawing/2014/main" id="{E58C46AB-72B0-452F-8968-7F13D6C693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"/>
            <a:ext cx="12192000" cy="6561423"/>
          </a:xfrm>
          <a:custGeom>
            <a:avLst/>
            <a:gdLst>
              <a:gd name="connsiteX0" fmla="*/ 0 w 12192000"/>
              <a:gd name="connsiteY0" fmla="*/ 0 h 6561423"/>
              <a:gd name="connsiteX1" fmla="*/ 12192000 w 12192000"/>
              <a:gd name="connsiteY1" fmla="*/ 0 h 6561423"/>
              <a:gd name="connsiteX2" fmla="*/ 12192000 w 12192000"/>
              <a:gd name="connsiteY2" fmla="*/ 2455328 h 6561423"/>
              <a:gd name="connsiteX3" fmla="*/ 9675392 w 12192000"/>
              <a:gd name="connsiteY3" fmla="*/ 3302886 h 6561423"/>
              <a:gd name="connsiteX4" fmla="*/ 10157317 w 12192000"/>
              <a:gd name="connsiteY4" fmla="*/ 4390513 h 6561423"/>
              <a:gd name="connsiteX5" fmla="*/ 8230254 w 12192000"/>
              <a:gd name="connsiteY5" fmla="*/ 3789588 h 6561423"/>
              <a:gd name="connsiteX6" fmla="*/ 0 w 12192000"/>
              <a:gd name="connsiteY6" fmla="*/ 6561423 h 65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561423">
                <a:moveTo>
                  <a:pt x="0" y="0"/>
                </a:moveTo>
                <a:lnTo>
                  <a:pt x="12192000" y="0"/>
                </a:lnTo>
                <a:lnTo>
                  <a:pt x="12192000" y="2455328"/>
                </a:lnTo>
                <a:lnTo>
                  <a:pt x="9675392" y="3302886"/>
                </a:lnTo>
                <a:lnTo>
                  <a:pt x="10157317" y="4390513"/>
                </a:lnTo>
                <a:lnTo>
                  <a:pt x="8230254" y="3789588"/>
                </a:lnTo>
                <a:lnTo>
                  <a:pt x="0" y="65614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37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 smtClean="0"/>
              <a:t>Your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13939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8852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E252F-2F95-498B-9748-639B6E785753}"/>
              </a:ext>
            </a:extLst>
          </p:cNvPr>
          <p:cNvSpPr/>
          <p:nvPr userDrawn="1"/>
        </p:nvSpPr>
        <p:spPr>
          <a:xfrm>
            <a:off x="360610" y="303728"/>
            <a:ext cx="5520743" cy="6250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0EF3A-BE58-433D-9D14-B9221C51EC72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49500" y="523741"/>
            <a:ext cx="3709115" cy="58555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55874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5030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&amp; Conten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0" y="3356994"/>
            <a:ext cx="12192000" cy="3501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2657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3265714"/>
            <a:ext cx="12192000" cy="91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0331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603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4960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248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2651291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1" y="1131593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4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8" y="1276654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4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40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5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pPr defTabSz="914377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2104137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FDC204DE-21BF-4B4E-946D-E6E908C56D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067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5282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pPr>
              <a:defRPr/>
            </a:pPr>
            <a:fld id="{F7B8EBA4-979B-4F57-A322-53F3CA04BD82}" type="datetimeFigureOut">
              <a:rPr lang="zh-TW" altLang="en-US"/>
              <a:pPr>
                <a:defRPr/>
              </a:pPr>
              <a:t>2026/10/12</a:t>
            </a:fld>
            <a:endParaRPr lang="en-US" altLang="zh-TW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pPr>
              <a:defRPr/>
            </a:pPr>
            <a:fld id="{50762772-B3A5-4FB5-9F2F-7BD3A0B85EA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66383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A3605F-DF21-4D53-BFA0-8BBA17EA4D58}"/>
              </a:ext>
            </a:extLst>
          </p:cNvPr>
          <p:cNvGrpSpPr/>
          <p:nvPr userDrawn="1"/>
        </p:nvGrpSpPr>
        <p:grpSpPr>
          <a:xfrm>
            <a:off x="68141" y="6574865"/>
            <a:ext cx="12055718" cy="229183"/>
            <a:chOff x="75323" y="6566118"/>
            <a:chExt cx="11599622" cy="220512"/>
          </a:xfrm>
          <a:solidFill>
            <a:schemeClr val="accent2">
              <a:lumMod val="7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8A55E04-8645-44DB-9588-67F5D2EC4A87}"/>
                </a:ext>
              </a:extLst>
            </p:cNvPr>
            <p:cNvGrpSpPr/>
            <p:nvPr/>
          </p:nvGrpSpPr>
          <p:grpSpPr>
            <a:xfrm>
              <a:off x="75323" y="6566118"/>
              <a:ext cx="2545957" cy="220512"/>
              <a:chOff x="867801" y="5016138"/>
              <a:chExt cx="12165893" cy="1053720"/>
            </a:xfrm>
            <a:grpFill/>
          </p:grpSpPr>
          <p:grpSp>
            <p:nvGrpSpPr>
              <p:cNvPr id="43" name="Graphic 276">
                <a:extLst>
                  <a:ext uri="{FF2B5EF4-FFF2-40B4-BE49-F238E27FC236}">
                    <a16:creationId xmlns:a16="http://schemas.microsoft.com/office/drawing/2014/main" id="{FD693373-9588-4F36-9583-18858EF16D41}"/>
                  </a:ext>
                </a:extLst>
              </p:cNvPr>
              <p:cNvGrpSpPr/>
              <p:nvPr/>
            </p:nvGrpSpPr>
            <p:grpSpPr>
              <a:xfrm>
                <a:off x="867801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45641E90-724B-4015-B735-741AF5D35B72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3E017F1-D47D-4F85-AAB7-8C678A606550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F0030779-C6FE-4556-A658-EF7E7B464582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C4A86B97-F3EC-4496-8870-72125C6BEB36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44" name="Graphic 276">
                <a:extLst>
                  <a:ext uri="{FF2B5EF4-FFF2-40B4-BE49-F238E27FC236}">
                    <a16:creationId xmlns:a16="http://schemas.microsoft.com/office/drawing/2014/main" id="{0DA4F69E-C5CF-48E2-804F-D07F22168944}"/>
                  </a:ext>
                </a:extLst>
              </p:cNvPr>
              <p:cNvGrpSpPr/>
              <p:nvPr/>
            </p:nvGrpSpPr>
            <p:grpSpPr>
              <a:xfrm>
                <a:off x="7050067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DD27092-CBCD-407C-8A39-BB4406040C3F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D4BB112B-2107-4509-91F1-B021A44A2AEF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E739E21C-5161-4690-800A-62F4B4CDDF72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3DB8AB53-B3EB-407B-B625-557F6121F487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CFCFF96-5DA3-4878-AE64-3D3470BE54C6}"/>
                </a:ext>
              </a:extLst>
            </p:cNvPr>
            <p:cNvGrpSpPr/>
            <p:nvPr/>
          </p:nvGrpSpPr>
          <p:grpSpPr>
            <a:xfrm>
              <a:off x="2662180" y="6566118"/>
              <a:ext cx="2545957" cy="220512"/>
              <a:chOff x="867801" y="5016138"/>
              <a:chExt cx="12165893" cy="1053720"/>
            </a:xfrm>
            <a:grpFill/>
          </p:grpSpPr>
          <p:grpSp>
            <p:nvGrpSpPr>
              <p:cNvPr id="33" name="Graphic 276">
                <a:extLst>
                  <a:ext uri="{FF2B5EF4-FFF2-40B4-BE49-F238E27FC236}">
                    <a16:creationId xmlns:a16="http://schemas.microsoft.com/office/drawing/2014/main" id="{F444D8D8-D41A-4D99-BCD5-30EF736499F7}"/>
                  </a:ext>
                </a:extLst>
              </p:cNvPr>
              <p:cNvGrpSpPr/>
              <p:nvPr/>
            </p:nvGrpSpPr>
            <p:grpSpPr>
              <a:xfrm>
                <a:off x="867801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59CD81A-FAFE-4926-9D06-EB1BF3E5FBB9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E2A216C-306F-4106-923A-6FBDD1BD46F5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C063EBC9-8906-470C-BFFA-3617D19B29CD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C9A464B1-4259-4294-AE45-75F5A4FC4404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4" name="Graphic 276">
                <a:extLst>
                  <a:ext uri="{FF2B5EF4-FFF2-40B4-BE49-F238E27FC236}">
                    <a16:creationId xmlns:a16="http://schemas.microsoft.com/office/drawing/2014/main" id="{FEF90979-3EE0-4F86-AFF4-5DA1BB63BAC7}"/>
                  </a:ext>
                </a:extLst>
              </p:cNvPr>
              <p:cNvGrpSpPr/>
              <p:nvPr/>
            </p:nvGrpSpPr>
            <p:grpSpPr>
              <a:xfrm>
                <a:off x="7050067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D40B6523-3F85-4C7E-9BD8-A7F4AA7CF709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B2931B7-DABE-4FB6-9E79-CD6EAF1827F7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50EBA4F8-511E-404F-AA47-C368933DED6B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3594A4A-B624-444A-8410-FE2BF73AD13F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F67E89-9AE8-4259-B81F-22CFD03641DB}"/>
                </a:ext>
              </a:extLst>
            </p:cNvPr>
            <p:cNvGrpSpPr/>
            <p:nvPr/>
          </p:nvGrpSpPr>
          <p:grpSpPr>
            <a:xfrm>
              <a:off x="5249037" y="6566118"/>
              <a:ext cx="2545957" cy="220512"/>
              <a:chOff x="867801" y="5016138"/>
              <a:chExt cx="12165893" cy="1053720"/>
            </a:xfrm>
            <a:grpFill/>
          </p:grpSpPr>
          <p:grpSp>
            <p:nvGrpSpPr>
              <p:cNvPr id="23" name="Graphic 276">
                <a:extLst>
                  <a:ext uri="{FF2B5EF4-FFF2-40B4-BE49-F238E27FC236}">
                    <a16:creationId xmlns:a16="http://schemas.microsoft.com/office/drawing/2014/main" id="{7D218F04-0E2C-498E-987C-83CB5D4B1C3A}"/>
                  </a:ext>
                </a:extLst>
              </p:cNvPr>
              <p:cNvGrpSpPr/>
              <p:nvPr/>
            </p:nvGrpSpPr>
            <p:grpSpPr>
              <a:xfrm>
                <a:off x="867801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D2ABCEBA-593E-4772-981B-E832C5E57965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7255A22-1C54-436E-8BEA-78DFC1B2E8C2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88CBE27C-05E1-450C-B36E-2DC6A0EC6F23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CAF34232-F72A-4FCC-847B-963EDC9D3882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4" name="Graphic 276">
                <a:extLst>
                  <a:ext uri="{FF2B5EF4-FFF2-40B4-BE49-F238E27FC236}">
                    <a16:creationId xmlns:a16="http://schemas.microsoft.com/office/drawing/2014/main" id="{714A84FB-5FAD-4A2F-9A4B-2F5CE997B03D}"/>
                  </a:ext>
                </a:extLst>
              </p:cNvPr>
              <p:cNvGrpSpPr/>
              <p:nvPr/>
            </p:nvGrpSpPr>
            <p:grpSpPr>
              <a:xfrm>
                <a:off x="7050067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B864F64B-C778-4AAC-A6E7-9D782F7BF296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E112B4B-FBDF-4D1F-83AC-F8C6D0B0A839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9C6FCA7-AD49-41C0-A817-2E223711CD3A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1518A33-4ED2-4B1B-A749-537321C11B96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4D3E24-58CA-4A0B-ADCC-0DBAFB238EF6}"/>
                </a:ext>
              </a:extLst>
            </p:cNvPr>
            <p:cNvGrpSpPr/>
            <p:nvPr/>
          </p:nvGrpSpPr>
          <p:grpSpPr>
            <a:xfrm>
              <a:off x="7835894" y="6566118"/>
              <a:ext cx="2545957" cy="220512"/>
              <a:chOff x="867801" y="5016138"/>
              <a:chExt cx="12165893" cy="1053720"/>
            </a:xfrm>
            <a:grpFill/>
          </p:grpSpPr>
          <p:grpSp>
            <p:nvGrpSpPr>
              <p:cNvPr id="13" name="Graphic 276">
                <a:extLst>
                  <a:ext uri="{FF2B5EF4-FFF2-40B4-BE49-F238E27FC236}">
                    <a16:creationId xmlns:a16="http://schemas.microsoft.com/office/drawing/2014/main" id="{20867214-321F-4715-A00A-D81278C2E26D}"/>
                  </a:ext>
                </a:extLst>
              </p:cNvPr>
              <p:cNvGrpSpPr/>
              <p:nvPr/>
            </p:nvGrpSpPr>
            <p:grpSpPr>
              <a:xfrm>
                <a:off x="867801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BEB31C3E-0D8F-4E96-97EF-65C920771B83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555CA21-AF57-4562-A93F-734C28D7B776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7FAC7BC3-F2B1-4BBC-945C-A95E200CDD42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8FAE27F2-4AF4-465B-908A-E750AEE7CBAC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4" name="Graphic 276">
                <a:extLst>
                  <a:ext uri="{FF2B5EF4-FFF2-40B4-BE49-F238E27FC236}">
                    <a16:creationId xmlns:a16="http://schemas.microsoft.com/office/drawing/2014/main" id="{17AC62FF-11EB-415F-A45D-B30705BF8292}"/>
                  </a:ext>
                </a:extLst>
              </p:cNvPr>
              <p:cNvGrpSpPr/>
              <p:nvPr/>
            </p:nvGrpSpPr>
            <p:grpSpPr>
              <a:xfrm>
                <a:off x="7050067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D57F2D3E-FD01-4B26-91DB-89F01B002441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2A22D067-7E0C-495F-95CE-4A1A2BBED4C0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E4EAA185-3864-47EB-BC19-925E06A89C68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751B590-8AAF-4C29-9069-C842075F45D5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8" name="Graphic 276">
              <a:extLst>
                <a:ext uri="{FF2B5EF4-FFF2-40B4-BE49-F238E27FC236}">
                  <a16:creationId xmlns:a16="http://schemas.microsoft.com/office/drawing/2014/main" id="{F54BCCE1-3219-4E19-9E49-D99496ED8324}"/>
                </a:ext>
              </a:extLst>
            </p:cNvPr>
            <p:cNvGrpSpPr/>
            <p:nvPr/>
          </p:nvGrpSpPr>
          <p:grpSpPr>
            <a:xfrm>
              <a:off x="10422751" y="6566118"/>
              <a:ext cx="1252194" cy="220512"/>
              <a:chOff x="1552575" y="2628900"/>
              <a:chExt cx="3780037" cy="665667"/>
            </a:xfrm>
            <a:grpFill/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AF9704C3-3940-4E50-AA78-F17ADE67F4E9}"/>
                  </a:ext>
                </a:extLst>
              </p:cNvPr>
              <p:cNvSpPr/>
              <p:nvPr/>
            </p:nvSpPr>
            <p:spPr>
              <a:xfrm>
                <a:off x="1552575" y="2629335"/>
                <a:ext cx="858195" cy="664636"/>
              </a:xfrm>
              <a:custGeom>
                <a:avLst/>
                <a:gdLst>
                  <a:gd name="connsiteX0" fmla="*/ 195579 w 858195"/>
                  <a:gd name="connsiteY0" fmla="*/ 662893 h 664636"/>
                  <a:gd name="connsiteX1" fmla="*/ 195579 w 858195"/>
                  <a:gd name="connsiteY1" fmla="*/ 199581 h 664636"/>
                  <a:gd name="connsiteX2" fmla="*/ 465452 w 858195"/>
                  <a:gd name="connsiteY2" fmla="*/ 199581 h 664636"/>
                  <a:gd name="connsiteX3" fmla="*/ 465452 w 858195"/>
                  <a:gd name="connsiteY3" fmla="*/ 385176 h 664636"/>
                  <a:gd name="connsiteX4" fmla="*/ 586777 w 858195"/>
                  <a:gd name="connsiteY4" fmla="*/ 385176 h 664636"/>
                  <a:gd name="connsiteX5" fmla="*/ 585470 w 858195"/>
                  <a:gd name="connsiteY5" fmla="*/ 109280 h 664636"/>
                  <a:gd name="connsiteX6" fmla="*/ 556941 w 858195"/>
                  <a:gd name="connsiteY6" fmla="*/ 79405 h 664636"/>
                  <a:gd name="connsiteX7" fmla="*/ 77225 w 858195"/>
                  <a:gd name="connsiteY7" fmla="*/ 78057 h 664636"/>
                  <a:gd name="connsiteX8" fmla="*/ 77225 w 858195"/>
                  <a:gd name="connsiteY8" fmla="*/ 664637 h 664636"/>
                  <a:gd name="connsiteX9" fmla="*/ 0 w 858195"/>
                  <a:gd name="connsiteY9" fmla="*/ 664637 h 664636"/>
                  <a:gd name="connsiteX10" fmla="*/ 0 w 858195"/>
                  <a:gd name="connsiteY10" fmla="*/ 0 h 664636"/>
                  <a:gd name="connsiteX11" fmla="*/ 662259 w 858195"/>
                  <a:gd name="connsiteY11" fmla="*/ 0 h 664636"/>
                  <a:gd name="connsiteX12" fmla="*/ 662259 w 858195"/>
                  <a:gd name="connsiteY12" fmla="*/ 464976 h 664636"/>
                  <a:gd name="connsiteX13" fmla="*/ 390485 w 858195"/>
                  <a:gd name="connsiteY13" fmla="*/ 464976 h 664636"/>
                  <a:gd name="connsiteX14" fmla="*/ 390485 w 858195"/>
                  <a:gd name="connsiteY14" fmla="*/ 279818 h 664636"/>
                  <a:gd name="connsiteX15" fmla="*/ 277322 w 858195"/>
                  <a:gd name="connsiteY15" fmla="*/ 279818 h 664636"/>
                  <a:gd name="connsiteX16" fmla="*/ 277322 w 858195"/>
                  <a:gd name="connsiteY16" fmla="*/ 581389 h 664636"/>
                  <a:gd name="connsiteX17" fmla="*/ 781089 w 858195"/>
                  <a:gd name="connsiteY17" fmla="*/ 581389 h 664636"/>
                  <a:gd name="connsiteX18" fmla="*/ 781089 w 858195"/>
                  <a:gd name="connsiteY18" fmla="*/ 1228 h 664636"/>
                  <a:gd name="connsiteX19" fmla="*/ 858195 w 858195"/>
                  <a:gd name="connsiteY19" fmla="*/ 1228 h 664636"/>
                  <a:gd name="connsiteX20" fmla="*/ 858195 w 858195"/>
                  <a:gd name="connsiteY20" fmla="*/ 662854 h 664636"/>
                  <a:gd name="connsiteX21" fmla="*/ 195579 w 858195"/>
                  <a:gd name="connsiteY21" fmla="*/ 662893 h 664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58195" h="664636">
                    <a:moveTo>
                      <a:pt x="195579" y="662893"/>
                    </a:moveTo>
                    <a:cubicBezTo>
                      <a:pt x="195579" y="507492"/>
                      <a:pt x="195579" y="355775"/>
                      <a:pt x="195579" y="199581"/>
                    </a:cubicBezTo>
                    <a:cubicBezTo>
                      <a:pt x="284176" y="199581"/>
                      <a:pt x="371506" y="199581"/>
                      <a:pt x="465452" y="199581"/>
                    </a:cubicBezTo>
                    <a:cubicBezTo>
                      <a:pt x="465452" y="259174"/>
                      <a:pt x="465452" y="320035"/>
                      <a:pt x="465452" y="385176"/>
                    </a:cubicBezTo>
                    <a:cubicBezTo>
                      <a:pt x="508007" y="385176"/>
                      <a:pt x="544183" y="385176"/>
                      <a:pt x="586777" y="385176"/>
                    </a:cubicBezTo>
                    <a:cubicBezTo>
                      <a:pt x="586777" y="292378"/>
                      <a:pt x="587768" y="200810"/>
                      <a:pt x="585470" y="109280"/>
                    </a:cubicBezTo>
                    <a:cubicBezTo>
                      <a:pt x="585193" y="98661"/>
                      <a:pt x="567006" y="79523"/>
                      <a:pt x="556941" y="79405"/>
                    </a:cubicBezTo>
                    <a:cubicBezTo>
                      <a:pt x="399242" y="77503"/>
                      <a:pt x="241542" y="78057"/>
                      <a:pt x="77225" y="78057"/>
                    </a:cubicBezTo>
                    <a:cubicBezTo>
                      <a:pt x="77225" y="276925"/>
                      <a:pt x="77225" y="469414"/>
                      <a:pt x="77225" y="664637"/>
                    </a:cubicBezTo>
                    <a:cubicBezTo>
                      <a:pt x="48657" y="664637"/>
                      <a:pt x="26746" y="664637"/>
                      <a:pt x="0" y="664637"/>
                    </a:cubicBezTo>
                    <a:cubicBezTo>
                      <a:pt x="0" y="443738"/>
                      <a:pt x="0" y="223712"/>
                      <a:pt x="0" y="0"/>
                    </a:cubicBezTo>
                    <a:cubicBezTo>
                      <a:pt x="220185" y="0"/>
                      <a:pt x="439301" y="0"/>
                      <a:pt x="662259" y="0"/>
                    </a:cubicBezTo>
                    <a:cubicBezTo>
                      <a:pt x="662259" y="154569"/>
                      <a:pt x="662259" y="307514"/>
                      <a:pt x="662259" y="464976"/>
                    </a:cubicBezTo>
                    <a:cubicBezTo>
                      <a:pt x="572553" y="464976"/>
                      <a:pt x="483758" y="464976"/>
                      <a:pt x="390485" y="464976"/>
                    </a:cubicBezTo>
                    <a:cubicBezTo>
                      <a:pt x="390485" y="403561"/>
                      <a:pt x="390485" y="344086"/>
                      <a:pt x="390485" y="279818"/>
                    </a:cubicBezTo>
                    <a:cubicBezTo>
                      <a:pt x="351536" y="279818"/>
                      <a:pt x="316905" y="279818"/>
                      <a:pt x="277322" y="279818"/>
                    </a:cubicBezTo>
                    <a:cubicBezTo>
                      <a:pt x="277322" y="377449"/>
                      <a:pt x="277322" y="477378"/>
                      <a:pt x="277322" y="581389"/>
                    </a:cubicBezTo>
                    <a:cubicBezTo>
                      <a:pt x="443936" y="581389"/>
                      <a:pt x="610115" y="581389"/>
                      <a:pt x="781089" y="581389"/>
                    </a:cubicBezTo>
                    <a:cubicBezTo>
                      <a:pt x="781089" y="387751"/>
                      <a:pt x="781089" y="196927"/>
                      <a:pt x="781089" y="1228"/>
                    </a:cubicBezTo>
                    <a:cubicBezTo>
                      <a:pt x="808666" y="1228"/>
                      <a:pt x="831569" y="1228"/>
                      <a:pt x="858195" y="1228"/>
                    </a:cubicBezTo>
                    <a:cubicBezTo>
                      <a:pt x="858195" y="220344"/>
                      <a:pt x="858195" y="439221"/>
                      <a:pt x="858195" y="662854"/>
                    </a:cubicBezTo>
                    <a:cubicBezTo>
                      <a:pt x="639753" y="662893"/>
                      <a:pt x="420836" y="662893"/>
                      <a:pt x="195579" y="662893"/>
                    </a:cubicBezTo>
                    <a:close/>
                  </a:path>
                </a:pathLst>
              </a:custGeom>
              <a:grpFill/>
              <a:ln w="39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B8B32B8-48E0-4A7A-AEE7-B7F0051E0E3B}"/>
                  </a:ext>
                </a:extLst>
              </p:cNvPr>
              <p:cNvSpPr/>
              <p:nvPr/>
            </p:nvSpPr>
            <p:spPr>
              <a:xfrm>
                <a:off x="3491844" y="2629335"/>
                <a:ext cx="859582" cy="664161"/>
              </a:xfrm>
              <a:custGeom>
                <a:avLst/>
                <a:gdLst>
                  <a:gd name="connsiteX0" fmla="*/ 387751 w 859582"/>
                  <a:gd name="connsiteY0" fmla="*/ 465254 h 664161"/>
                  <a:gd name="connsiteX1" fmla="*/ 387751 w 859582"/>
                  <a:gd name="connsiteY1" fmla="*/ 277441 h 664161"/>
                  <a:gd name="connsiteX2" fmla="*/ 276133 w 859582"/>
                  <a:gd name="connsiteY2" fmla="*/ 277441 h 664161"/>
                  <a:gd name="connsiteX3" fmla="*/ 276133 w 859582"/>
                  <a:gd name="connsiteY3" fmla="*/ 581825 h 664161"/>
                  <a:gd name="connsiteX4" fmla="*/ 779108 w 859582"/>
                  <a:gd name="connsiteY4" fmla="*/ 581825 h 664161"/>
                  <a:gd name="connsiteX5" fmla="*/ 779108 w 859582"/>
                  <a:gd name="connsiteY5" fmla="*/ 0 h 664161"/>
                  <a:gd name="connsiteX6" fmla="*/ 859582 w 859582"/>
                  <a:gd name="connsiteY6" fmla="*/ 0 h 664161"/>
                  <a:gd name="connsiteX7" fmla="*/ 859582 w 859582"/>
                  <a:gd name="connsiteY7" fmla="*/ 662775 h 664161"/>
                  <a:gd name="connsiteX8" fmla="*/ 193915 w 859582"/>
                  <a:gd name="connsiteY8" fmla="*/ 662775 h 664161"/>
                  <a:gd name="connsiteX9" fmla="*/ 193915 w 859582"/>
                  <a:gd name="connsiteY9" fmla="*/ 198987 h 664161"/>
                  <a:gd name="connsiteX10" fmla="*/ 468820 w 859582"/>
                  <a:gd name="connsiteY10" fmla="*/ 198987 h 664161"/>
                  <a:gd name="connsiteX11" fmla="*/ 468820 w 859582"/>
                  <a:gd name="connsiteY11" fmla="*/ 386166 h 664161"/>
                  <a:gd name="connsiteX12" fmla="*/ 581547 w 859582"/>
                  <a:gd name="connsiteY12" fmla="*/ 386166 h 664161"/>
                  <a:gd name="connsiteX13" fmla="*/ 581547 w 859582"/>
                  <a:gd name="connsiteY13" fmla="*/ 82456 h 664161"/>
                  <a:gd name="connsiteX14" fmla="*/ 76116 w 859582"/>
                  <a:gd name="connsiteY14" fmla="*/ 82456 h 664161"/>
                  <a:gd name="connsiteX15" fmla="*/ 76116 w 859582"/>
                  <a:gd name="connsiteY15" fmla="*/ 664161 h 664161"/>
                  <a:gd name="connsiteX16" fmla="*/ 0 w 859582"/>
                  <a:gd name="connsiteY16" fmla="*/ 664161 h 664161"/>
                  <a:gd name="connsiteX17" fmla="*/ 0 w 859582"/>
                  <a:gd name="connsiteY17" fmla="*/ 119 h 664161"/>
                  <a:gd name="connsiteX18" fmla="*/ 661071 w 859582"/>
                  <a:gd name="connsiteY18" fmla="*/ 119 h 664161"/>
                  <a:gd name="connsiteX19" fmla="*/ 661071 w 859582"/>
                  <a:gd name="connsiteY19" fmla="*/ 465254 h 664161"/>
                  <a:gd name="connsiteX20" fmla="*/ 387751 w 859582"/>
                  <a:gd name="connsiteY20" fmla="*/ 465254 h 664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59582" h="664161">
                    <a:moveTo>
                      <a:pt x="387751" y="465254"/>
                    </a:moveTo>
                    <a:cubicBezTo>
                      <a:pt x="387751" y="401619"/>
                      <a:pt x="387751" y="340560"/>
                      <a:pt x="387751" y="277441"/>
                    </a:cubicBezTo>
                    <a:cubicBezTo>
                      <a:pt x="347811" y="277441"/>
                      <a:pt x="314409" y="277441"/>
                      <a:pt x="276133" y="277441"/>
                    </a:cubicBezTo>
                    <a:cubicBezTo>
                      <a:pt x="276133" y="378440"/>
                      <a:pt x="276133" y="478290"/>
                      <a:pt x="276133" y="581825"/>
                    </a:cubicBezTo>
                    <a:cubicBezTo>
                      <a:pt x="442787" y="581825"/>
                      <a:pt x="607461" y="581825"/>
                      <a:pt x="779108" y="581825"/>
                    </a:cubicBezTo>
                    <a:cubicBezTo>
                      <a:pt x="779108" y="387949"/>
                      <a:pt x="779108" y="195698"/>
                      <a:pt x="779108" y="0"/>
                    </a:cubicBezTo>
                    <a:cubicBezTo>
                      <a:pt x="809340" y="0"/>
                      <a:pt x="832678" y="0"/>
                      <a:pt x="859582" y="0"/>
                    </a:cubicBezTo>
                    <a:cubicBezTo>
                      <a:pt x="859582" y="220264"/>
                      <a:pt x="859582" y="439063"/>
                      <a:pt x="859582" y="662775"/>
                    </a:cubicBezTo>
                    <a:cubicBezTo>
                      <a:pt x="638565" y="662775"/>
                      <a:pt x="417983" y="662775"/>
                      <a:pt x="193915" y="662775"/>
                    </a:cubicBezTo>
                    <a:cubicBezTo>
                      <a:pt x="193915" y="508601"/>
                      <a:pt x="193915" y="355775"/>
                      <a:pt x="193915" y="198987"/>
                    </a:cubicBezTo>
                    <a:cubicBezTo>
                      <a:pt x="284295" y="198987"/>
                      <a:pt x="373447" y="198987"/>
                      <a:pt x="468820" y="198987"/>
                    </a:cubicBezTo>
                    <a:cubicBezTo>
                      <a:pt x="468820" y="261037"/>
                      <a:pt x="468820" y="322016"/>
                      <a:pt x="468820" y="386166"/>
                    </a:cubicBezTo>
                    <a:cubicBezTo>
                      <a:pt x="509433" y="386166"/>
                      <a:pt x="543945" y="386166"/>
                      <a:pt x="581547" y="386166"/>
                    </a:cubicBezTo>
                    <a:cubicBezTo>
                      <a:pt x="581547" y="284810"/>
                      <a:pt x="581547" y="186070"/>
                      <a:pt x="581547" y="82456"/>
                    </a:cubicBezTo>
                    <a:cubicBezTo>
                      <a:pt x="414774" y="82456"/>
                      <a:pt x="248635" y="82456"/>
                      <a:pt x="76116" y="82456"/>
                    </a:cubicBezTo>
                    <a:cubicBezTo>
                      <a:pt x="76116" y="276331"/>
                      <a:pt x="76116" y="468582"/>
                      <a:pt x="76116" y="664161"/>
                    </a:cubicBezTo>
                    <a:cubicBezTo>
                      <a:pt x="48102" y="664161"/>
                      <a:pt x="26349" y="664161"/>
                      <a:pt x="0" y="664161"/>
                    </a:cubicBezTo>
                    <a:cubicBezTo>
                      <a:pt x="0" y="444293"/>
                      <a:pt x="0" y="224068"/>
                      <a:pt x="0" y="119"/>
                    </a:cubicBezTo>
                    <a:cubicBezTo>
                      <a:pt x="219353" y="119"/>
                      <a:pt x="438429" y="119"/>
                      <a:pt x="661071" y="119"/>
                    </a:cubicBezTo>
                    <a:cubicBezTo>
                      <a:pt x="661071" y="155045"/>
                      <a:pt x="661071" y="308029"/>
                      <a:pt x="661071" y="465254"/>
                    </a:cubicBezTo>
                    <a:cubicBezTo>
                      <a:pt x="573464" y="465254"/>
                      <a:pt x="486016" y="465254"/>
                      <a:pt x="387751" y="465254"/>
                    </a:cubicBezTo>
                    <a:close/>
                  </a:path>
                </a:pathLst>
              </a:custGeom>
              <a:grpFill/>
              <a:ln w="39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04AB071-91D6-4AE7-9CD9-B7F7E9BA9D01}"/>
                  </a:ext>
                </a:extLst>
              </p:cNvPr>
              <p:cNvSpPr/>
              <p:nvPr/>
            </p:nvSpPr>
            <p:spPr>
              <a:xfrm>
                <a:off x="4475605" y="2628900"/>
                <a:ext cx="858314" cy="664557"/>
              </a:xfrm>
              <a:custGeom>
                <a:avLst/>
                <a:gdLst>
                  <a:gd name="connsiteX0" fmla="*/ 195421 w 858314"/>
                  <a:gd name="connsiteY0" fmla="*/ 197362 h 664557"/>
                  <a:gd name="connsiteX1" fmla="*/ 466403 w 858314"/>
                  <a:gd name="connsiteY1" fmla="*/ 197362 h 664557"/>
                  <a:gd name="connsiteX2" fmla="*/ 466403 w 858314"/>
                  <a:gd name="connsiteY2" fmla="*/ 385691 h 664557"/>
                  <a:gd name="connsiteX3" fmla="*/ 580953 w 858314"/>
                  <a:gd name="connsiteY3" fmla="*/ 385691 h 664557"/>
                  <a:gd name="connsiteX4" fmla="*/ 580953 w 858314"/>
                  <a:gd name="connsiteY4" fmla="*/ 82099 h 664557"/>
                  <a:gd name="connsiteX5" fmla="*/ 77542 w 858314"/>
                  <a:gd name="connsiteY5" fmla="*/ 82099 h 664557"/>
                  <a:gd name="connsiteX6" fmla="*/ 77542 w 858314"/>
                  <a:gd name="connsiteY6" fmla="*/ 663250 h 664557"/>
                  <a:gd name="connsiteX7" fmla="*/ 0 w 858314"/>
                  <a:gd name="connsiteY7" fmla="*/ 663250 h 664557"/>
                  <a:gd name="connsiteX8" fmla="*/ 0 w 858314"/>
                  <a:gd name="connsiteY8" fmla="*/ 0 h 664557"/>
                  <a:gd name="connsiteX9" fmla="*/ 659604 w 858314"/>
                  <a:gd name="connsiteY9" fmla="*/ 0 h 664557"/>
                  <a:gd name="connsiteX10" fmla="*/ 659604 w 858314"/>
                  <a:gd name="connsiteY10" fmla="*/ 466680 h 664557"/>
                  <a:gd name="connsiteX11" fmla="*/ 389772 w 858314"/>
                  <a:gd name="connsiteY11" fmla="*/ 466680 h 664557"/>
                  <a:gd name="connsiteX12" fmla="*/ 389772 w 858314"/>
                  <a:gd name="connsiteY12" fmla="*/ 278312 h 664557"/>
                  <a:gd name="connsiteX13" fmla="*/ 279065 w 858314"/>
                  <a:gd name="connsiteY13" fmla="*/ 278312 h 664557"/>
                  <a:gd name="connsiteX14" fmla="*/ 279065 w 858314"/>
                  <a:gd name="connsiteY14" fmla="*/ 585827 h 664557"/>
                  <a:gd name="connsiteX15" fmla="*/ 577783 w 858314"/>
                  <a:gd name="connsiteY15" fmla="*/ 585827 h 664557"/>
                  <a:gd name="connsiteX16" fmla="*/ 735879 w 858314"/>
                  <a:gd name="connsiteY16" fmla="*/ 586461 h 664557"/>
                  <a:gd name="connsiteX17" fmla="*/ 784100 w 858314"/>
                  <a:gd name="connsiteY17" fmla="*/ 537962 h 664557"/>
                  <a:gd name="connsiteX18" fmla="*/ 783664 w 858314"/>
                  <a:gd name="connsiteY18" fmla="*/ 53689 h 664557"/>
                  <a:gd name="connsiteX19" fmla="*/ 786279 w 858314"/>
                  <a:gd name="connsiteY19" fmla="*/ 555 h 664557"/>
                  <a:gd name="connsiteX20" fmla="*/ 858314 w 858314"/>
                  <a:gd name="connsiteY20" fmla="*/ 555 h 664557"/>
                  <a:gd name="connsiteX21" fmla="*/ 858314 w 858314"/>
                  <a:gd name="connsiteY21" fmla="*/ 664558 h 664557"/>
                  <a:gd name="connsiteX22" fmla="*/ 195381 w 858314"/>
                  <a:gd name="connsiteY22" fmla="*/ 664558 h 664557"/>
                  <a:gd name="connsiteX23" fmla="*/ 195421 w 858314"/>
                  <a:gd name="connsiteY23" fmla="*/ 197362 h 66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58314" h="664557">
                    <a:moveTo>
                      <a:pt x="195421" y="197362"/>
                    </a:moveTo>
                    <a:cubicBezTo>
                      <a:pt x="287663" y="197362"/>
                      <a:pt x="373962" y="197362"/>
                      <a:pt x="466403" y="197362"/>
                    </a:cubicBezTo>
                    <a:cubicBezTo>
                      <a:pt x="466403" y="259650"/>
                      <a:pt x="466403" y="320550"/>
                      <a:pt x="466403" y="385691"/>
                    </a:cubicBezTo>
                    <a:cubicBezTo>
                      <a:pt x="507095" y="385691"/>
                      <a:pt x="541766" y="385691"/>
                      <a:pt x="580953" y="385691"/>
                    </a:cubicBezTo>
                    <a:cubicBezTo>
                      <a:pt x="580953" y="286633"/>
                      <a:pt x="580953" y="186426"/>
                      <a:pt x="580953" y="82099"/>
                    </a:cubicBezTo>
                    <a:cubicBezTo>
                      <a:pt x="414615" y="82099"/>
                      <a:pt x="248317" y="82099"/>
                      <a:pt x="77542" y="82099"/>
                    </a:cubicBezTo>
                    <a:cubicBezTo>
                      <a:pt x="77542" y="276727"/>
                      <a:pt x="77542" y="467631"/>
                      <a:pt x="77542" y="663250"/>
                    </a:cubicBezTo>
                    <a:cubicBezTo>
                      <a:pt x="50163" y="663250"/>
                      <a:pt x="27181" y="663250"/>
                      <a:pt x="0" y="663250"/>
                    </a:cubicBezTo>
                    <a:cubicBezTo>
                      <a:pt x="0" y="443382"/>
                      <a:pt x="0" y="223276"/>
                      <a:pt x="0" y="0"/>
                    </a:cubicBezTo>
                    <a:cubicBezTo>
                      <a:pt x="219908" y="0"/>
                      <a:pt x="437438" y="0"/>
                      <a:pt x="659604" y="0"/>
                    </a:cubicBezTo>
                    <a:cubicBezTo>
                      <a:pt x="659604" y="154966"/>
                      <a:pt x="659604" y="309218"/>
                      <a:pt x="659604" y="466680"/>
                    </a:cubicBezTo>
                    <a:cubicBezTo>
                      <a:pt x="570888" y="466680"/>
                      <a:pt x="483639" y="466680"/>
                      <a:pt x="389772" y="466680"/>
                    </a:cubicBezTo>
                    <a:cubicBezTo>
                      <a:pt x="389772" y="402808"/>
                      <a:pt x="389772" y="341868"/>
                      <a:pt x="389772" y="278312"/>
                    </a:cubicBezTo>
                    <a:cubicBezTo>
                      <a:pt x="350109" y="278312"/>
                      <a:pt x="316945" y="278312"/>
                      <a:pt x="279065" y="278312"/>
                    </a:cubicBezTo>
                    <a:cubicBezTo>
                      <a:pt x="279065" y="378757"/>
                      <a:pt x="279065" y="478607"/>
                      <a:pt x="279065" y="585827"/>
                    </a:cubicBezTo>
                    <a:cubicBezTo>
                      <a:pt x="379509" y="585827"/>
                      <a:pt x="478646" y="585827"/>
                      <a:pt x="577783" y="585827"/>
                    </a:cubicBezTo>
                    <a:cubicBezTo>
                      <a:pt x="630482" y="585827"/>
                      <a:pt x="683299" y="583925"/>
                      <a:pt x="735879" y="586461"/>
                    </a:cubicBezTo>
                    <a:cubicBezTo>
                      <a:pt x="773204" y="588244"/>
                      <a:pt x="784457" y="574494"/>
                      <a:pt x="784100" y="537962"/>
                    </a:cubicBezTo>
                    <a:cubicBezTo>
                      <a:pt x="782555" y="376538"/>
                      <a:pt x="783426" y="215113"/>
                      <a:pt x="783664" y="53689"/>
                    </a:cubicBezTo>
                    <a:cubicBezTo>
                      <a:pt x="783704" y="37127"/>
                      <a:pt x="785249" y="20564"/>
                      <a:pt x="786279" y="555"/>
                    </a:cubicBezTo>
                    <a:cubicBezTo>
                      <a:pt x="810608" y="555"/>
                      <a:pt x="832282" y="555"/>
                      <a:pt x="858314" y="555"/>
                    </a:cubicBezTo>
                    <a:cubicBezTo>
                      <a:pt x="858314" y="220740"/>
                      <a:pt x="858314" y="440925"/>
                      <a:pt x="858314" y="664558"/>
                    </a:cubicBezTo>
                    <a:cubicBezTo>
                      <a:pt x="636861" y="664558"/>
                      <a:pt x="417944" y="664558"/>
                      <a:pt x="195381" y="664558"/>
                    </a:cubicBezTo>
                    <a:cubicBezTo>
                      <a:pt x="195421" y="508720"/>
                      <a:pt x="195421" y="355854"/>
                      <a:pt x="195421" y="197362"/>
                    </a:cubicBezTo>
                    <a:close/>
                  </a:path>
                </a:pathLst>
              </a:custGeom>
              <a:grpFill/>
              <a:ln w="39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5255C2F-071E-4B11-8FF5-48A50DF25FF2}"/>
                  </a:ext>
                </a:extLst>
              </p:cNvPr>
              <p:cNvSpPr/>
              <p:nvPr/>
            </p:nvSpPr>
            <p:spPr>
              <a:xfrm>
                <a:off x="2521476" y="2630247"/>
                <a:ext cx="860215" cy="663725"/>
              </a:xfrm>
              <a:custGeom>
                <a:avLst/>
                <a:gdLst>
                  <a:gd name="connsiteX0" fmla="*/ 783149 w 860215"/>
                  <a:gd name="connsiteY0" fmla="*/ 580676 h 663725"/>
                  <a:gd name="connsiteX1" fmla="*/ 783149 w 860215"/>
                  <a:gd name="connsiteY1" fmla="*/ 0 h 663725"/>
                  <a:gd name="connsiteX2" fmla="*/ 860216 w 860215"/>
                  <a:gd name="connsiteY2" fmla="*/ 0 h 663725"/>
                  <a:gd name="connsiteX3" fmla="*/ 860216 w 860215"/>
                  <a:gd name="connsiteY3" fmla="*/ 662458 h 663725"/>
                  <a:gd name="connsiteX4" fmla="*/ 198511 w 860215"/>
                  <a:gd name="connsiteY4" fmla="*/ 662458 h 663725"/>
                  <a:gd name="connsiteX5" fmla="*/ 198511 w 860215"/>
                  <a:gd name="connsiteY5" fmla="*/ 198234 h 663725"/>
                  <a:gd name="connsiteX6" fmla="*/ 467354 w 860215"/>
                  <a:gd name="connsiteY6" fmla="*/ 198234 h 663725"/>
                  <a:gd name="connsiteX7" fmla="*/ 467354 w 860215"/>
                  <a:gd name="connsiteY7" fmla="*/ 384542 h 663725"/>
                  <a:gd name="connsiteX8" fmla="*/ 581825 w 860215"/>
                  <a:gd name="connsiteY8" fmla="*/ 384542 h 663725"/>
                  <a:gd name="connsiteX9" fmla="*/ 581825 w 860215"/>
                  <a:gd name="connsiteY9" fmla="*/ 80673 h 663725"/>
                  <a:gd name="connsiteX10" fmla="*/ 75125 w 860215"/>
                  <a:gd name="connsiteY10" fmla="*/ 80673 h 663725"/>
                  <a:gd name="connsiteX11" fmla="*/ 75125 w 860215"/>
                  <a:gd name="connsiteY11" fmla="*/ 663726 h 663725"/>
                  <a:gd name="connsiteX12" fmla="*/ 0 w 860215"/>
                  <a:gd name="connsiteY12" fmla="*/ 663726 h 663725"/>
                  <a:gd name="connsiteX13" fmla="*/ 0 w 860215"/>
                  <a:gd name="connsiteY13" fmla="*/ 158 h 663725"/>
                  <a:gd name="connsiteX14" fmla="*/ 660873 w 860215"/>
                  <a:gd name="connsiteY14" fmla="*/ 158 h 663725"/>
                  <a:gd name="connsiteX15" fmla="*/ 660873 w 860215"/>
                  <a:gd name="connsiteY15" fmla="*/ 463946 h 663725"/>
                  <a:gd name="connsiteX16" fmla="*/ 393259 w 860215"/>
                  <a:gd name="connsiteY16" fmla="*/ 463946 h 663725"/>
                  <a:gd name="connsiteX17" fmla="*/ 393259 w 860215"/>
                  <a:gd name="connsiteY17" fmla="*/ 278748 h 663725"/>
                  <a:gd name="connsiteX18" fmla="*/ 278391 w 860215"/>
                  <a:gd name="connsiteY18" fmla="*/ 278748 h 663725"/>
                  <a:gd name="connsiteX19" fmla="*/ 278391 w 860215"/>
                  <a:gd name="connsiteY19" fmla="*/ 580676 h 663725"/>
                  <a:gd name="connsiteX20" fmla="*/ 783149 w 860215"/>
                  <a:gd name="connsiteY20" fmla="*/ 580676 h 66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60215" h="663725">
                    <a:moveTo>
                      <a:pt x="783149" y="580676"/>
                    </a:moveTo>
                    <a:cubicBezTo>
                      <a:pt x="783149" y="386008"/>
                      <a:pt x="783149" y="195183"/>
                      <a:pt x="783149" y="0"/>
                    </a:cubicBezTo>
                    <a:cubicBezTo>
                      <a:pt x="811004" y="0"/>
                      <a:pt x="833867" y="0"/>
                      <a:pt x="860216" y="0"/>
                    </a:cubicBezTo>
                    <a:cubicBezTo>
                      <a:pt x="860216" y="220264"/>
                      <a:pt x="860216" y="439142"/>
                      <a:pt x="860216" y="662458"/>
                    </a:cubicBezTo>
                    <a:cubicBezTo>
                      <a:pt x="640586" y="662458"/>
                      <a:pt x="421549" y="662458"/>
                      <a:pt x="198511" y="662458"/>
                    </a:cubicBezTo>
                    <a:cubicBezTo>
                      <a:pt x="198511" y="508245"/>
                      <a:pt x="198511" y="355300"/>
                      <a:pt x="198511" y="198234"/>
                    </a:cubicBezTo>
                    <a:cubicBezTo>
                      <a:pt x="286158" y="198234"/>
                      <a:pt x="373685" y="198234"/>
                      <a:pt x="467354" y="198234"/>
                    </a:cubicBezTo>
                    <a:cubicBezTo>
                      <a:pt x="467354" y="258659"/>
                      <a:pt x="467354" y="319599"/>
                      <a:pt x="467354" y="384542"/>
                    </a:cubicBezTo>
                    <a:cubicBezTo>
                      <a:pt x="507967" y="384542"/>
                      <a:pt x="542598" y="384542"/>
                      <a:pt x="581825" y="384542"/>
                    </a:cubicBezTo>
                    <a:cubicBezTo>
                      <a:pt x="581825" y="284810"/>
                      <a:pt x="581825" y="184723"/>
                      <a:pt x="581825" y="80673"/>
                    </a:cubicBezTo>
                    <a:cubicBezTo>
                      <a:pt x="414536" y="80673"/>
                      <a:pt x="248119" y="80673"/>
                      <a:pt x="75125" y="80673"/>
                    </a:cubicBezTo>
                    <a:cubicBezTo>
                      <a:pt x="75125" y="276410"/>
                      <a:pt x="75125" y="468701"/>
                      <a:pt x="75125" y="663726"/>
                    </a:cubicBezTo>
                    <a:cubicBezTo>
                      <a:pt x="46953" y="663726"/>
                      <a:pt x="25319" y="663726"/>
                      <a:pt x="0" y="663726"/>
                    </a:cubicBezTo>
                    <a:cubicBezTo>
                      <a:pt x="0" y="442510"/>
                      <a:pt x="0" y="223712"/>
                      <a:pt x="0" y="158"/>
                    </a:cubicBezTo>
                    <a:cubicBezTo>
                      <a:pt x="218402" y="158"/>
                      <a:pt x="437399" y="158"/>
                      <a:pt x="660873" y="158"/>
                    </a:cubicBezTo>
                    <a:cubicBezTo>
                      <a:pt x="660873" y="153341"/>
                      <a:pt x="660873" y="306286"/>
                      <a:pt x="660873" y="463946"/>
                    </a:cubicBezTo>
                    <a:cubicBezTo>
                      <a:pt x="574811" y="463946"/>
                      <a:pt x="487284" y="463946"/>
                      <a:pt x="393259" y="463946"/>
                    </a:cubicBezTo>
                    <a:cubicBezTo>
                      <a:pt x="393259" y="405146"/>
                      <a:pt x="393259" y="344245"/>
                      <a:pt x="393259" y="278748"/>
                    </a:cubicBezTo>
                    <a:cubicBezTo>
                      <a:pt x="352447" y="278748"/>
                      <a:pt x="317935" y="278748"/>
                      <a:pt x="278391" y="278748"/>
                    </a:cubicBezTo>
                    <a:cubicBezTo>
                      <a:pt x="278391" y="377132"/>
                      <a:pt x="278391" y="476982"/>
                      <a:pt x="278391" y="580676"/>
                    </a:cubicBezTo>
                    <a:cubicBezTo>
                      <a:pt x="445719" y="580676"/>
                      <a:pt x="611898" y="580676"/>
                      <a:pt x="783149" y="580676"/>
                    </a:cubicBezTo>
                    <a:close/>
                  </a:path>
                </a:pathLst>
              </a:custGeom>
              <a:grpFill/>
              <a:ln w="39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371886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778BDE6-6ADA-4501-9D47-3B7370C8E762}"/>
              </a:ext>
            </a:extLst>
          </p:cNvPr>
          <p:cNvGrpSpPr/>
          <p:nvPr userDrawn="1"/>
        </p:nvGrpSpPr>
        <p:grpSpPr>
          <a:xfrm>
            <a:off x="10435643" y="0"/>
            <a:ext cx="1432828" cy="2007734"/>
            <a:chOff x="10292448" y="-17171"/>
            <a:chExt cx="1432828" cy="200773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B081149-A104-479C-9483-56FCCF707D51}"/>
                </a:ext>
              </a:extLst>
            </p:cNvPr>
            <p:cNvSpPr/>
            <p:nvPr/>
          </p:nvSpPr>
          <p:spPr>
            <a:xfrm>
              <a:off x="10561959" y="-17171"/>
              <a:ext cx="45719" cy="36972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69A5656-9E91-4882-BFE4-6D46C04AA537}"/>
                </a:ext>
              </a:extLst>
            </p:cNvPr>
            <p:cNvSpPr/>
            <p:nvPr/>
          </p:nvSpPr>
          <p:spPr>
            <a:xfrm>
              <a:off x="11401531" y="-17171"/>
              <a:ext cx="45719" cy="7315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0B4F39D-A95A-48D6-A598-C9D026CE3CE5}"/>
                </a:ext>
              </a:extLst>
            </p:cNvPr>
            <p:cNvGrpSpPr/>
            <p:nvPr/>
          </p:nvGrpSpPr>
          <p:grpSpPr>
            <a:xfrm>
              <a:off x="11124697" y="632027"/>
              <a:ext cx="600579" cy="1358536"/>
              <a:chOff x="1889932" y="661852"/>
              <a:chExt cx="940526" cy="2127512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7C0F2294-63D9-4545-B44F-90C5DCC19B51}"/>
                  </a:ext>
                </a:extLst>
              </p:cNvPr>
              <p:cNvSpPr/>
              <p:nvPr/>
            </p:nvSpPr>
            <p:spPr>
              <a:xfrm>
                <a:off x="1889932" y="661852"/>
                <a:ext cx="940526" cy="106375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39FBC24-A6DE-4684-8B74-EA042389DEB1}"/>
                  </a:ext>
                </a:extLst>
              </p:cNvPr>
              <p:cNvSpPr/>
              <p:nvPr/>
            </p:nvSpPr>
            <p:spPr>
              <a:xfrm>
                <a:off x="1889932" y="1725608"/>
                <a:ext cx="940526" cy="10637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290587BB-8B06-4A5C-A912-815AB5D3A315}"/>
                  </a:ext>
                </a:extLst>
              </p:cNvPr>
              <p:cNvGrpSpPr/>
              <p:nvPr/>
            </p:nvGrpSpPr>
            <p:grpSpPr>
              <a:xfrm>
                <a:off x="2021020" y="1386099"/>
                <a:ext cx="678350" cy="679018"/>
                <a:chOff x="8679946" y="1467674"/>
                <a:chExt cx="3063658" cy="3066678"/>
              </a:xfrm>
            </p:grpSpPr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139ACBF9-B87F-4B0A-9DDB-58AE331B5867}"/>
                    </a:ext>
                  </a:extLst>
                </p:cNvPr>
                <p:cNvGrpSpPr/>
                <p:nvPr/>
              </p:nvGrpSpPr>
              <p:grpSpPr>
                <a:xfrm>
                  <a:off x="8679946" y="1479104"/>
                  <a:ext cx="3055248" cy="3055248"/>
                  <a:chOff x="7034026" y="1278807"/>
                  <a:chExt cx="3055248" cy="3055248"/>
                </a:xfrm>
              </p:grpSpPr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40325425-3938-4231-819F-B902E77AE0F7}"/>
                      </a:ext>
                    </a:extLst>
                  </p:cNvPr>
                  <p:cNvGrpSpPr/>
                  <p:nvPr/>
                </p:nvGrpSpPr>
                <p:grpSpPr>
                  <a:xfrm rot="18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46" name="Group 145">
                      <a:extLst>
                        <a:ext uri="{FF2B5EF4-FFF2-40B4-BE49-F238E27FC236}">
                          <a16:creationId xmlns:a16="http://schemas.microsoft.com/office/drawing/2014/main" id="{76D9AE90-1B6C-4997-AAF1-65ECDE26D1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50" name="Freeform: Shape 149">
                        <a:extLst>
                          <a:ext uri="{FF2B5EF4-FFF2-40B4-BE49-F238E27FC236}">
                            <a16:creationId xmlns:a16="http://schemas.microsoft.com/office/drawing/2014/main" id="{BA707261-1B2F-4D03-9EB5-1FA04A7511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51" name="Freeform: Shape 150">
                        <a:extLst>
                          <a:ext uri="{FF2B5EF4-FFF2-40B4-BE49-F238E27FC236}">
                            <a16:creationId xmlns:a16="http://schemas.microsoft.com/office/drawing/2014/main" id="{5AE81DE8-4EB4-4722-9B67-E33B34365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7" name="Group 146">
                      <a:extLst>
                        <a:ext uri="{FF2B5EF4-FFF2-40B4-BE49-F238E27FC236}">
                          <a16:creationId xmlns:a16="http://schemas.microsoft.com/office/drawing/2014/main" id="{63BA4C73-B208-4983-946F-0A8C3541D765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48" name="Freeform: Shape 147">
                        <a:extLst>
                          <a:ext uri="{FF2B5EF4-FFF2-40B4-BE49-F238E27FC236}">
                            <a16:creationId xmlns:a16="http://schemas.microsoft.com/office/drawing/2014/main" id="{1BCDB5C5-9C1E-4E73-9203-C205C590F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49" name="Freeform: Shape 148">
                        <a:extLst>
                          <a:ext uri="{FF2B5EF4-FFF2-40B4-BE49-F238E27FC236}">
                            <a16:creationId xmlns:a16="http://schemas.microsoft.com/office/drawing/2014/main" id="{3FCED9A3-FC01-4ACB-8D3E-A194DB10AF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1814BF5B-293B-4864-AA1C-3A5A2E8D259C}"/>
                      </a:ext>
                    </a:extLst>
                  </p:cNvPr>
                  <p:cNvGrpSpPr/>
                  <p:nvPr/>
                </p:nvGrpSpPr>
                <p:grpSpPr>
                  <a:xfrm rot="90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40" name="Group 139">
                      <a:extLst>
                        <a:ext uri="{FF2B5EF4-FFF2-40B4-BE49-F238E27FC236}">
                          <a16:creationId xmlns:a16="http://schemas.microsoft.com/office/drawing/2014/main" id="{BBA98C0C-F602-4DDC-A355-092962B9B3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44" name="Freeform: Shape 143">
                        <a:extLst>
                          <a:ext uri="{FF2B5EF4-FFF2-40B4-BE49-F238E27FC236}">
                            <a16:creationId xmlns:a16="http://schemas.microsoft.com/office/drawing/2014/main" id="{18A744AD-B12C-47F0-B5EB-706CBC99E0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45" name="Freeform: Shape 144">
                        <a:extLst>
                          <a:ext uri="{FF2B5EF4-FFF2-40B4-BE49-F238E27FC236}">
                            <a16:creationId xmlns:a16="http://schemas.microsoft.com/office/drawing/2014/main" id="{4F5CB926-D29C-428F-B856-7E4706D9B4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1" name="Group 140">
                      <a:extLst>
                        <a:ext uri="{FF2B5EF4-FFF2-40B4-BE49-F238E27FC236}">
                          <a16:creationId xmlns:a16="http://schemas.microsoft.com/office/drawing/2014/main" id="{F39CCA52-8CC8-4B1A-8469-247D8A1B7E6F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42" name="Freeform: Shape 141">
                        <a:extLst>
                          <a:ext uri="{FF2B5EF4-FFF2-40B4-BE49-F238E27FC236}">
                            <a16:creationId xmlns:a16="http://schemas.microsoft.com/office/drawing/2014/main" id="{A08BE82A-6E6F-4457-A923-BBE8C660FB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43" name="Freeform: Shape 142">
                        <a:extLst>
                          <a:ext uri="{FF2B5EF4-FFF2-40B4-BE49-F238E27FC236}">
                            <a16:creationId xmlns:a16="http://schemas.microsoft.com/office/drawing/2014/main" id="{ACEEC68D-08A0-459B-95C9-6578BDC737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33" name="Group 132">
                    <a:extLst>
                      <a:ext uri="{FF2B5EF4-FFF2-40B4-BE49-F238E27FC236}">
                        <a16:creationId xmlns:a16="http://schemas.microsoft.com/office/drawing/2014/main" id="{1A6AF8E1-CB3D-445F-987E-F645BB60C0CE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34" name="Group 133">
                      <a:extLst>
                        <a:ext uri="{FF2B5EF4-FFF2-40B4-BE49-F238E27FC236}">
                          <a16:creationId xmlns:a16="http://schemas.microsoft.com/office/drawing/2014/main" id="{8698D83A-1DA7-406F-98BE-DCBB92C5B7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38" name="Freeform: Shape 137">
                        <a:extLst>
                          <a:ext uri="{FF2B5EF4-FFF2-40B4-BE49-F238E27FC236}">
                            <a16:creationId xmlns:a16="http://schemas.microsoft.com/office/drawing/2014/main" id="{3E2B8451-5BEA-4C66-AC0B-8B6C635B6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39" name="Freeform: Shape 138">
                        <a:extLst>
                          <a:ext uri="{FF2B5EF4-FFF2-40B4-BE49-F238E27FC236}">
                            <a16:creationId xmlns:a16="http://schemas.microsoft.com/office/drawing/2014/main" id="{3143DBEB-F79B-431C-9AB5-92EE4A489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35" name="Group 134">
                      <a:extLst>
                        <a:ext uri="{FF2B5EF4-FFF2-40B4-BE49-F238E27FC236}">
                          <a16:creationId xmlns:a16="http://schemas.microsoft.com/office/drawing/2014/main" id="{629F2506-DFD2-4B24-A3B3-33CA4E91DFB3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36" name="Freeform: Shape 135">
                        <a:extLst>
                          <a:ext uri="{FF2B5EF4-FFF2-40B4-BE49-F238E27FC236}">
                            <a16:creationId xmlns:a16="http://schemas.microsoft.com/office/drawing/2014/main" id="{C1086DAD-911A-46BE-BD3F-6FECED6108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37" name="Freeform: Shape 136">
                        <a:extLst>
                          <a:ext uri="{FF2B5EF4-FFF2-40B4-BE49-F238E27FC236}">
                            <a16:creationId xmlns:a16="http://schemas.microsoft.com/office/drawing/2014/main" id="{E8C40AA5-B6ED-423E-9941-0EDC05F237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819185C7-6036-4F28-A027-F8BFC563FF5E}"/>
                    </a:ext>
                  </a:extLst>
                </p:cNvPr>
                <p:cNvGrpSpPr/>
                <p:nvPr/>
              </p:nvGrpSpPr>
              <p:grpSpPr>
                <a:xfrm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823017C1-2619-4633-89A6-A33F3EAA7239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29" name="Freeform: Shape 128">
                      <a:extLst>
                        <a:ext uri="{FF2B5EF4-FFF2-40B4-BE49-F238E27FC236}">
                          <a16:creationId xmlns:a16="http://schemas.microsoft.com/office/drawing/2014/main" id="{350D4E3F-85BD-40C4-B87C-2191708BE7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30" name="Freeform: Shape 129">
                      <a:extLst>
                        <a:ext uri="{FF2B5EF4-FFF2-40B4-BE49-F238E27FC236}">
                          <a16:creationId xmlns:a16="http://schemas.microsoft.com/office/drawing/2014/main" id="{43941D39-57E4-4E75-B206-2ED16D5EC6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BC6CBABE-F344-4FA0-B2EC-B4194436559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27" name="Freeform: Shape 126">
                      <a:extLst>
                        <a:ext uri="{FF2B5EF4-FFF2-40B4-BE49-F238E27FC236}">
                          <a16:creationId xmlns:a16="http://schemas.microsoft.com/office/drawing/2014/main" id="{9F20FE8F-A39B-4562-A35A-5B363C33E0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28" name="Freeform: Shape 127">
                      <a:extLst>
                        <a:ext uri="{FF2B5EF4-FFF2-40B4-BE49-F238E27FC236}">
                          <a16:creationId xmlns:a16="http://schemas.microsoft.com/office/drawing/2014/main" id="{B9E4FF20-B362-4077-BBAE-A6757F9220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C92684D2-BB4C-43EC-8189-F11F0A4CAECE}"/>
                    </a:ext>
                  </a:extLst>
                </p:cNvPr>
                <p:cNvGrpSpPr/>
                <p:nvPr/>
              </p:nvGrpSpPr>
              <p:grpSpPr>
                <a:xfrm rot="72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779DD388-A4FF-4205-9A06-CDE647F225C6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23" name="Freeform: Shape 122">
                      <a:extLst>
                        <a:ext uri="{FF2B5EF4-FFF2-40B4-BE49-F238E27FC236}">
                          <a16:creationId xmlns:a16="http://schemas.microsoft.com/office/drawing/2014/main" id="{24A11079-6FC5-43D2-97A8-3479855E9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24" name="Freeform: Shape 123">
                      <a:extLst>
                        <a:ext uri="{FF2B5EF4-FFF2-40B4-BE49-F238E27FC236}">
                          <a16:creationId xmlns:a16="http://schemas.microsoft.com/office/drawing/2014/main" id="{34EB6E80-88A1-4718-BD21-E4482EEEC5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DC97E3A4-7096-480D-A0CC-6EFC4F143855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21" name="Freeform: Shape 120">
                      <a:extLst>
                        <a:ext uri="{FF2B5EF4-FFF2-40B4-BE49-F238E27FC236}">
                          <a16:creationId xmlns:a16="http://schemas.microsoft.com/office/drawing/2014/main" id="{A9510387-1A27-4575-AE69-9BE88D286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22" name="Freeform: Shape 121">
                      <a:extLst>
                        <a:ext uri="{FF2B5EF4-FFF2-40B4-BE49-F238E27FC236}">
                          <a16:creationId xmlns:a16="http://schemas.microsoft.com/office/drawing/2014/main" id="{1BE247D7-D4C4-4530-8F60-8BCAF5E7A1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5497BAE1-3D17-43D2-B7D7-935857A8ACA2}"/>
                    </a:ext>
                  </a:extLst>
                </p:cNvPr>
                <p:cNvGrpSpPr/>
                <p:nvPr/>
              </p:nvGrpSpPr>
              <p:grpSpPr>
                <a:xfrm rot="36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113" name="Group 112">
                    <a:extLst>
                      <a:ext uri="{FF2B5EF4-FFF2-40B4-BE49-F238E27FC236}">
                        <a16:creationId xmlns:a16="http://schemas.microsoft.com/office/drawing/2014/main" id="{37AB5AFC-36E3-4F89-AE50-EC22BFA80F0B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17" name="Freeform: Shape 116">
                      <a:extLst>
                        <a:ext uri="{FF2B5EF4-FFF2-40B4-BE49-F238E27FC236}">
                          <a16:creationId xmlns:a16="http://schemas.microsoft.com/office/drawing/2014/main" id="{DB896FA2-1ACB-48E5-8C7A-19AEBE6E6A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18" name="Freeform: Shape 117">
                      <a:extLst>
                        <a:ext uri="{FF2B5EF4-FFF2-40B4-BE49-F238E27FC236}">
                          <a16:creationId xmlns:a16="http://schemas.microsoft.com/office/drawing/2014/main" id="{CE1F08E9-7C61-4A10-988D-41DC00BF48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14" name="Group 113">
                    <a:extLst>
                      <a:ext uri="{FF2B5EF4-FFF2-40B4-BE49-F238E27FC236}">
                        <a16:creationId xmlns:a16="http://schemas.microsoft.com/office/drawing/2014/main" id="{0915353C-64B7-4328-A9C5-3EFFBD0B776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15" name="Freeform: Shape 114">
                      <a:extLst>
                        <a:ext uri="{FF2B5EF4-FFF2-40B4-BE49-F238E27FC236}">
                          <a16:creationId xmlns:a16="http://schemas.microsoft.com/office/drawing/2014/main" id="{346FB203-31F0-4E83-85A0-22B437C827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16" name="Freeform: Shape 115">
                      <a:extLst>
                        <a:ext uri="{FF2B5EF4-FFF2-40B4-BE49-F238E27FC236}">
                          <a16:creationId xmlns:a16="http://schemas.microsoft.com/office/drawing/2014/main" id="{E6B8EEC1-2CD6-4629-80C8-3D40793FB7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A102AED7-68D0-4056-9F2B-CEC658FEA9BD}"/>
                    </a:ext>
                  </a:extLst>
                </p:cNvPr>
                <p:cNvSpPr/>
                <p:nvPr/>
              </p:nvSpPr>
              <p:spPr>
                <a:xfrm>
                  <a:off x="10020665" y="2808393"/>
                  <a:ext cx="373811" cy="373811"/>
                </a:xfrm>
                <a:prstGeom prst="ellipse">
                  <a:avLst/>
                </a:prstGeom>
                <a:solidFill>
                  <a:schemeClr val="accent2"/>
                </a:solidFill>
                <a:ln w="254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C674E7B-272C-44B7-A7B3-A2E2E7D43C75}"/>
                </a:ext>
              </a:extLst>
            </p:cNvPr>
            <p:cNvGrpSpPr/>
            <p:nvPr/>
          </p:nvGrpSpPr>
          <p:grpSpPr>
            <a:xfrm>
              <a:off x="10292448" y="226424"/>
              <a:ext cx="600579" cy="1358536"/>
              <a:chOff x="1889932" y="661852"/>
              <a:chExt cx="940526" cy="2127512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952058C-2320-49D9-8D81-6AAEE6D1CACC}"/>
                  </a:ext>
                </a:extLst>
              </p:cNvPr>
              <p:cNvSpPr/>
              <p:nvPr/>
            </p:nvSpPr>
            <p:spPr>
              <a:xfrm>
                <a:off x="1889932" y="661852"/>
                <a:ext cx="940526" cy="106375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D04F06B-B653-4BFE-8E73-E959654628BA}"/>
                  </a:ext>
                </a:extLst>
              </p:cNvPr>
              <p:cNvSpPr/>
              <p:nvPr/>
            </p:nvSpPr>
            <p:spPr>
              <a:xfrm>
                <a:off x="1889932" y="1725608"/>
                <a:ext cx="940526" cy="10637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0238BAF-9EAF-4464-A9B8-1E4841B43D12}"/>
                  </a:ext>
                </a:extLst>
              </p:cNvPr>
              <p:cNvGrpSpPr/>
              <p:nvPr/>
            </p:nvGrpSpPr>
            <p:grpSpPr>
              <a:xfrm>
                <a:off x="2021020" y="1386099"/>
                <a:ext cx="678350" cy="679018"/>
                <a:chOff x="8679946" y="1467674"/>
                <a:chExt cx="3063658" cy="3066678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DAB6CD5D-F094-4DCC-8A99-5E7446D79238}"/>
                    </a:ext>
                  </a:extLst>
                </p:cNvPr>
                <p:cNvGrpSpPr/>
                <p:nvPr/>
              </p:nvGrpSpPr>
              <p:grpSpPr>
                <a:xfrm>
                  <a:off x="8679946" y="1479104"/>
                  <a:ext cx="3055248" cy="3055248"/>
                  <a:chOff x="7034026" y="1278807"/>
                  <a:chExt cx="3055248" cy="3055248"/>
                </a:xfrm>
              </p:grpSpPr>
              <p:grpSp>
                <p:nvGrpSpPr>
                  <p:cNvPr id="84" name="Group 83">
                    <a:extLst>
                      <a:ext uri="{FF2B5EF4-FFF2-40B4-BE49-F238E27FC236}">
                        <a16:creationId xmlns:a16="http://schemas.microsoft.com/office/drawing/2014/main" id="{43769E87-8D7B-4438-B575-8FEDE507B980}"/>
                      </a:ext>
                    </a:extLst>
                  </p:cNvPr>
                  <p:cNvGrpSpPr/>
                  <p:nvPr/>
                </p:nvGrpSpPr>
                <p:grpSpPr>
                  <a:xfrm rot="18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99" name="Group 98">
                      <a:extLst>
                        <a:ext uri="{FF2B5EF4-FFF2-40B4-BE49-F238E27FC236}">
                          <a16:creationId xmlns:a16="http://schemas.microsoft.com/office/drawing/2014/main" id="{DDD0A9A0-ABAF-4AE5-82F9-78466D4986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3" name="Freeform: Shape 102">
                        <a:extLst>
                          <a:ext uri="{FF2B5EF4-FFF2-40B4-BE49-F238E27FC236}">
                            <a16:creationId xmlns:a16="http://schemas.microsoft.com/office/drawing/2014/main" id="{353906E7-D460-436D-A3EF-9309530B2B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4" name="Freeform: Shape 103">
                        <a:extLst>
                          <a:ext uri="{FF2B5EF4-FFF2-40B4-BE49-F238E27FC236}">
                            <a16:creationId xmlns:a16="http://schemas.microsoft.com/office/drawing/2014/main" id="{57B0B07C-1371-4211-92E7-1E2DBD4220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00" name="Group 99">
                      <a:extLst>
                        <a:ext uri="{FF2B5EF4-FFF2-40B4-BE49-F238E27FC236}">
                          <a16:creationId xmlns:a16="http://schemas.microsoft.com/office/drawing/2014/main" id="{09732880-22D5-47A8-A5E9-1950CDB25D4D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1" name="Freeform: Shape 100">
                        <a:extLst>
                          <a:ext uri="{FF2B5EF4-FFF2-40B4-BE49-F238E27FC236}">
                            <a16:creationId xmlns:a16="http://schemas.microsoft.com/office/drawing/2014/main" id="{B8F9EC7C-3AA3-4D3C-A0B5-B7A212A0DB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" name="Freeform: Shape 101">
                        <a:extLst>
                          <a:ext uri="{FF2B5EF4-FFF2-40B4-BE49-F238E27FC236}">
                            <a16:creationId xmlns:a16="http://schemas.microsoft.com/office/drawing/2014/main" id="{29D6E9B7-FFCE-46FC-8119-6CBF708AAC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0939C7A3-8639-4145-9ABB-5E07D2018582}"/>
                      </a:ext>
                    </a:extLst>
                  </p:cNvPr>
                  <p:cNvGrpSpPr/>
                  <p:nvPr/>
                </p:nvGrpSpPr>
                <p:grpSpPr>
                  <a:xfrm rot="90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93" name="Group 92">
                      <a:extLst>
                        <a:ext uri="{FF2B5EF4-FFF2-40B4-BE49-F238E27FC236}">
                          <a16:creationId xmlns:a16="http://schemas.microsoft.com/office/drawing/2014/main" id="{F1A7D51F-A863-4EC7-9215-7A77B35A6F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97" name="Freeform: Shape 96">
                        <a:extLst>
                          <a:ext uri="{FF2B5EF4-FFF2-40B4-BE49-F238E27FC236}">
                            <a16:creationId xmlns:a16="http://schemas.microsoft.com/office/drawing/2014/main" id="{72D5FA7B-E259-4A29-A3FC-E487329352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8" name="Freeform: Shape 97">
                        <a:extLst>
                          <a:ext uri="{FF2B5EF4-FFF2-40B4-BE49-F238E27FC236}">
                            <a16:creationId xmlns:a16="http://schemas.microsoft.com/office/drawing/2014/main" id="{9D8A3F87-6472-4509-8DD9-5399285D3D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94" name="Group 93">
                      <a:extLst>
                        <a:ext uri="{FF2B5EF4-FFF2-40B4-BE49-F238E27FC236}">
                          <a16:creationId xmlns:a16="http://schemas.microsoft.com/office/drawing/2014/main" id="{3BE9F4C6-E178-492A-87D0-FEF51759D468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95" name="Freeform: Shape 94">
                        <a:extLst>
                          <a:ext uri="{FF2B5EF4-FFF2-40B4-BE49-F238E27FC236}">
                            <a16:creationId xmlns:a16="http://schemas.microsoft.com/office/drawing/2014/main" id="{43270A85-1455-4938-9852-4D8F33CA85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6" name="Freeform: Shape 95">
                        <a:extLst>
                          <a:ext uri="{FF2B5EF4-FFF2-40B4-BE49-F238E27FC236}">
                            <a16:creationId xmlns:a16="http://schemas.microsoft.com/office/drawing/2014/main" id="{7CBCC7C4-5D5D-4C36-8974-17EA9EF6E9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3DC56F6B-8D76-4F11-9EFC-F7585EA9E3A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87" name="Group 86">
                      <a:extLst>
                        <a:ext uri="{FF2B5EF4-FFF2-40B4-BE49-F238E27FC236}">
                          <a16:creationId xmlns:a16="http://schemas.microsoft.com/office/drawing/2014/main" id="{756B13A8-B337-4870-801E-7CE6A45C07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91" name="Freeform: Shape 90">
                        <a:extLst>
                          <a:ext uri="{FF2B5EF4-FFF2-40B4-BE49-F238E27FC236}">
                            <a16:creationId xmlns:a16="http://schemas.microsoft.com/office/drawing/2014/main" id="{02A833CA-4349-4F57-BEA2-8BCC9012F2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2" name="Freeform: Shape 91">
                        <a:extLst>
                          <a:ext uri="{FF2B5EF4-FFF2-40B4-BE49-F238E27FC236}">
                            <a16:creationId xmlns:a16="http://schemas.microsoft.com/office/drawing/2014/main" id="{1B93789B-6354-41A5-AAA9-28BAD8A62D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4B839344-8EB9-42D4-BCC1-75F8F91FA123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89" name="Freeform: Shape 88">
                        <a:extLst>
                          <a:ext uri="{FF2B5EF4-FFF2-40B4-BE49-F238E27FC236}">
                            <a16:creationId xmlns:a16="http://schemas.microsoft.com/office/drawing/2014/main" id="{FED0FEEA-668C-42F5-B1A6-9A12C4B3D4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0" name="Freeform: Shape 89">
                        <a:extLst>
                          <a:ext uri="{FF2B5EF4-FFF2-40B4-BE49-F238E27FC236}">
                            <a16:creationId xmlns:a16="http://schemas.microsoft.com/office/drawing/2014/main" id="{10FEA0FF-8C21-475B-AAEE-91B785D94B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885D4E9A-2579-4CD2-9902-0F2D1D6C00A5}"/>
                    </a:ext>
                  </a:extLst>
                </p:cNvPr>
                <p:cNvGrpSpPr/>
                <p:nvPr/>
              </p:nvGrpSpPr>
              <p:grpSpPr>
                <a:xfrm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7CCE9EDD-432A-4BE3-BFBD-2E893FF8C7F1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2" name="Freeform: Shape 81">
                      <a:extLst>
                        <a:ext uri="{FF2B5EF4-FFF2-40B4-BE49-F238E27FC236}">
                          <a16:creationId xmlns:a16="http://schemas.microsoft.com/office/drawing/2014/main" id="{E0FB0133-692E-4EA7-A555-A1B1971CD6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3" name="Freeform: Shape 82">
                      <a:extLst>
                        <a:ext uri="{FF2B5EF4-FFF2-40B4-BE49-F238E27FC236}">
                          <a16:creationId xmlns:a16="http://schemas.microsoft.com/office/drawing/2014/main" id="{96F10A22-6C8F-41BE-A31F-65F422E7B4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79" name="Group 78">
                    <a:extLst>
                      <a:ext uri="{FF2B5EF4-FFF2-40B4-BE49-F238E27FC236}">
                        <a16:creationId xmlns:a16="http://schemas.microsoft.com/office/drawing/2014/main" id="{DB205041-D1A1-46F0-AEBF-265A82DBE6D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0" name="Freeform: Shape 79">
                      <a:extLst>
                        <a:ext uri="{FF2B5EF4-FFF2-40B4-BE49-F238E27FC236}">
                          <a16:creationId xmlns:a16="http://schemas.microsoft.com/office/drawing/2014/main" id="{889FF460-2D50-4802-927B-527AA1DB3E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1" name="Freeform: Shape 80">
                      <a:extLst>
                        <a:ext uri="{FF2B5EF4-FFF2-40B4-BE49-F238E27FC236}">
                          <a16:creationId xmlns:a16="http://schemas.microsoft.com/office/drawing/2014/main" id="{CBE09BE6-F2D4-4B3E-A9E2-FB1F41FB41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AEE2B5F7-86F7-4864-AF0D-C43E23ACE935}"/>
                    </a:ext>
                  </a:extLst>
                </p:cNvPr>
                <p:cNvGrpSpPr/>
                <p:nvPr/>
              </p:nvGrpSpPr>
              <p:grpSpPr>
                <a:xfrm rot="72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5457627C-BDC6-479D-A832-A53ED40C7378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76" name="Freeform: Shape 75">
                      <a:extLst>
                        <a:ext uri="{FF2B5EF4-FFF2-40B4-BE49-F238E27FC236}">
                          <a16:creationId xmlns:a16="http://schemas.microsoft.com/office/drawing/2014/main" id="{5D0EFEBB-3FD0-47A4-B030-7E09618D4F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77" name="Freeform: Shape 76">
                      <a:extLst>
                        <a:ext uri="{FF2B5EF4-FFF2-40B4-BE49-F238E27FC236}">
                          <a16:creationId xmlns:a16="http://schemas.microsoft.com/office/drawing/2014/main" id="{DC3BF615-585C-457E-A4E6-F77FEE36F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73" name="Group 72">
                    <a:extLst>
                      <a:ext uri="{FF2B5EF4-FFF2-40B4-BE49-F238E27FC236}">
                        <a16:creationId xmlns:a16="http://schemas.microsoft.com/office/drawing/2014/main" id="{91198A85-5F5B-4291-837F-BF60C131C47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74" name="Freeform: Shape 73">
                      <a:extLst>
                        <a:ext uri="{FF2B5EF4-FFF2-40B4-BE49-F238E27FC236}">
                          <a16:creationId xmlns:a16="http://schemas.microsoft.com/office/drawing/2014/main" id="{7C17F4DD-6926-4393-B61D-CD9B3379E6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75" name="Freeform: Shape 74">
                      <a:extLst>
                        <a:ext uri="{FF2B5EF4-FFF2-40B4-BE49-F238E27FC236}">
                          <a16:creationId xmlns:a16="http://schemas.microsoft.com/office/drawing/2014/main" id="{0A4C438B-5089-473F-A0BC-02A5A48AF9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E15B7071-2098-480F-9272-E1703B86CD4F}"/>
                    </a:ext>
                  </a:extLst>
                </p:cNvPr>
                <p:cNvGrpSpPr/>
                <p:nvPr/>
              </p:nvGrpSpPr>
              <p:grpSpPr>
                <a:xfrm rot="36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D43612EF-218E-4DAB-8352-E51EB5DDC815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70" name="Freeform: Shape 69">
                      <a:extLst>
                        <a:ext uri="{FF2B5EF4-FFF2-40B4-BE49-F238E27FC236}">
                          <a16:creationId xmlns:a16="http://schemas.microsoft.com/office/drawing/2014/main" id="{350664C3-317C-4B01-B29A-9D681580E1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71" name="Freeform: Shape 70">
                      <a:extLst>
                        <a:ext uri="{FF2B5EF4-FFF2-40B4-BE49-F238E27FC236}">
                          <a16:creationId xmlns:a16="http://schemas.microsoft.com/office/drawing/2014/main" id="{B1BAD42E-99E1-4922-B8A7-99530F280A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FD28B6C0-A5D4-45ED-9444-A4FA2C746ADD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68" name="Freeform: Shape 67">
                      <a:extLst>
                        <a:ext uri="{FF2B5EF4-FFF2-40B4-BE49-F238E27FC236}">
                          <a16:creationId xmlns:a16="http://schemas.microsoft.com/office/drawing/2014/main" id="{2CB0991C-D157-422C-97CF-DDCCC986EC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69" name="Freeform: Shape 68">
                      <a:extLst>
                        <a:ext uri="{FF2B5EF4-FFF2-40B4-BE49-F238E27FC236}">
                          <a16:creationId xmlns:a16="http://schemas.microsoft.com/office/drawing/2014/main" id="{5199F187-6182-4A43-B38F-9B829F947E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1116915D-EBF7-489E-9C1A-844FB92129E3}"/>
                    </a:ext>
                  </a:extLst>
                </p:cNvPr>
                <p:cNvSpPr/>
                <p:nvPr/>
              </p:nvSpPr>
              <p:spPr>
                <a:xfrm>
                  <a:off x="10020665" y="2808393"/>
                  <a:ext cx="373811" cy="373811"/>
                </a:xfrm>
                <a:prstGeom prst="ellipse">
                  <a:avLst/>
                </a:prstGeom>
                <a:solidFill>
                  <a:schemeClr val="accent2"/>
                </a:solidFill>
                <a:ln w="254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58823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8738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13264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716E6E4-11E3-49FB-810C-3969C3BA4AE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1679509" y="562895"/>
            <a:ext cx="3311968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CDDF364-31AE-42A9-8A9A-36620765EC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679509" y="2531245"/>
            <a:ext cx="3311968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221A493-73E2-4849-BD71-E975953847E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1679509" y="4499595"/>
            <a:ext cx="3311968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420927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5C8BA9D-0217-4A45-87D6-5948A6D4A8B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8195094" cy="3631721"/>
          </a:xfrm>
          <a:custGeom>
            <a:avLst/>
            <a:gdLst>
              <a:gd name="connsiteX0" fmla="*/ 0 w 8195094"/>
              <a:gd name="connsiteY0" fmla="*/ 0 h 3631721"/>
              <a:gd name="connsiteX1" fmla="*/ 8195094 w 8195094"/>
              <a:gd name="connsiteY1" fmla="*/ 0 h 3631721"/>
              <a:gd name="connsiteX2" fmla="*/ 8195094 w 8195094"/>
              <a:gd name="connsiteY2" fmla="*/ 3631721 h 3631721"/>
              <a:gd name="connsiteX3" fmla="*/ 0 w 8195094"/>
              <a:gd name="connsiteY3" fmla="*/ 3631721 h 3631721"/>
              <a:gd name="connsiteX4" fmla="*/ 0 w 8195094"/>
              <a:gd name="connsiteY4" fmla="*/ 0 h 3631721"/>
              <a:gd name="connsiteX0" fmla="*/ 0 w 8195094"/>
              <a:gd name="connsiteY0" fmla="*/ 0 h 3631721"/>
              <a:gd name="connsiteX1" fmla="*/ 8195094 w 8195094"/>
              <a:gd name="connsiteY1" fmla="*/ 0 h 3631721"/>
              <a:gd name="connsiteX2" fmla="*/ 6185139 w 8195094"/>
              <a:gd name="connsiteY2" fmla="*/ 3631721 h 3631721"/>
              <a:gd name="connsiteX3" fmla="*/ 0 w 8195094"/>
              <a:gd name="connsiteY3" fmla="*/ 3631721 h 3631721"/>
              <a:gd name="connsiteX4" fmla="*/ 0 w 8195094"/>
              <a:gd name="connsiteY4" fmla="*/ 0 h 363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5094" h="3631721">
                <a:moveTo>
                  <a:pt x="0" y="0"/>
                </a:moveTo>
                <a:lnTo>
                  <a:pt x="8195094" y="0"/>
                </a:lnTo>
                <a:lnTo>
                  <a:pt x="6185139" y="3631721"/>
                </a:lnTo>
                <a:lnTo>
                  <a:pt x="0" y="363172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1864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64184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81A8AD1-68A4-4C42-A9E8-4A5268C966BD}"/>
              </a:ext>
            </a:extLst>
          </p:cNvPr>
          <p:cNvGrpSpPr/>
          <p:nvPr userDrawn="1"/>
        </p:nvGrpSpPr>
        <p:grpSpPr>
          <a:xfrm>
            <a:off x="3672923" y="3294209"/>
            <a:ext cx="4928023" cy="2707615"/>
            <a:chOff x="-548507" y="477868"/>
            <a:chExt cx="11570449" cy="635717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C8872C6-25EC-41AE-B7E2-7D04AE29C033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F15239-D3EC-4F31-AD91-FAC75C9F652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EF0D55-B643-48BD-BF6C-EC36B62B239B}"/>
                </a:ext>
              </a:extLst>
            </p:cNvPr>
            <p:cNvSpPr/>
            <p:nvPr/>
          </p:nvSpPr>
          <p:spPr>
            <a:xfrm>
              <a:off x="998911" y="813043"/>
              <a:ext cx="8372930" cy="5156617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8A8567-1506-4431-8ABA-D17AA2D70921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7EE796-489A-4A30-8FA7-65FA64A4B625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32E7D66-3B08-4246-BEEB-2D4B020D1A81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3AC6E171-73D3-435E-BF09-410999B38CBF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51BCC3F-F737-4F92-986E-F2878C25A1F3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1FD665B-9B88-4172-9ACD-0090A3A43E1E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5B7F62F-3D26-4CD7-AC12-4A352F18811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C32B61E9-9D28-4A28-92D6-2F8021AAFB90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BA14-4653-4DCC-9FA1-55874A455003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03A7F86B-3D7F-47EC-AA97-F049B8D7A0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1991" y="3417363"/>
            <a:ext cx="3589496" cy="22227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70C6477-9765-4D82-8917-4B7B0C0564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BDAD79-87B4-4347-8D6B-555B8125CC5A}"/>
              </a:ext>
            </a:extLst>
          </p:cNvPr>
          <p:cNvGrpSpPr/>
          <p:nvPr userDrawn="1"/>
        </p:nvGrpSpPr>
        <p:grpSpPr>
          <a:xfrm>
            <a:off x="10435643" y="0"/>
            <a:ext cx="1432828" cy="2007734"/>
            <a:chOff x="10292448" y="-17171"/>
            <a:chExt cx="1432828" cy="200773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0D6D79-29DF-46B5-B0B8-F6072EEB89A1}"/>
                </a:ext>
              </a:extLst>
            </p:cNvPr>
            <p:cNvSpPr/>
            <p:nvPr/>
          </p:nvSpPr>
          <p:spPr>
            <a:xfrm>
              <a:off x="10561959" y="-17171"/>
              <a:ext cx="45719" cy="36972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799E6C7-49B9-4A21-9CFC-94C7DE616A7E}"/>
                </a:ext>
              </a:extLst>
            </p:cNvPr>
            <p:cNvSpPr/>
            <p:nvPr/>
          </p:nvSpPr>
          <p:spPr>
            <a:xfrm>
              <a:off x="11401531" y="-17171"/>
              <a:ext cx="45719" cy="7315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DE35010-8AF9-4EBF-A3A2-EAE97A3BCC4C}"/>
                </a:ext>
              </a:extLst>
            </p:cNvPr>
            <p:cNvGrpSpPr/>
            <p:nvPr/>
          </p:nvGrpSpPr>
          <p:grpSpPr>
            <a:xfrm>
              <a:off x="11124697" y="632027"/>
              <a:ext cx="600579" cy="1358536"/>
              <a:chOff x="1889932" y="661852"/>
              <a:chExt cx="940526" cy="2127512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553714F-9C32-43AF-90E1-75D1DFEAFE19}"/>
                  </a:ext>
                </a:extLst>
              </p:cNvPr>
              <p:cNvSpPr/>
              <p:nvPr/>
            </p:nvSpPr>
            <p:spPr>
              <a:xfrm>
                <a:off x="1889932" y="661852"/>
                <a:ext cx="940526" cy="106375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1EB7E308-5D62-4ACF-8E7A-9A565B013501}"/>
                  </a:ext>
                </a:extLst>
              </p:cNvPr>
              <p:cNvSpPr/>
              <p:nvPr/>
            </p:nvSpPr>
            <p:spPr>
              <a:xfrm>
                <a:off x="1889932" y="1725608"/>
                <a:ext cx="940526" cy="10637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AE4AAF75-10AE-4D13-9321-F6292764B778}"/>
                  </a:ext>
                </a:extLst>
              </p:cNvPr>
              <p:cNvGrpSpPr/>
              <p:nvPr/>
            </p:nvGrpSpPr>
            <p:grpSpPr>
              <a:xfrm>
                <a:off x="2021020" y="1386099"/>
                <a:ext cx="678350" cy="679018"/>
                <a:chOff x="8679946" y="1467674"/>
                <a:chExt cx="3063658" cy="3066678"/>
              </a:xfrm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C4A3DA04-7BAA-4861-9014-FE2CE241A883}"/>
                    </a:ext>
                  </a:extLst>
                </p:cNvPr>
                <p:cNvGrpSpPr/>
                <p:nvPr/>
              </p:nvGrpSpPr>
              <p:grpSpPr>
                <a:xfrm>
                  <a:off x="8679946" y="1479104"/>
                  <a:ext cx="3055248" cy="3055248"/>
                  <a:chOff x="7034026" y="1278807"/>
                  <a:chExt cx="3055248" cy="3055248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BE2E97C8-76E1-49E6-87FB-9677CEE23486}"/>
                      </a:ext>
                    </a:extLst>
                  </p:cNvPr>
                  <p:cNvGrpSpPr/>
                  <p:nvPr/>
                </p:nvGrpSpPr>
                <p:grpSpPr>
                  <a:xfrm rot="18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13" name="Group 112">
                      <a:extLst>
                        <a:ext uri="{FF2B5EF4-FFF2-40B4-BE49-F238E27FC236}">
                          <a16:creationId xmlns:a16="http://schemas.microsoft.com/office/drawing/2014/main" id="{4401AAF0-D6B6-4B46-8ABD-23E2B5F857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17" name="Freeform: Shape 116">
                        <a:extLst>
                          <a:ext uri="{FF2B5EF4-FFF2-40B4-BE49-F238E27FC236}">
                            <a16:creationId xmlns:a16="http://schemas.microsoft.com/office/drawing/2014/main" id="{0A8B835D-6147-4177-92B1-042DD9BE12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8" name="Freeform: Shape 117">
                        <a:extLst>
                          <a:ext uri="{FF2B5EF4-FFF2-40B4-BE49-F238E27FC236}">
                            <a16:creationId xmlns:a16="http://schemas.microsoft.com/office/drawing/2014/main" id="{6AEFE660-14C7-47EC-9D43-71E647A66C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14" name="Group 113">
                      <a:extLst>
                        <a:ext uri="{FF2B5EF4-FFF2-40B4-BE49-F238E27FC236}">
                          <a16:creationId xmlns:a16="http://schemas.microsoft.com/office/drawing/2014/main" id="{90DA92E6-858B-4D4E-A56C-9B6C51A4D6DD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15" name="Freeform: Shape 114">
                        <a:extLst>
                          <a:ext uri="{FF2B5EF4-FFF2-40B4-BE49-F238E27FC236}">
                            <a16:creationId xmlns:a16="http://schemas.microsoft.com/office/drawing/2014/main" id="{B70C6C62-38D6-453C-943A-1B8362D2ED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6" name="Freeform: Shape 115">
                        <a:extLst>
                          <a:ext uri="{FF2B5EF4-FFF2-40B4-BE49-F238E27FC236}">
                            <a16:creationId xmlns:a16="http://schemas.microsoft.com/office/drawing/2014/main" id="{EC98EFA1-A41F-4D53-A1E8-D71C65F7D6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D6D92199-8F02-4DDD-AA24-642D527AB92A}"/>
                      </a:ext>
                    </a:extLst>
                  </p:cNvPr>
                  <p:cNvGrpSpPr/>
                  <p:nvPr/>
                </p:nvGrpSpPr>
                <p:grpSpPr>
                  <a:xfrm rot="90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AE889BDB-A72F-4CDF-B56B-1343B2CC17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11" name="Freeform: Shape 110">
                        <a:extLst>
                          <a:ext uri="{FF2B5EF4-FFF2-40B4-BE49-F238E27FC236}">
                            <a16:creationId xmlns:a16="http://schemas.microsoft.com/office/drawing/2014/main" id="{8C6223B7-C4A4-4ACE-BD4E-CE8490A529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2" name="Freeform: Shape 111">
                        <a:extLst>
                          <a:ext uri="{FF2B5EF4-FFF2-40B4-BE49-F238E27FC236}">
                            <a16:creationId xmlns:a16="http://schemas.microsoft.com/office/drawing/2014/main" id="{9FDCA12E-2B1A-437B-B1AB-054C634E9A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08" name="Group 107">
                      <a:extLst>
                        <a:ext uri="{FF2B5EF4-FFF2-40B4-BE49-F238E27FC236}">
                          <a16:creationId xmlns:a16="http://schemas.microsoft.com/office/drawing/2014/main" id="{B2CEA879-E198-409C-8F73-4269053B945D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9" name="Freeform: Shape 108">
                        <a:extLst>
                          <a:ext uri="{FF2B5EF4-FFF2-40B4-BE49-F238E27FC236}">
                            <a16:creationId xmlns:a16="http://schemas.microsoft.com/office/drawing/2014/main" id="{131D841B-517F-4869-B513-AC74F34EB7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0" name="Freeform: Shape 109">
                        <a:extLst>
                          <a:ext uri="{FF2B5EF4-FFF2-40B4-BE49-F238E27FC236}">
                            <a16:creationId xmlns:a16="http://schemas.microsoft.com/office/drawing/2014/main" id="{2D7283F2-A255-498C-9472-875062E56B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00" name="Group 99">
                    <a:extLst>
                      <a:ext uri="{FF2B5EF4-FFF2-40B4-BE49-F238E27FC236}">
                        <a16:creationId xmlns:a16="http://schemas.microsoft.com/office/drawing/2014/main" id="{F002F039-C75E-4045-B993-4C7E7C7FD01D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01" name="Group 100">
                      <a:extLst>
                        <a:ext uri="{FF2B5EF4-FFF2-40B4-BE49-F238E27FC236}">
                          <a16:creationId xmlns:a16="http://schemas.microsoft.com/office/drawing/2014/main" id="{E0B269D7-FCAF-4B7C-BF43-4589180818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5" name="Freeform: Shape 104">
                        <a:extLst>
                          <a:ext uri="{FF2B5EF4-FFF2-40B4-BE49-F238E27FC236}">
                            <a16:creationId xmlns:a16="http://schemas.microsoft.com/office/drawing/2014/main" id="{B95E4326-5B92-4ED3-8502-12368D366C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6" name="Freeform: Shape 105">
                        <a:extLst>
                          <a:ext uri="{FF2B5EF4-FFF2-40B4-BE49-F238E27FC236}">
                            <a16:creationId xmlns:a16="http://schemas.microsoft.com/office/drawing/2014/main" id="{9630704D-5FBD-4CF6-A4F5-20DFD3CE63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02" name="Group 101">
                      <a:extLst>
                        <a:ext uri="{FF2B5EF4-FFF2-40B4-BE49-F238E27FC236}">
                          <a16:creationId xmlns:a16="http://schemas.microsoft.com/office/drawing/2014/main" id="{49D1FF3F-C87A-4F74-B127-C84366B19BA5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3" name="Freeform: Shape 102">
                        <a:extLst>
                          <a:ext uri="{FF2B5EF4-FFF2-40B4-BE49-F238E27FC236}">
                            <a16:creationId xmlns:a16="http://schemas.microsoft.com/office/drawing/2014/main" id="{0B5F65D4-BCD2-48EE-9463-5994A97E3F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4" name="Freeform: Shape 103">
                        <a:extLst>
                          <a:ext uri="{FF2B5EF4-FFF2-40B4-BE49-F238E27FC236}">
                            <a16:creationId xmlns:a16="http://schemas.microsoft.com/office/drawing/2014/main" id="{D00A3890-610E-464A-92BD-2430EEBF48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9C532DE5-175B-4082-9A9F-218F1CD2BBEC}"/>
                    </a:ext>
                  </a:extLst>
                </p:cNvPr>
                <p:cNvGrpSpPr/>
                <p:nvPr/>
              </p:nvGrpSpPr>
              <p:grpSpPr>
                <a:xfrm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DDA85A6F-BC87-47FE-A45C-D3208B9F43A2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96" name="Freeform: Shape 95">
                      <a:extLst>
                        <a:ext uri="{FF2B5EF4-FFF2-40B4-BE49-F238E27FC236}">
                          <a16:creationId xmlns:a16="http://schemas.microsoft.com/office/drawing/2014/main" id="{C90148E6-AB6F-470C-8437-D98CB75F04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97" name="Freeform: Shape 96">
                      <a:extLst>
                        <a:ext uri="{FF2B5EF4-FFF2-40B4-BE49-F238E27FC236}">
                          <a16:creationId xmlns:a16="http://schemas.microsoft.com/office/drawing/2014/main" id="{93180E2D-0EEB-4E3C-8B18-94B178F1CE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04276110-DABE-4D8F-B1C3-56BF04FC1BE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94" name="Freeform: Shape 93">
                      <a:extLst>
                        <a:ext uri="{FF2B5EF4-FFF2-40B4-BE49-F238E27FC236}">
                          <a16:creationId xmlns:a16="http://schemas.microsoft.com/office/drawing/2014/main" id="{17DDC0E0-E12C-4E35-92B5-4FA1724914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95" name="Freeform: Shape 94">
                      <a:extLst>
                        <a:ext uri="{FF2B5EF4-FFF2-40B4-BE49-F238E27FC236}">
                          <a16:creationId xmlns:a16="http://schemas.microsoft.com/office/drawing/2014/main" id="{CCBFD873-BB21-432B-808F-302FCBFED1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2FA7DBA2-CEB8-400F-9B22-1E298AA4D308}"/>
                    </a:ext>
                  </a:extLst>
                </p:cNvPr>
                <p:cNvGrpSpPr/>
                <p:nvPr/>
              </p:nvGrpSpPr>
              <p:grpSpPr>
                <a:xfrm rot="72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60D51F80-5C8E-4137-B89C-40A9366D9609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90" name="Freeform: Shape 89">
                      <a:extLst>
                        <a:ext uri="{FF2B5EF4-FFF2-40B4-BE49-F238E27FC236}">
                          <a16:creationId xmlns:a16="http://schemas.microsoft.com/office/drawing/2014/main" id="{A8A75D25-A8F1-463C-B341-EDCC226586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91" name="Freeform: Shape 90">
                      <a:extLst>
                        <a:ext uri="{FF2B5EF4-FFF2-40B4-BE49-F238E27FC236}">
                          <a16:creationId xmlns:a16="http://schemas.microsoft.com/office/drawing/2014/main" id="{C5C576EB-E2E2-4FD6-866D-8B3C502265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6B3EF51C-E6FD-402B-9B52-D0B8F3CCFE8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8" name="Freeform: Shape 87">
                      <a:extLst>
                        <a:ext uri="{FF2B5EF4-FFF2-40B4-BE49-F238E27FC236}">
                          <a16:creationId xmlns:a16="http://schemas.microsoft.com/office/drawing/2014/main" id="{01468E9C-307E-48A4-96A4-EA5BF3D267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9" name="Freeform: Shape 88">
                      <a:extLst>
                        <a:ext uri="{FF2B5EF4-FFF2-40B4-BE49-F238E27FC236}">
                          <a16:creationId xmlns:a16="http://schemas.microsoft.com/office/drawing/2014/main" id="{79DAE669-4A16-4A07-94BC-B3931DB06D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9BA77401-CC8A-47A0-9B79-FE0D99BA3078}"/>
                    </a:ext>
                  </a:extLst>
                </p:cNvPr>
                <p:cNvGrpSpPr/>
                <p:nvPr/>
              </p:nvGrpSpPr>
              <p:grpSpPr>
                <a:xfrm rot="36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80" name="Group 79">
                    <a:extLst>
                      <a:ext uri="{FF2B5EF4-FFF2-40B4-BE49-F238E27FC236}">
                        <a16:creationId xmlns:a16="http://schemas.microsoft.com/office/drawing/2014/main" id="{DD1C383C-352A-4167-B560-6AB9AF572144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4" name="Freeform: Shape 83">
                      <a:extLst>
                        <a:ext uri="{FF2B5EF4-FFF2-40B4-BE49-F238E27FC236}">
                          <a16:creationId xmlns:a16="http://schemas.microsoft.com/office/drawing/2014/main" id="{61EE7420-FE9E-45C3-95C2-390B1AC84A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5" name="Freeform: Shape 84">
                      <a:extLst>
                        <a:ext uri="{FF2B5EF4-FFF2-40B4-BE49-F238E27FC236}">
                          <a16:creationId xmlns:a16="http://schemas.microsoft.com/office/drawing/2014/main" id="{2614E429-CF0A-40DB-A576-8DED7B21A8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81" name="Group 80">
                    <a:extLst>
                      <a:ext uri="{FF2B5EF4-FFF2-40B4-BE49-F238E27FC236}">
                        <a16:creationId xmlns:a16="http://schemas.microsoft.com/office/drawing/2014/main" id="{9749E4EE-9A2C-4902-AAE4-869B6910FDE0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2" name="Freeform: Shape 81">
                      <a:extLst>
                        <a:ext uri="{FF2B5EF4-FFF2-40B4-BE49-F238E27FC236}">
                          <a16:creationId xmlns:a16="http://schemas.microsoft.com/office/drawing/2014/main" id="{01625F5A-2637-4121-9714-9EAC83FE22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3" name="Freeform: Shape 82">
                      <a:extLst>
                        <a:ext uri="{FF2B5EF4-FFF2-40B4-BE49-F238E27FC236}">
                          <a16:creationId xmlns:a16="http://schemas.microsoft.com/office/drawing/2014/main" id="{917D6F13-7D66-41F6-BA09-60721DCE78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6B851942-A9A7-4D70-8BEF-F0B5794DBF92}"/>
                    </a:ext>
                  </a:extLst>
                </p:cNvPr>
                <p:cNvSpPr/>
                <p:nvPr/>
              </p:nvSpPr>
              <p:spPr>
                <a:xfrm>
                  <a:off x="10020665" y="2808393"/>
                  <a:ext cx="373811" cy="373811"/>
                </a:xfrm>
                <a:prstGeom prst="ellipse">
                  <a:avLst/>
                </a:prstGeom>
                <a:solidFill>
                  <a:schemeClr val="accent2"/>
                </a:solidFill>
                <a:ln w="254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874BB6E-AAF0-43D4-9CB8-EB22E5D775D7}"/>
                </a:ext>
              </a:extLst>
            </p:cNvPr>
            <p:cNvGrpSpPr/>
            <p:nvPr/>
          </p:nvGrpSpPr>
          <p:grpSpPr>
            <a:xfrm>
              <a:off x="10292448" y="226424"/>
              <a:ext cx="600579" cy="1358536"/>
              <a:chOff x="1889932" y="661852"/>
              <a:chExt cx="940526" cy="212751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C053ADF-1622-47A5-A1FA-9098DB4C9CCD}"/>
                  </a:ext>
                </a:extLst>
              </p:cNvPr>
              <p:cNvSpPr/>
              <p:nvPr/>
            </p:nvSpPr>
            <p:spPr>
              <a:xfrm>
                <a:off x="1889932" y="661852"/>
                <a:ext cx="940526" cy="106375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D1CBCF9-47CF-417D-B2FE-65404C354EF4}"/>
                  </a:ext>
                </a:extLst>
              </p:cNvPr>
              <p:cNvSpPr/>
              <p:nvPr/>
            </p:nvSpPr>
            <p:spPr>
              <a:xfrm>
                <a:off x="1889932" y="1725608"/>
                <a:ext cx="940526" cy="10637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D5F83A0-2085-4EB2-8A9E-1D9227E1B3E4}"/>
                  </a:ext>
                </a:extLst>
              </p:cNvPr>
              <p:cNvGrpSpPr/>
              <p:nvPr/>
            </p:nvGrpSpPr>
            <p:grpSpPr>
              <a:xfrm>
                <a:off x="2021020" y="1386099"/>
                <a:ext cx="678350" cy="679018"/>
                <a:chOff x="8679946" y="1467674"/>
                <a:chExt cx="3063658" cy="3066678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65E8BD81-3107-4E0F-A677-BE9294664E0A}"/>
                    </a:ext>
                  </a:extLst>
                </p:cNvPr>
                <p:cNvGrpSpPr/>
                <p:nvPr/>
              </p:nvGrpSpPr>
              <p:grpSpPr>
                <a:xfrm>
                  <a:off x="8679946" y="1479104"/>
                  <a:ext cx="3055248" cy="3055248"/>
                  <a:chOff x="7034026" y="1278807"/>
                  <a:chExt cx="3055248" cy="3055248"/>
                </a:xfrm>
              </p:grpSpPr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1446AF92-600B-45EF-833E-CEF787DCA3E9}"/>
                      </a:ext>
                    </a:extLst>
                  </p:cNvPr>
                  <p:cNvGrpSpPr/>
                  <p:nvPr/>
                </p:nvGrpSpPr>
                <p:grpSpPr>
                  <a:xfrm rot="18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66" name="Group 65">
                      <a:extLst>
                        <a:ext uri="{FF2B5EF4-FFF2-40B4-BE49-F238E27FC236}">
                          <a16:creationId xmlns:a16="http://schemas.microsoft.com/office/drawing/2014/main" id="{21B127F5-918D-482C-ABDA-07E26504EE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70" name="Freeform: Shape 69">
                        <a:extLst>
                          <a:ext uri="{FF2B5EF4-FFF2-40B4-BE49-F238E27FC236}">
                            <a16:creationId xmlns:a16="http://schemas.microsoft.com/office/drawing/2014/main" id="{76274F2B-AE52-4241-A91A-0E6E5AC1D6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1" name="Freeform: Shape 70">
                        <a:extLst>
                          <a:ext uri="{FF2B5EF4-FFF2-40B4-BE49-F238E27FC236}">
                            <a16:creationId xmlns:a16="http://schemas.microsoft.com/office/drawing/2014/main" id="{C49BAAA1-4895-48E7-95ED-0E6FE679BD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67" name="Group 66">
                      <a:extLst>
                        <a:ext uri="{FF2B5EF4-FFF2-40B4-BE49-F238E27FC236}">
                          <a16:creationId xmlns:a16="http://schemas.microsoft.com/office/drawing/2014/main" id="{E6C6B3FC-88E3-4D03-814E-22F04CC03AFC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68" name="Freeform: Shape 67">
                        <a:extLst>
                          <a:ext uri="{FF2B5EF4-FFF2-40B4-BE49-F238E27FC236}">
                            <a16:creationId xmlns:a16="http://schemas.microsoft.com/office/drawing/2014/main" id="{C8358234-77C5-46C7-A032-02E731B155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9" name="Freeform: Shape 68">
                        <a:extLst>
                          <a:ext uri="{FF2B5EF4-FFF2-40B4-BE49-F238E27FC236}">
                            <a16:creationId xmlns:a16="http://schemas.microsoft.com/office/drawing/2014/main" id="{5D8CDA19-48C8-486F-B6C1-A897012351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D8B4DEA9-0D5D-4CFC-9F78-719F6843A2EB}"/>
                      </a:ext>
                    </a:extLst>
                  </p:cNvPr>
                  <p:cNvGrpSpPr/>
                  <p:nvPr/>
                </p:nvGrpSpPr>
                <p:grpSpPr>
                  <a:xfrm rot="90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6FAC6696-8511-4CD3-93D4-1B570DBC1E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64" name="Freeform: Shape 63">
                        <a:extLst>
                          <a:ext uri="{FF2B5EF4-FFF2-40B4-BE49-F238E27FC236}">
                            <a16:creationId xmlns:a16="http://schemas.microsoft.com/office/drawing/2014/main" id="{255B6FE9-C6E6-4D9F-9AC5-7E270C2906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5" name="Freeform: Shape 64">
                        <a:extLst>
                          <a:ext uri="{FF2B5EF4-FFF2-40B4-BE49-F238E27FC236}">
                            <a16:creationId xmlns:a16="http://schemas.microsoft.com/office/drawing/2014/main" id="{14ABE115-6752-4ECC-95CE-8823CC9ABF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D65A3A85-D85C-4FCE-99D5-3DE4A4AC10F9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62" name="Freeform: Shape 61">
                        <a:extLst>
                          <a:ext uri="{FF2B5EF4-FFF2-40B4-BE49-F238E27FC236}">
                            <a16:creationId xmlns:a16="http://schemas.microsoft.com/office/drawing/2014/main" id="{422FECF2-3DE1-4F94-A1B7-F0BCB52359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3" name="Freeform: Shape 62">
                        <a:extLst>
                          <a:ext uri="{FF2B5EF4-FFF2-40B4-BE49-F238E27FC236}">
                            <a16:creationId xmlns:a16="http://schemas.microsoft.com/office/drawing/2014/main" id="{B0B51D33-DE31-4344-8307-6FE2EFE27E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2FA1CAB7-FAC0-4D44-A79A-105EEE260975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CEB1407A-E1D6-4C0A-AECD-CEACD6E3FB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58" name="Freeform: Shape 57">
                        <a:extLst>
                          <a:ext uri="{FF2B5EF4-FFF2-40B4-BE49-F238E27FC236}">
                            <a16:creationId xmlns:a16="http://schemas.microsoft.com/office/drawing/2014/main" id="{DE1D6C63-AA4A-4773-BD70-88544DDF61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Freeform: Shape 58">
                        <a:extLst>
                          <a:ext uri="{FF2B5EF4-FFF2-40B4-BE49-F238E27FC236}">
                            <a16:creationId xmlns:a16="http://schemas.microsoft.com/office/drawing/2014/main" id="{532A0F74-2F63-40C6-A8C8-F0597D0CA1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052F463B-B6AE-4BC2-9EDF-21898A7FE45A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56" name="Freeform: Shape 55">
                        <a:extLst>
                          <a:ext uri="{FF2B5EF4-FFF2-40B4-BE49-F238E27FC236}">
                            <a16:creationId xmlns:a16="http://schemas.microsoft.com/office/drawing/2014/main" id="{A8805FB2-6BEB-4739-9ED4-2BED05147E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7" name="Freeform: Shape 56">
                        <a:extLst>
                          <a:ext uri="{FF2B5EF4-FFF2-40B4-BE49-F238E27FC236}">
                            <a16:creationId xmlns:a16="http://schemas.microsoft.com/office/drawing/2014/main" id="{CF747B9A-CB35-4BFC-8418-F0401F3C86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316A857A-2F91-41C2-B783-F743EBBD84B8}"/>
                    </a:ext>
                  </a:extLst>
                </p:cNvPr>
                <p:cNvGrpSpPr/>
                <p:nvPr/>
              </p:nvGrpSpPr>
              <p:grpSpPr>
                <a:xfrm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08B17C42-BB6F-466E-926B-A9FC7921F5D1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184C9387-A0C4-4EE4-AD37-572EB8D536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50" name="Freeform: Shape 49">
                      <a:extLst>
                        <a:ext uri="{FF2B5EF4-FFF2-40B4-BE49-F238E27FC236}">
                          <a16:creationId xmlns:a16="http://schemas.microsoft.com/office/drawing/2014/main" id="{B415DE65-A0DE-4A69-9D83-3543C252D8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D60ED629-F99E-4E5F-9F38-663B36DA1CE1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47" name="Freeform: Shape 46">
                      <a:extLst>
                        <a:ext uri="{FF2B5EF4-FFF2-40B4-BE49-F238E27FC236}">
                          <a16:creationId xmlns:a16="http://schemas.microsoft.com/office/drawing/2014/main" id="{40983277-84F6-4B93-B8E8-94AC87CC5D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48" name="Freeform: Shape 47">
                      <a:extLst>
                        <a:ext uri="{FF2B5EF4-FFF2-40B4-BE49-F238E27FC236}">
                          <a16:creationId xmlns:a16="http://schemas.microsoft.com/office/drawing/2014/main" id="{0C820234-F145-44AC-9610-4B3C9A7FE3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430EB9A6-5972-4881-A41C-9DC7D6F471E7}"/>
                    </a:ext>
                  </a:extLst>
                </p:cNvPr>
                <p:cNvGrpSpPr/>
                <p:nvPr/>
              </p:nvGrpSpPr>
              <p:grpSpPr>
                <a:xfrm rot="72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6039F51A-86FA-4837-99E7-EC08CC1F7255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43" name="Freeform: Shape 42">
                      <a:extLst>
                        <a:ext uri="{FF2B5EF4-FFF2-40B4-BE49-F238E27FC236}">
                          <a16:creationId xmlns:a16="http://schemas.microsoft.com/office/drawing/2014/main" id="{C81E804F-B0C0-4FAC-9E66-E94831CE72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44" name="Freeform: Shape 43">
                      <a:extLst>
                        <a:ext uri="{FF2B5EF4-FFF2-40B4-BE49-F238E27FC236}">
                          <a16:creationId xmlns:a16="http://schemas.microsoft.com/office/drawing/2014/main" id="{F2552CE6-B90F-4AE5-95BE-B993BAE9CC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1DFBEDF5-5E11-4646-86CA-04C5943AABF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41" name="Freeform: Shape 40">
                      <a:extLst>
                        <a:ext uri="{FF2B5EF4-FFF2-40B4-BE49-F238E27FC236}">
                          <a16:creationId xmlns:a16="http://schemas.microsoft.com/office/drawing/2014/main" id="{5E5C1898-196E-4C26-840C-BEBFDFC57B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42" name="Freeform: Shape 41">
                      <a:extLst>
                        <a:ext uri="{FF2B5EF4-FFF2-40B4-BE49-F238E27FC236}">
                          <a16:creationId xmlns:a16="http://schemas.microsoft.com/office/drawing/2014/main" id="{FEA10D5C-9E6D-4B85-B1A0-311FD64477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B697E130-8C0C-47F7-AB65-16FC2215BC4A}"/>
                    </a:ext>
                  </a:extLst>
                </p:cNvPr>
                <p:cNvGrpSpPr/>
                <p:nvPr/>
              </p:nvGrpSpPr>
              <p:grpSpPr>
                <a:xfrm rot="36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15F9960F-9DFD-4724-9667-EDD2A9C185D0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37" name="Freeform: Shape 36">
                      <a:extLst>
                        <a:ext uri="{FF2B5EF4-FFF2-40B4-BE49-F238E27FC236}">
                          <a16:creationId xmlns:a16="http://schemas.microsoft.com/office/drawing/2014/main" id="{920A0459-2F8A-4AA4-BBD8-611AAC6F41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8" name="Freeform: Shape 37">
                      <a:extLst>
                        <a:ext uri="{FF2B5EF4-FFF2-40B4-BE49-F238E27FC236}">
                          <a16:creationId xmlns:a16="http://schemas.microsoft.com/office/drawing/2014/main" id="{CE4D626B-6195-4E14-9943-CC46FD00AE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81D413A1-CBE0-49D2-AF7B-56E15BFBD3A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35" name="Freeform: Shape 34">
                      <a:extLst>
                        <a:ext uri="{FF2B5EF4-FFF2-40B4-BE49-F238E27FC236}">
                          <a16:creationId xmlns:a16="http://schemas.microsoft.com/office/drawing/2014/main" id="{5BCC4F05-2ED9-49F4-920F-58BCBF395E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6" name="Freeform: Shape 35">
                      <a:extLst>
                        <a:ext uri="{FF2B5EF4-FFF2-40B4-BE49-F238E27FC236}">
                          <a16:creationId xmlns:a16="http://schemas.microsoft.com/office/drawing/2014/main" id="{8DC76615-A827-417D-A325-26AE97D48E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68968AF-E1A0-4D1F-ADF3-A64A97015657}"/>
                    </a:ext>
                  </a:extLst>
                </p:cNvPr>
                <p:cNvSpPr/>
                <p:nvPr/>
              </p:nvSpPr>
              <p:spPr>
                <a:xfrm>
                  <a:off x="10020665" y="2808393"/>
                  <a:ext cx="373811" cy="373811"/>
                </a:xfrm>
                <a:prstGeom prst="ellipse">
                  <a:avLst/>
                </a:prstGeom>
                <a:solidFill>
                  <a:schemeClr val="accent2"/>
                </a:solidFill>
                <a:ln w="254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962862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4192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CE9F818-8806-44EA-9D70-AC7EC937D85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092000" y="545824"/>
            <a:ext cx="8100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967FA-23E2-4FBF-BEE3-29D99AA69078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0" y="3575404"/>
            <a:ext cx="8100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516813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02726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F0E0EF-2E04-47B9-994B-B903A0F2AE5E}"/>
              </a:ext>
            </a:extLst>
          </p:cNvPr>
          <p:cNvGrpSpPr/>
          <p:nvPr userDrawn="1"/>
        </p:nvGrpSpPr>
        <p:grpSpPr>
          <a:xfrm>
            <a:off x="0" y="477136"/>
            <a:ext cx="11704320" cy="5935130"/>
            <a:chOff x="-161213" y="477136"/>
            <a:chExt cx="11704320" cy="593513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E566617-AC90-4509-9DA2-ABEA4B29C24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477136"/>
              <a:ext cx="11704320" cy="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83BB1F-9DEC-48A9-B7D2-A22CBF98BA3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43107" y="477136"/>
              <a:ext cx="0" cy="593513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66407A5-B8BF-45A6-BDAE-9DF8A945469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6392850"/>
              <a:ext cx="11704320" cy="13272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CC1FCA7-A301-41D4-8537-24498924022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23314" cy="6858000"/>
          </a:xfrm>
          <a:custGeom>
            <a:avLst/>
            <a:gdLst>
              <a:gd name="connsiteX0" fmla="*/ 0 w 6923314"/>
              <a:gd name="connsiteY0" fmla="*/ 0 h 6858000"/>
              <a:gd name="connsiteX1" fmla="*/ 5208814 w 6923314"/>
              <a:gd name="connsiteY1" fmla="*/ 0 h 6858000"/>
              <a:gd name="connsiteX2" fmla="*/ 6923314 w 6923314"/>
              <a:gd name="connsiteY2" fmla="*/ 6858000 h 6858000"/>
              <a:gd name="connsiteX3" fmla="*/ 1305197 w 6923314"/>
              <a:gd name="connsiteY3" fmla="*/ 6858000 h 6858000"/>
              <a:gd name="connsiteX4" fmla="*/ 0 w 6923314"/>
              <a:gd name="connsiteY4" fmla="*/ 16372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0" y="0"/>
                </a:moveTo>
                <a:lnTo>
                  <a:pt x="5208814" y="0"/>
                </a:lnTo>
                <a:lnTo>
                  <a:pt x="6923314" y="6858000"/>
                </a:lnTo>
                <a:lnTo>
                  <a:pt x="1305197" y="6858000"/>
                </a:lnTo>
                <a:lnTo>
                  <a:pt x="0" y="1637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113999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20408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B352460-5EAD-4987-9D72-DFEFACA15D6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" y="0"/>
            <a:ext cx="7072972" cy="6858000"/>
          </a:xfrm>
          <a:custGeom>
            <a:avLst/>
            <a:gdLst>
              <a:gd name="connsiteX0" fmla="*/ 0 w 6200775"/>
              <a:gd name="connsiteY0" fmla="*/ 0 h 6858000"/>
              <a:gd name="connsiteX1" fmla="*/ 2158503 w 6200775"/>
              <a:gd name="connsiteY1" fmla="*/ 0 h 6858000"/>
              <a:gd name="connsiteX2" fmla="*/ 6200775 w 6200775"/>
              <a:gd name="connsiteY2" fmla="*/ 3676650 h 6858000"/>
              <a:gd name="connsiteX3" fmla="*/ 3307176 w 6200775"/>
              <a:gd name="connsiteY3" fmla="*/ 6858000 h 6858000"/>
              <a:gd name="connsiteX4" fmla="*/ 0 w 6200775"/>
              <a:gd name="connsiteY4" fmla="*/ 6858000 h 6858000"/>
              <a:gd name="connsiteX0" fmla="*/ 0 w 7424664"/>
              <a:gd name="connsiteY0" fmla="*/ 0 h 6858000"/>
              <a:gd name="connsiteX1" fmla="*/ 2158503 w 7424664"/>
              <a:gd name="connsiteY1" fmla="*/ 0 h 6858000"/>
              <a:gd name="connsiteX2" fmla="*/ 7424664 w 7424664"/>
              <a:gd name="connsiteY2" fmla="*/ 2326151 h 6858000"/>
              <a:gd name="connsiteX3" fmla="*/ 3307176 w 7424664"/>
              <a:gd name="connsiteY3" fmla="*/ 6858000 h 6858000"/>
              <a:gd name="connsiteX4" fmla="*/ 0 w 7424664"/>
              <a:gd name="connsiteY4" fmla="*/ 6858000 h 6858000"/>
              <a:gd name="connsiteX5" fmla="*/ 0 w 7424664"/>
              <a:gd name="connsiteY5" fmla="*/ 0 h 6858000"/>
              <a:gd name="connsiteX0" fmla="*/ 0 w 7424664"/>
              <a:gd name="connsiteY0" fmla="*/ 0 h 6858000"/>
              <a:gd name="connsiteX1" fmla="*/ 7424664 w 7424664"/>
              <a:gd name="connsiteY1" fmla="*/ 2326151 h 6858000"/>
              <a:gd name="connsiteX2" fmla="*/ 3307176 w 7424664"/>
              <a:gd name="connsiteY2" fmla="*/ 6858000 h 6858000"/>
              <a:gd name="connsiteX3" fmla="*/ 0 w 7424664"/>
              <a:gd name="connsiteY3" fmla="*/ 6858000 h 6858000"/>
              <a:gd name="connsiteX4" fmla="*/ 0 w 7424664"/>
              <a:gd name="connsiteY4" fmla="*/ 0 h 6858000"/>
              <a:gd name="connsiteX0" fmla="*/ 0 w 6904159"/>
              <a:gd name="connsiteY0" fmla="*/ 0 h 6858000"/>
              <a:gd name="connsiteX1" fmla="*/ 6904159 w 6904159"/>
              <a:gd name="connsiteY1" fmla="*/ 1805646 h 6858000"/>
              <a:gd name="connsiteX2" fmla="*/ 3307176 w 6904159"/>
              <a:gd name="connsiteY2" fmla="*/ 6858000 h 6858000"/>
              <a:gd name="connsiteX3" fmla="*/ 0 w 6904159"/>
              <a:gd name="connsiteY3" fmla="*/ 6858000 h 6858000"/>
              <a:gd name="connsiteX4" fmla="*/ 0 w 6904159"/>
              <a:gd name="connsiteY4" fmla="*/ 0 h 6858000"/>
              <a:gd name="connsiteX0" fmla="*/ 0 w 7072972"/>
              <a:gd name="connsiteY0" fmla="*/ 0 h 6858000"/>
              <a:gd name="connsiteX1" fmla="*/ 7072972 w 7072972"/>
              <a:gd name="connsiteY1" fmla="*/ 1890052 h 6858000"/>
              <a:gd name="connsiteX2" fmla="*/ 3307176 w 7072972"/>
              <a:gd name="connsiteY2" fmla="*/ 6858000 h 6858000"/>
              <a:gd name="connsiteX3" fmla="*/ 0 w 7072972"/>
              <a:gd name="connsiteY3" fmla="*/ 6858000 h 6858000"/>
              <a:gd name="connsiteX4" fmla="*/ 0 w 70729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2972" h="6858000">
                <a:moveTo>
                  <a:pt x="0" y="0"/>
                </a:moveTo>
                <a:lnTo>
                  <a:pt x="7072972" y="1890052"/>
                </a:lnTo>
                <a:lnTo>
                  <a:pt x="330717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1374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13272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C6AC5C-B6EC-435C-A85E-3D6239B8E699}"/>
              </a:ext>
            </a:extLst>
          </p:cNvPr>
          <p:cNvSpPr/>
          <p:nvPr userDrawn="1"/>
        </p:nvSpPr>
        <p:spPr>
          <a:xfrm>
            <a:off x="5706238" y="1134290"/>
            <a:ext cx="6485762" cy="2749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061880F9-20D3-4626-A329-F4C73B4556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68938" y="1889760"/>
            <a:ext cx="3277824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F69E93-AE09-4200-A06B-AF62BA2DEF83}"/>
              </a:ext>
            </a:extLst>
          </p:cNvPr>
          <p:cNvSpPr/>
          <p:nvPr userDrawn="1"/>
        </p:nvSpPr>
        <p:spPr>
          <a:xfrm>
            <a:off x="0" y="0"/>
            <a:ext cx="391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C10B3C62-656F-435D-9524-4DDA6D575D2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77707" y="-1"/>
            <a:ext cx="3277824" cy="364889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110116933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56975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2022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2267440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25246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19.jpe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6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59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5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28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E51AC73E-F5ED-A14B-9E47-7194C3F0D0C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1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83" r:id="rId3"/>
    <p:sldLayoutId id="2147483884" r:id="rId4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08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pn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33.jpeg"/><Relationship Id="rId11" Type="http://schemas.openxmlformats.org/officeDocument/2006/relationships/image" Target="../media/image19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5" Type="http://schemas.microsoft.com/office/2007/relationships/hdphoto" Target="../media/hdphoto1.wdp"/><Relationship Id="rId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svg"/><Relationship Id="rId7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8.png"/><Relationship Id="rId5" Type="http://schemas.openxmlformats.org/officeDocument/2006/relationships/image" Target="../media/image4.sv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67198" y="1416141"/>
            <a:ext cx="11773800" cy="2769983"/>
          </a:xfrm>
          <a:prstGeom prst="rect">
            <a:avLst/>
          </a:prstGeom>
          <a:noFill/>
        </p:spPr>
        <p:txBody>
          <a:bodyPr wrap="square" lIns="121915" tIns="60957" rIns="121915" bIns="60957" rtlCol="0" anchor="ctr">
            <a:spAutoFit/>
          </a:bodyPr>
          <a:lstStyle/>
          <a:p>
            <a:pPr algn="ctr" defTabSz="914332"/>
            <a:r>
              <a:rPr kumimoji="1" lang="en-US" altLang="zh-TW" sz="3600" b="1" spc="3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AI</a:t>
            </a:r>
            <a:r>
              <a:rPr kumimoji="1" lang="zh-TW" altLang="en-US" sz="3600" b="1" spc="3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設備工程</a:t>
            </a:r>
            <a:r>
              <a:rPr kumimoji="1" lang="zh-TW" altLang="en-US" sz="36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助手</a:t>
            </a:r>
            <a:endParaRPr kumimoji="1" lang="en-US" altLang="zh-TW" sz="36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endParaRPr kumimoji="1" lang="en-US" altLang="zh-CN" sz="36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基於 </a:t>
            </a:r>
            <a:r>
              <a:rPr kumimoji="1" lang="en-US" altLang="zh-CN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RAG</a:t>
            </a:r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的設備故障診斷 </a:t>
            </a:r>
            <a:r>
              <a:rPr kumimoji="1" lang="en-US" altLang="zh-CN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AI Agent </a:t>
            </a:r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構建實踐</a:t>
            </a:r>
            <a:endParaRPr kumimoji="1" lang="en-US" altLang="zh-CN" sz="36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r>
              <a:rPr kumimoji="1" lang="en-US" altLang="zh-TW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AI </a:t>
            </a:r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領袖班成果發表</a:t>
            </a:r>
            <a:r>
              <a:rPr kumimoji="1" lang="en-US" altLang="zh-CN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|</a:t>
            </a:r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產綫停機快速檢索與交互式排障指導</a:t>
            </a:r>
            <a:endParaRPr kumimoji="1" lang="en-US" altLang="zh-CN" sz="20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endParaRPr kumimoji="1" lang="en-US" altLang="zh-TW" sz="2000" b="1" spc="300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endParaRPr kumimoji="1" lang="en-US" altLang="zh-TW" sz="20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r>
              <a:rPr kumimoji="1" lang="zh-CN" altLang="en-US" sz="2000" b="1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第九組</a:t>
            </a:r>
            <a:endParaRPr kumimoji="1" lang="en-US" altLang="zh-TW" sz="20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075724" y="4186124"/>
            <a:ext cx="4354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組員：張先鳳   孫達  王兵  肖水麗  黃碧明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algn="ctr"/>
            <a:endParaRPr lang="en-US" altLang="zh-TW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2026-10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5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4EAC7899-BC38-4CFB-8D3C-FFF2B74CB626}"/>
              </a:ext>
            </a:extLst>
          </p:cNvPr>
          <p:cNvCxnSpPr/>
          <p:nvPr/>
        </p:nvCxnSpPr>
        <p:spPr>
          <a:xfrm>
            <a:off x="155350" y="703972"/>
            <a:ext cx="10054287" cy="0"/>
          </a:xfrm>
          <a:prstGeom prst="line">
            <a:avLst/>
          </a:prstGeom>
          <a:ln w="57150">
            <a:gradFill flip="none" rotWithShape="1">
              <a:gsLst>
                <a:gs pos="0">
                  <a:srgbClr val="0070C0"/>
                </a:gs>
                <a:gs pos="30000">
                  <a:srgbClr val="51AAE1"/>
                </a:gs>
                <a:gs pos="61000">
                  <a:srgbClr val="86C4EA"/>
                </a:gs>
                <a:gs pos="85000">
                  <a:srgbClr val="DFEFF9"/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 descr="一張含有 文字 的圖片&#10;&#10;自動產生的描述">
            <a:extLst>
              <a:ext uri="{FF2B5EF4-FFF2-40B4-BE49-F238E27FC236}">
                <a16:creationId xmlns:a16="http://schemas.microsoft.com/office/drawing/2014/main" id="{C692D7C1-71F0-4F0F-A518-F95D86E547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22" y="3283684"/>
            <a:ext cx="2160000" cy="1728000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  <p:grpSp>
        <p:nvGrpSpPr>
          <p:cNvPr id="12" name="群組 15">
            <a:extLst>
              <a:ext uri="{FF2B5EF4-FFF2-40B4-BE49-F238E27FC236}">
                <a16:creationId xmlns:a16="http://schemas.microsoft.com/office/drawing/2014/main" id="{29710D42-3CF2-4954-A26E-1AC2A677ABC8}"/>
              </a:ext>
            </a:extLst>
          </p:cNvPr>
          <p:cNvGrpSpPr/>
          <p:nvPr/>
        </p:nvGrpSpPr>
        <p:grpSpPr>
          <a:xfrm>
            <a:off x="1088756" y="1192791"/>
            <a:ext cx="2160000" cy="1363806"/>
            <a:chOff x="1342721" y="2454187"/>
            <a:chExt cx="1436328" cy="1731613"/>
          </a:xfrm>
        </p:grpSpPr>
        <p:grpSp>
          <p:nvGrpSpPr>
            <p:cNvPr id="14" name="群組 36">
              <a:extLst>
                <a:ext uri="{FF2B5EF4-FFF2-40B4-BE49-F238E27FC236}">
                  <a16:creationId xmlns:a16="http://schemas.microsoft.com/office/drawing/2014/main" id="{C90D9AA3-D126-411A-B19C-EA998208BC81}"/>
                </a:ext>
              </a:extLst>
            </p:cNvPr>
            <p:cNvGrpSpPr/>
            <p:nvPr/>
          </p:nvGrpSpPr>
          <p:grpSpPr>
            <a:xfrm>
              <a:off x="1342721" y="2454187"/>
              <a:ext cx="1436328" cy="1731613"/>
              <a:chOff x="1330759" y="2120358"/>
              <a:chExt cx="1436328" cy="1731613"/>
            </a:xfrm>
          </p:grpSpPr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F6B6E6C6-465D-470B-A4EB-9E114D819021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1337507" y="2120358"/>
                <a:ext cx="734141" cy="634277"/>
              </a:xfrm>
              <a:prstGeom prst="hexagon">
                <a:avLst>
                  <a:gd name="adj" fmla="val 28936"/>
                  <a:gd name="vf" fmla="val 115470"/>
                </a:avLst>
              </a:prstGeom>
              <a:solidFill>
                <a:srgbClr val="DBEEF4">
                  <a:alpha val="50195"/>
                </a:srgbClr>
              </a:solidFill>
              <a:ln w="57150" algn="ctr">
                <a:solidFill>
                  <a:srgbClr val="95B3D7"/>
                </a:solidFill>
                <a:miter lim="800000"/>
                <a:headEnd/>
                <a:tailEnd type="none" w="lg" len="lg"/>
              </a:ln>
              <a:effectLst>
                <a:glow rad="139700">
                  <a:srgbClr val="B2C1DB">
                    <a:satMod val="175000"/>
                    <a:alpha val="40000"/>
                  </a:srgbClr>
                </a:glo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微軟正黑體" panose="020B0604030504040204" pitchFamily="34" charset="-120"/>
                  <a:cs typeface="+mn-cs"/>
                  <a:sym typeface="Candara" panose="020E0502030303020204" pitchFamily="34" charset="0"/>
                </a:endParaRPr>
              </a:p>
            </p:txBody>
          </p:sp>
          <p:pic>
            <p:nvPicPr>
              <p:cNvPr id="17" name="Picture 86" descr="C:\Users\terrence.fu\Desktop\tablet.png">
                <a:extLst>
                  <a:ext uri="{FF2B5EF4-FFF2-40B4-BE49-F238E27FC236}">
                    <a16:creationId xmlns:a16="http://schemas.microsoft.com/office/drawing/2014/main" id="{167866DA-FC01-402E-B2D6-B11D4CC44E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508896" y="2243165"/>
                <a:ext cx="388663" cy="3873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" name="AutoShape 22">
                <a:extLst>
                  <a:ext uri="{FF2B5EF4-FFF2-40B4-BE49-F238E27FC236}">
                    <a16:creationId xmlns:a16="http://schemas.microsoft.com/office/drawing/2014/main" id="{83CD21A0-3AC2-456B-877E-1CFD8871D906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1967735" y="2494176"/>
                <a:ext cx="734141" cy="634277"/>
              </a:xfrm>
              <a:prstGeom prst="hexagon">
                <a:avLst>
                  <a:gd name="adj" fmla="val 28936"/>
                  <a:gd name="vf" fmla="val 115470"/>
                </a:avLst>
              </a:prstGeom>
              <a:solidFill>
                <a:srgbClr val="DBEEF4">
                  <a:alpha val="50195"/>
                </a:srgbClr>
              </a:solidFill>
              <a:ln w="57150" algn="ctr">
                <a:solidFill>
                  <a:srgbClr val="95B3D7"/>
                </a:solidFill>
                <a:miter lim="800000"/>
                <a:headEnd/>
                <a:tailEnd type="none" w="lg" len="lg"/>
              </a:ln>
              <a:effectLst>
                <a:glow rad="139700">
                  <a:srgbClr val="B2C1DB">
                    <a:satMod val="175000"/>
                    <a:alpha val="40000"/>
                  </a:srgbClr>
                </a:glo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微軟正黑體" panose="020B0604030504040204" pitchFamily="34" charset="-120"/>
                  <a:cs typeface="+mn-cs"/>
                  <a:sym typeface="Candara" panose="020E0502030303020204" pitchFamily="34" charset="0"/>
                </a:endParaRPr>
              </a:p>
            </p:txBody>
          </p:sp>
          <p:sp>
            <p:nvSpPr>
              <p:cNvPr id="19" name="AutoShape 24">
                <a:extLst>
                  <a:ext uri="{FF2B5EF4-FFF2-40B4-BE49-F238E27FC236}">
                    <a16:creationId xmlns:a16="http://schemas.microsoft.com/office/drawing/2014/main" id="{05CF770C-22E4-4409-AA19-D86521CC3B3B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1330759" y="2849887"/>
                <a:ext cx="734141" cy="634277"/>
              </a:xfrm>
              <a:prstGeom prst="hexagon">
                <a:avLst>
                  <a:gd name="adj" fmla="val 28936"/>
                  <a:gd name="vf" fmla="val 115470"/>
                </a:avLst>
              </a:prstGeom>
              <a:solidFill>
                <a:srgbClr val="DBEEF4">
                  <a:alpha val="50195"/>
                </a:srgbClr>
              </a:solidFill>
              <a:ln w="57150" algn="ctr">
                <a:solidFill>
                  <a:srgbClr val="95B3D7"/>
                </a:solidFill>
                <a:miter lim="800000"/>
                <a:headEnd/>
                <a:tailEnd type="none" w="lg" len="lg"/>
              </a:ln>
              <a:effectLst>
                <a:glow rad="139700">
                  <a:srgbClr val="B2C1DB">
                    <a:satMod val="175000"/>
                    <a:alpha val="40000"/>
                  </a:srgbClr>
                </a:glo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微軟正黑體" panose="020B0604030504040204" pitchFamily="34" charset="-120"/>
                  <a:cs typeface="+mn-cs"/>
                  <a:sym typeface="Candara" panose="020E0502030303020204" pitchFamily="34" charset="0"/>
                </a:endParaRPr>
              </a:p>
            </p:txBody>
          </p:sp>
          <p:sp>
            <p:nvSpPr>
              <p:cNvPr id="20" name="AutoShape 25">
                <a:extLst>
                  <a:ext uri="{FF2B5EF4-FFF2-40B4-BE49-F238E27FC236}">
                    <a16:creationId xmlns:a16="http://schemas.microsoft.com/office/drawing/2014/main" id="{293C28E6-E868-4218-A0E4-56F9F7F32DA5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1964120" y="3217694"/>
                <a:ext cx="734141" cy="634277"/>
              </a:xfrm>
              <a:prstGeom prst="hexagon">
                <a:avLst>
                  <a:gd name="adj" fmla="val 28936"/>
                  <a:gd name="vf" fmla="val 115470"/>
                </a:avLst>
              </a:prstGeom>
              <a:solidFill>
                <a:srgbClr val="F2DCDB">
                  <a:alpha val="50195"/>
                </a:srgbClr>
              </a:solidFill>
              <a:ln w="57150" algn="ctr">
                <a:solidFill>
                  <a:srgbClr val="D99694"/>
                </a:solidFill>
                <a:miter lim="800000"/>
                <a:headEnd/>
                <a:tailEnd type="none" w="lg" len="lg"/>
              </a:ln>
              <a:effectLst>
                <a:glow rad="101600">
                  <a:srgbClr val="C0504D">
                    <a:lumMod val="40000"/>
                    <a:lumOff val="60000"/>
                    <a:alpha val="60000"/>
                  </a:srgbClr>
                </a:glo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微軟正黑體" panose="020B0604030504040204" pitchFamily="34" charset="-120"/>
                  <a:cs typeface="+mn-cs"/>
                  <a:sym typeface="Candara" panose="020E0502030303020204" pitchFamily="34" charset="0"/>
                </a:endParaRPr>
              </a:p>
            </p:txBody>
          </p:sp>
          <p:pic>
            <p:nvPicPr>
              <p:cNvPr id="21" name="Picture 85" descr="C:\Users\terrence.fu\Desktop\phone.png">
                <a:extLst>
                  <a:ext uri="{FF2B5EF4-FFF2-40B4-BE49-F238E27FC236}">
                    <a16:creationId xmlns:a16="http://schemas.microsoft.com/office/drawing/2014/main" id="{3E656E78-9C7D-4858-8E24-4A1CEE059C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77046" y="2556255"/>
                <a:ext cx="507421" cy="5074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2" name="Picture 87" descr="C:\Users\terrence.fu\Desktop\technology.png">
                <a:extLst>
                  <a:ext uri="{FF2B5EF4-FFF2-40B4-BE49-F238E27FC236}">
                    <a16:creationId xmlns:a16="http://schemas.microsoft.com/office/drawing/2014/main" id="{BF6DA499-DE40-4DEA-AC86-BD4EDCB0D4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927683" y="3302714"/>
                <a:ext cx="839404" cy="4615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" name="Picture 89" descr="C:\Users\terrence.fu\Desktop\camara.jpg">
                <a:extLst>
                  <a:ext uri="{FF2B5EF4-FFF2-40B4-BE49-F238E27FC236}">
                    <a16:creationId xmlns:a16="http://schemas.microsoft.com/office/drawing/2014/main" id="{EE104002-6F76-49D7-BE77-7D9D8D9F6D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rcRect l="15517" t="29001" r="17241" b="27249"/>
              <a:stretch>
                <a:fillRect/>
              </a:stretch>
            </p:blipFill>
            <p:spPr bwMode="auto">
              <a:xfrm>
                <a:off x="1719976" y="3162672"/>
                <a:ext cx="220768" cy="1622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4" name="Picture 90" descr="C:\Users\terrence.fu\Desktop\watch_318-56534.png">
                <a:extLst>
                  <a:ext uri="{FF2B5EF4-FFF2-40B4-BE49-F238E27FC236}">
                    <a16:creationId xmlns:a16="http://schemas.microsoft.com/office/drawing/2014/main" id="{6A27E013-25E6-4A10-87F0-5DCEC11D94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 rot="2684602">
                <a:off x="1743080" y="2977559"/>
                <a:ext cx="177128" cy="172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5" name="Picture 27" descr="C:\Users\terrence.fu\Desktop\images.jpg">
                <a:extLst>
                  <a:ext uri="{FF2B5EF4-FFF2-40B4-BE49-F238E27FC236}">
                    <a16:creationId xmlns:a16="http://schemas.microsoft.com/office/drawing/2014/main" id="{000E832D-FABB-4492-AF75-0145BF119F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18645" r="18095" b="24573"/>
              <a:stretch>
                <a:fillRect/>
              </a:stretch>
            </p:blipFill>
            <p:spPr bwMode="auto">
              <a:xfrm>
                <a:off x="1488103" y="3094476"/>
                <a:ext cx="253693" cy="2204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5" name="圖形 37" descr="虛擬實境耳麥">
              <a:extLst>
                <a:ext uri="{FF2B5EF4-FFF2-40B4-BE49-F238E27FC236}">
                  <a16:creationId xmlns:a16="http://schemas.microsoft.com/office/drawing/2014/main" id="{15E05444-5DB5-4382-BCAB-F7FB5D997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510271" y="3246983"/>
              <a:ext cx="243487" cy="243487"/>
            </a:xfrm>
            <a:prstGeom prst="rect">
              <a:avLst/>
            </a:prstGeom>
          </p:spPr>
        </p:pic>
      </p:grpSp>
      <p:sp>
        <p:nvSpPr>
          <p:cNvPr id="26" name="文字方塊 25"/>
          <p:cNvSpPr txBox="1"/>
          <p:nvPr/>
        </p:nvSpPr>
        <p:spPr>
          <a:xfrm>
            <a:off x="108647" y="7083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 smtClean="0">
                <a:solidFill>
                  <a:schemeClr val="bg1"/>
                </a:solidFill>
                <a:latin typeface="微軟正黑體" pitchFamily="34" charset="-120"/>
                <a:cs typeface="Arial" panose="020B0604020202020204" pitchFamily="34" charset="0"/>
              </a:rPr>
              <a:t>目錄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4152900" y="1104900"/>
            <a:ext cx="7048500" cy="46101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sz="3600" b="1" dirty="0" smtClean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  <a:p>
            <a:endParaRPr lang="en-US" altLang="zh-TW" sz="3600" b="1" dirty="0" smtClean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zh-TW" sz="36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altLang="zh-CN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altLang="zh-TW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1 </a:t>
            </a:r>
            <a:r>
              <a:rPr lang="zh-CN" altLang="en-US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專案背景與目標</a:t>
            </a:r>
            <a:endParaRPr lang="en-US" altLang="zh-CN" sz="3600" b="1" dirty="0" smtClean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  <a:p>
            <a:endParaRPr lang="en-US" altLang="zh-TW" sz="36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zh-TW" sz="3600" b="1" dirty="0" smtClean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       02 </a:t>
            </a:r>
            <a:r>
              <a:rPr lang="zh-CN" altLang="en-US" sz="3600" b="1" dirty="0" smtClean="0">
                <a:solidFill>
                  <a:srgbClr val="00808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技術</a:t>
            </a:r>
            <a:r>
              <a:rPr lang="zh-CN" altLang="en-US" sz="3600" b="1" dirty="0">
                <a:solidFill>
                  <a:srgbClr val="00808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架構與方案設計</a:t>
            </a:r>
            <a:endParaRPr lang="en-US" altLang="zh-CN" sz="3600" b="1" dirty="0" smtClean="0">
              <a:solidFill>
                <a:srgbClr val="008080"/>
              </a:solidFill>
              <a:latin typeface="Arial" pitchFamily="34" charset="0"/>
              <a:cs typeface="Arial" pitchFamily="34" charset="0"/>
            </a:endParaRPr>
          </a:p>
          <a:p>
            <a:endParaRPr lang="en-US" altLang="zh-TW" sz="3600" b="1" dirty="0" smtClean="0">
              <a:solidFill>
                <a:srgbClr val="339966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zh-TW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       03 </a:t>
            </a:r>
            <a:r>
              <a:rPr lang="zh-CN" altLang="en-US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實作成果與測試驗證</a:t>
            </a:r>
            <a:endParaRPr lang="en-US" altLang="zh-CN" sz="3600" b="1" dirty="0" smtClean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  <a:p>
            <a:endParaRPr lang="en-US" altLang="zh-TW" sz="36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zh-TW" sz="3600" b="1" dirty="0" smtClean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       04 </a:t>
            </a:r>
            <a:r>
              <a:rPr lang="zh-CN" altLang="en-US" sz="3600" b="1" dirty="0" smtClean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未來展望與效益評估</a:t>
            </a:r>
            <a:endParaRPr lang="en-US" altLang="zh-TW" sz="32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zh-TW" altLang="en-US" sz="3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9" name="组合 1"/>
          <p:cNvGrpSpPr/>
          <p:nvPr/>
        </p:nvGrpSpPr>
        <p:grpSpPr>
          <a:xfrm>
            <a:off x="4417675" y="1594559"/>
            <a:ext cx="781050" cy="781050"/>
            <a:chOff x="2228850" y="838200"/>
            <a:chExt cx="781050" cy="781050"/>
          </a:xfrm>
        </p:grpSpPr>
        <p:sp>
          <p:nvSpPr>
            <p:cNvPr id="30" name="椭圆 4"/>
            <p:cNvSpPr/>
            <p:nvPr/>
          </p:nvSpPr>
          <p:spPr>
            <a:xfrm>
              <a:off x="2228850" y="838200"/>
              <a:ext cx="781050" cy="7810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 20"/>
            <p:cNvGrpSpPr/>
            <p:nvPr/>
          </p:nvGrpSpPr>
          <p:grpSpPr>
            <a:xfrm>
              <a:off x="2311400" y="1025525"/>
              <a:ext cx="615950" cy="406400"/>
              <a:chOff x="3786188" y="1143000"/>
              <a:chExt cx="615950" cy="406400"/>
            </a:xfrm>
          </p:grpSpPr>
          <p:sp>
            <p:nvSpPr>
              <p:cNvPr id="32" name="Freeform 134"/>
              <p:cNvSpPr>
                <a:spLocks noEditPoints="1"/>
              </p:cNvSpPr>
              <p:nvPr/>
            </p:nvSpPr>
            <p:spPr bwMode="auto">
              <a:xfrm>
                <a:off x="3887788" y="1355725"/>
                <a:ext cx="396875" cy="193675"/>
              </a:xfrm>
              <a:custGeom>
                <a:avLst/>
                <a:gdLst/>
                <a:ahLst/>
                <a:cxnLst>
                  <a:cxn ang="0">
                    <a:pos x="124" y="122"/>
                  </a:cxn>
                  <a:cxn ang="0">
                    <a:pos x="102" y="118"/>
                  </a:cxn>
                  <a:cxn ang="0">
                    <a:pos x="24" y="84"/>
                  </a:cxn>
                  <a:cxn ang="0">
                    <a:pos x="6" y="70"/>
                  </a:cxn>
                  <a:cxn ang="0">
                    <a:pos x="0" y="48"/>
                  </a:cxn>
                  <a:cxn ang="0">
                    <a:pos x="0" y="10"/>
                  </a:cxn>
                  <a:cxn ang="0">
                    <a:pos x="2" y="4"/>
                  </a:cxn>
                  <a:cxn ang="0">
                    <a:pos x="8" y="0"/>
                  </a:cxn>
                  <a:cxn ang="0">
                    <a:pos x="38" y="0"/>
                  </a:cxn>
                  <a:cxn ang="0">
                    <a:pos x="106" y="26"/>
                  </a:cxn>
                  <a:cxn ang="0">
                    <a:pos x="116" y="28"/>
                  </a:cxn>
                  <a:cxn ang="0">
                    <a:pos x="126" y="30"/>
                  </a:cxn>
                  <a:cxn ang="0">
                    <a:pos x="146" y="26"/>
                  </a:cxn>
                  <a:cxn ang="0">
                    <a:pos x="204" y="2"/>
                  </a:cxn>
                  <a:cxn ang="0">
                    <a:pos x="240" y="0"/>
                  </a:cxn>
                  <a:cxn ang="0">
                    <a:pos x="244" y="2"/>
                  </a:cxn>
                  <a:cxn ang="0">
                    <a:pos x="248" y="6"/>
                  </a:cxn>
                  <a:cxn ang="0">
                    <a:pos x="250" y="48"/>
                  </a:cxn>
                  <a:cxn ang="0">
                    <a:pos x="248" y="58"/>
                  </a:cxn>
                  <a:cxn ang="0">
                    <a:pos x="234" y="78"/>
                  </a:cxn>
                  <a:cxn ang="0">
                    <a:pos x="146" y="118"/>
                  </a:cxn>
                  <a:cxn ang="0">
                    <a:pos x="136" y="122"/>
                  </a:cxn>
                  <a:cxn ang="0">
                    <a:pos x="124" y="122"/>
                  </a:cxn>
                  <a:cxn ang="0">
                    <a:pos x="16" y="48"/>
                  </a:cxn>
                  <a:cxn ang="0">
                    <a:pos x="18" y="54"/>
                  </a:cxn>
                  <a:cxn ang="0">
                    <a:pos x="24" y="66"/>
                  </a:cxn>
                  <a:cxn ang="0">
                    <a:pos x="108" y="104"/>
                  </a:cxn>
                  <a:cxn ang="0">
                    <a:pos x="116" y="106"/>
                  </a:cxn>
                  <a:cxn ang="0">
                    <a:pos x="124" y="106"/>
                  </a:cxn>
                  <a:cxn ang="0">
                    <a:pos x="140" y="104"/>
                  </a:cxn>
                  <a:cxn ang="0">
                    <a:pos x="218" y="70"/>
                  </a:cxn>
                  <a:cxn ang="0">
                    <a:pos x="228" y="60"/>
                  </a:cxn>
                  <a:cxn ang="0">
                    <a:pos x="232" y="48"/>
                  </a:cxn>
                  <a:cxn ang="0">
                    <a:pos x="208" y="18"/>
                  </a:cxn>
                  <a:cxn ang="0">
                    <a:pos x="154" y="40"/>
                  </a:cxn>
                  <a:cxn ang="0">
                    <a:pos x="126" y="46"/>
                  </a:cxn>
                  <a:cxn ang="0">
                    <a:pos x="114" y="44"/>
                  </a:cxn>
                  <a:cxn ang="0">
                    <a:pos x="38" y="18"/>
                  </a:cxn>
                </a:cxnLst>
                <a:rect l="0" t="0" r="r" b="b"/>
                <a:pathLst>
                  <a:path w="250" h="122">
                    <a:moveTo>
                      <a:pt x="124" y="122"/>
                    </a:moveTo>
                    <a:lnTo>
                      <a:pt x="124" y="122"/>
                    </a:lnTo>
                    <a:lnTo>
                      <a:pt x="112" y="122"/>
                    </a:lnTo>
                    <a:lnTo>
                      <a:pt x="102" y="118"/>
                    </a:lnTo>
                    <a:lnTo>
                      <a:pt x="24" y="84"/>
                    </a:lnTo>
                    <a:lnTo>
                      <a:pt x="24" y="84"/>
                    </a:lnTo>
                    <a:lnTo>
                      <a:pt x="14" y="78"/>
                    </a:lnTo>
                    <a:lnTo>
                      <a:pt x="6" y="70"/>
                    </a:lnTo>
                    <a:lnTo>
                      <a:pt x="2" y="58"/>
                    </a:lnTo>
                    <a:lnTo>
                      <a:pt x="0" y="4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42" y="2"/>
                    </a:lnTo>
                    <a:lnTo>
                      <a:pt x="106" y="26"/>
                    </a:lnTo>
                    <a:lnTo>
                      <a:pt x="106" y="26"/>
                    </a:lnTo>
                    <a:lnTo>
                      <a:pt x="116" y="28"/>
                    </a:lnTo>
                    <a:lnTo>
                      <a:pt x="126" y="30"/>
                    </a:lnTo>
                    <a:lnTo>
                      <a:pt x="126" y="30"/>
                    </a:lnTo>
                    <a:lnTo>
                      <a:pt x="136" y="28"/>
                    </a:lnTo>
                    <a:lnTo>
                      <a:pt x="146" y="26"/>
                    </a:lnTo>
                    <a:lnTo>
                      <a:pt x="204" y="2"/>
                    </a:lnTo>
                    <a:lnTo>
                      <a:pt x="204" y="2"/>
                    </a:lnTo>
                    <a:lnTo>
                      <a:pt x="206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4" y="2"/>
                    </a:lnTo>
                    <a:lnTo>
                      <a:pt x="246" y="4"/>
                    </a:lnTo>
                    <a:lnTo>
                      <a:pt x="248" y="6"/>
                    </a:lnTo>
                    <a:lnTo>
                      <a:pt x="250" y="10"/>
                    </a:lnTo>
                    <a:lnTo>
                      <a:pt x="250" y="48"/>
                    </a:lnTo>
                    <a:lnTo>
                      <a:pt x="250" y="48"/>
                    </a:lnTo>
                    <a:lnTo>
                      <a:pt x="248" y="58"/>
                    </a:lnTo>
                    <a:lnTo>
                      <a:pt x="242" y="70"/>
                    </a:lnTo>
                    <a:lnTo>
                      <a:pt x="234" y="78"/>
                    </a:lnTo>
                    <a:lnTo>
                      <a:pt x="224" y="84"/>
                    </a:lnTo>
                    <a:lnTo>
                      <a:pt x="146" y="118"/>
                    </a:lnTo>
                    <a:lnTo>
                      <a:pt x="146" y="118"/>
                    </a:lnTo>
                    <a:lnTo>
                      <a:pt x="136" y="122"/>
                    </a:lnTo>
                    <a:lnTo>
                      <a:pt x="124" y="122"/>
                    </a:lnTo>
                    <a:lnTo>
                      <a:pt x="124" y="122"/>
                    </a:lnTo>
                    <a:close/>
                    <a:moveTo>
                      <a:pt x="16" y="18"/>
                    </a:moveTo>
                    <a:lnTo>
                      <a:pt x="16" y="48"/>
                    </a:lnTo>
                    <a:lnTo>
                      <a:pt x="16" y="48"/>
                    </a:lnTo>
                    <a:lnTo>
                      <a:pt x="18" y="54"/>
                    </a:lnTo>
                    <a:lnTo>
                      <a:pt x="20" y="60"/>
                    </a:lnTo>
                    <a:lnTo>
                      <a:pt x="24" y="66"/>
                    </a:lnTo>
                    <a:lnTo>
                      <a:pt x="30" y="70"/>
                    </a:lnTo>
                    <a:lnTo>
                      <a:pt x="108" y="104"/>
                    </a:lnTo>
                    <a:lnTo>
                      <a:pt x="108" y="104"/>
                    </a:lnTo>
                    <a:lnTo>
                      <a:pt x="116" y="106"/>
                    </a:lnTo>
                    <a:lnTo>
                      <a:pt x="124" y="106"/>
                    </a:lnTo>
                    <a:lnTo>
                      <a:pt x="124" y="106"/>
                    </a:lnTo>
                    <a:lnTo>
                      <a:pt x="132" y="106"/>
                    </a:lnTo>
                    <a:lnTo>
                      <a:pt x="140" y="104"/>
                    </a:lnTo>
                    <a:lnTo>
                      <a:pt x="218" y="70"/>
                    </a:lnTo>
                    <a:lnTo>
                      <a:pt x="218" y="70"/>
                    </a:lnTo>
                    <a:lnTo>
                      <a:pt x="224" y="66"/>
                    </a:lnTo>
                    <a:lnTo>
                      <a:pt x="228" y="60"/>
                    </a:lnTo>
                    <a:lnTo>
                      <a:pt x="232" y="54"/>
                    </a:lnTo>
                    <a:lnTo>
                      <a:pt x="232" y="48"/>
                    </a:lnTo>
                    <a:lnTo>
                      <a:pt x="232" y="18"/>
                    </a:lnTo>
                    <a:lnTo>
                      <a:pt x="208" y="18"/>
                    </a:lnTo>
                    <a:lnTo>
                      <a:pt x="154" y="40"/>
                    </a:lnTo>
                    <a:lnTo>
                      <a:pt x="154" y="40"/>
                    </a:lnTo>
                    <a:lnTo>
                      <a:pt x="140" y="44"/>
                    </a:lnTo>
                    <a:lnTo>
                      <a:pt x="126" y="46"/>
                    </a:lnTo>
                    <a:lnTo>
                      <a:pt x="126" y="46"/>
                    </a:lnTo>
                    <a:lnTo>
                      <a:pt x="114" y="44"/>
                    </a:lnTo>
                    <a:lnTo>
                      <a:pt x="100" y="42"/>
                    </a:lnTo>
                    <a:lnTo>
                      <a:pt x="38" y="18"/>
                    </a:lnTo>
                    <a:lnTo>
                      <a:pt x="16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35"/>
              <p:cNvSpPr>
                <a:spLocks noEditPoints="1"/>
              </p:cNvSpPr>
              <p:nvPr/>
            </p:nvSpPr>
            <p:spPr bwMode="auto">
              <a:xfrm>
                <a:off x="3786188" y="1143000"/>
                <a:ext cx="615950" cy="333375"/>
              </a:xfrm>
              <a:custGeom>
                <a:avLst/>
                <a:gdLst/>
                <a:ahLst/>
                <a:cxnLst>
                  <a:cxn ang="0">
                    <a:pos x="380" y="210"/>
                  </a:cxn>
                  <a:cxn ang="0">
                    <a:pos x="348" y="210"/>
                  </a:cxn>
                  <a:cxn ang="0">
                    <a:pos x="344" y="210"/>
                  </a:cxn>
                  <a:cxn ang="0">
                    <a:pos x="340" y="206"/>
                  </a:cxn>
                  <a:cxn ang="0">
                    <a:pos x="340" y="198"/>
                  </a:cxn>
                  <a:cxn ang="0">
                    <a:pos x="356" y="90"/>
                  </a:cxn>
                  <a:cxn ang="0">
                    <a:pos x="214" y="150"/>
                  </a:cxn>
                  <a:cxn ang="0">
                    <a:pos x="190" y="154"/>
                  </a:cxn>
                  <a:cxn ang="0">
                    <a:pos x="178" y="154"/>
                  </a:cxn>
                  <a:cxn ang="0">
                    <a:pos x="14" y="92"/>
                  </a:cxn>
                  <a:cxn ang="0">
                    <a:pos x="6" y="88"/>
                  </a:cxn>
                  <a:cxn ang="0">
                    <a:pos x="0" y="80"/>
                  </a:cxn>
                  <a:cxn ang="0">
                    <a:pos x="0" y="76"/>
                  </a:cxn>
                  <a:cxn ang="0">
                    <a:pos x="2" y="70"/>
                  </a:cxn>
                  <a:cxn ang="0">
                    <a:pos x="14" y="62"/>
                  </a:cxn>
                  <a:cxn ang="0">
                    <a:pos x="168" y="4"/>
                  </a:cxn>
                  <a:cxn ang="0">
                    <a:pos x="192" y="0"/>
                  </a:cxn>
                  <a:cxn ang="0">
                    <a:pos x="202" y="2"/>
                  </a:cxn>
                  <a:cxn ang="0">
                    <a:pos x="362" y="56"/>
                  </a:cxn>
                  <a:cxn ang="0">
                    <a:pos x="368" y="60"/>
                  </a:cxn>
                  <a:cxn ang="0">
                    <a:pos x="376" y="66"/>
                  </a:cxn>
                  <a:cxn ang="0">
                    <a:pos x="376" y="70"/>
                  </a:cxn>
                  <a:cxn ang="0">
                    <a:pos x="372" y="80"/>
                  </a:cxn>
                  <a:cxn ang="0">
                    <a:pos x="386" y="198"/>
                  </a:cxn>
                  <a:cxn ang="0">
                    <a:pos x="388" y="202"/>
                  </a:cxn>
                  <a:cxn ang="0">
                    <a:pos x="388" y="206"/>
                  </a:cxn>
                  <a:cxn ang="0">
                    <a:pos x="382" y="210"/>
                  </a:cxn>
                  <a:cxn ang="0">
                    <a:pos x="380" y="210"/>
                  </a:cxn>
                  <a:cxn ang="0">
                    <a:pos x="366" y="194"/>
                  </a:cxn>
                  <a:cxn ang="0">
                    <a:pos x="362" y="194"/>
                  </a:cxn>
                  <a:cxn ang="0">
                    <a:pos x="174" y="136"/>
                  </a:cxn>
                  <a:cxn ang="0">
                    <a:pos x="180" y="138"/>
                  </a:cxn>
                  <a:cxn ang="0">
                    <a:pos x="190" y="138"/>
                  </a:cxn>
                  <a:cxn ang="0">
                    <a:pos x="206" y="136"/>
                  </a:cxn>
                  <a:cxn ang="0">
                    <a:pos x="208" y="18"/>
                  </a:cxn>
                  <a:cxn ang="0">
                    <a:pos x="200" y="18"/>
                  </a:cxn>
                  <a:cxn ang="0">
                    <a:pos x="192" y="16"/>
                  </a:cxn>
                  <a:cxn ang="0">
                    <a:pos x="174" y="20"/>
                  </a:cxn>
                </a:cxnLst>
                <a:rect l="0" t="0" r="r" b="b"/>
                <a:pathLst>
                  <a:path w="388" h="210">
                    <a:moveTo>
                      <a:pt x="380" y="210"/>
                    </a:moveTo>
                    <a:lnTo>
                      <a:pt x="380" y="210"/>
                    </a:lnTo>
                    <a:lnTo>
                      <a:pt x="380" y="210"/>
                    </a:lnTo>
                    <a:lnTo>
                      <a:pt x="348" y="210"/>
                    </a:lnTo>
                    <a:lnTo>
                      <a:pt x="348" y="210"/>
                    </a:lnTo>
                    <a:lnTo>
                      <a:pt x="344" y="210"/>
                    </a:lnTo>
                    <a:lnTo>
                      <a:pt x="340" y="206"/>
                    </a:lnTo>
                    <a:lnTo>
                      <a:pt x="340" y="206"/>
                    </a:lnTo>
                    <a:lnTo>
                      <a:pt x="340" y="202"/>
                    </a:lnTo>
                    <a:lnTo>
                      <a:pt x="340" y="198"/>
                    </a:lnTo>
                    <a:lnTo>
                      <a:pt x="356" y="170"/>
                    </a:lnTo>
                    <a:lnTo>
                      <a:pt x="356" y="90"/>
                    </a:lnTo>
                    <a:lnTo>
                      <a:pt x="214" y="150"/>
                    </a:lnTo>
                    <a:lnTo>
                      <a:pt x="214" y="150"/>
                    </a:lnTo>
                    <a:lnTo>
                      <a:pt x="202" y="154"/>
                    </a:lnTo>
                    <a:lnTo>
                      <a:pt x="190" y="154"/>
                    </a:lnTo>
                    <a:lnTo>
                      <a:pt x="190" y="154"/>
                    </a:lnTo>
                    <a:lnTo>
                      <a:pt x="178" y="154"/>
                    </a:lnTo>
                    <a:lnTo>
                      <a:pt x="168" y="152"/>
                    </a:lnTo>
                    <a:lnTo>
                      <a:pt x="14" y="92"/>
                    </a:lnTo>
                    <a:lnTo>
                      <a:pt x="14" y="92"/>
                    </a:lnTo>
                    <a:lnTo>
                      <a:pt x="6" y="88"/>
                    </a:lnTo>
                    <a:lnTo>
                      <a:pt x="2" y="84"/>
                    </a:lnTo>
                    <a:lnTo>
                      <a:pt x="0" y="80"/>
                    </a:lnTo>
                    <a:lnTo>
                      <a:pt x="0" y="76"/>
                    </a:lnTo>
                    <a:lnTo>
                      <a:pt x="0" y="76"/>
                    </a:lnTo>
                    <a:lnTo>
                      <a:pt x="0" y="74"/>
                    </a:lnTo>
                    <a:lnTo>
                      <a:pt x="2" y="70"/>
                    </a:lnTo>
                    <a:lnTo>
                      <a:pt x="6" y="66"/>
                    </a:lnTo>
                    <a:lnTo>
                      <a:pt x="14" y="62"/>
                    </a:lnTo>
                    <a:lnTo>
                      <a:pt x="168" y="4"/>
                    </a:lnTo>
                    <a:lnTo>
                      <a:pt x="168" y="4"/>
                    </a:lnTo>
                    <a:lnTo>
                      <a:pt x="178" y="2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202" y="2"/>
                    </a:lnTo>
                    <a:lnTo>
                      <a:pt x="214" y="4"/>
                    </a:lnTo>
                    <a:lnTo>
                      <a:pt x="362" y="56"/>
                    </a:lnTo>
                    <a:lnTo>
                      <a:pt x="362" y="56"/>
                    </a:lnTo>
                    <a:lnTo>
                      <a:pt x="368" y="60"/>
                    </a:lnTo>
                    <a:lnTo>
                      <a:pt x="372" y="64"/>
                    </a:lnTo>
                    <a:lnTo>
                      <a:pt x="376" y="66"/>
                    </a:lnTo>
                    <a:lnTo>
                      <a:pt x="376" y="70"/>
                    </a:lnTo>
                    <a:lnTo>
                      <a:pt x="376" y="70"/>
                    </a:lnTo>
                    <a:lnTo>
                      <a:pt x="376" y="74"/>
                    </a:lnTo>
                    <a:lnTo>
                      <a:pt x="372" y="80"/>
                    </a:lnTo>
                    <a:lnTo>
                      <a:pt x="372" y="170"/>
                    </a:lnTo>
                    <a:lnTo>
                      <a:pt x="386" y="198"/>
                    </a:lnTo>
                    <a:lnTo>
                      <a:pt x="386" y="198"/>
                    </a:lnTo>
                    <a:lnTo>
                      <a:pt x="388" y="202"/>
                    </a:lnTo>
                    <a:lnTo>
                      <a:pt x="388" y="202"/>
                    </a:lnTo>
                    <a:lnTo>
                      <a:pt x="388" y="206"/>
                    </a:lnTo>
                    <a:lnTo>
                      <a:pt x="386" y="208"/>
                    </a:lnTo>
                    <a:lnTo>
                      <a:pt x="382" y="210"/>
                    </a:lnTo>
                    <a:lnTo>
                      <a:pt x="380" y="210"/>
                    </a:lnTo>
                    <a:lnTo>
                      <a:pt x="380" y="210"/>
                    </a:lnTo>
                    <a:close/>
                    <a:moveTo>
                      <a:pt x="362" y="194"/>
                    </a:moveTo>
                    <a:lnTo>
                      <a:pt x="366" y="194"/>
                    </a:lnTo>
                    <a:lnTo>
                      <a:pt x="364" y="190"/>
                    </a:lnTo>
                    <a:lnTo>
                      <a:pt x="362" y="194"/>
                    </a:lnTo>
                    <a:close/>
                    <a:moveTo>
                      <a:pt x="20" y="76"/>
                    </a:moveTo>
                    <a:lnTo>
                      <a:pt x="174" y="136"/>
                    </a:lnTo>
                    <a:lnTo>
                      <a:pt x="174" y="136"/>
                    </a:lnTo>
                    <a:lnTo>
                      <a:pt x="180" y="138"/>
                    </a:lnTo>
                    <a:lnTo>
                      <a:pt x="190" y="138"/>
                    </a:lnTo>
                    <a:lnTo>
                      <a:pt x="190" y="138"/>
                    </a:lnTo>
                    <a:lnTo>
                      <a:pt x="198" y="138"/>
                    </a:lnTo>
                    <a:lnTo>
                      <a:pt x="206" y="136"/>
                    </a:lnTo>
                    <a:lnTo>
                      <a:pt x="356" y="72"/>
                    </a:lnTo>
                    <a:lnTo>
                      <a:pt x="208" y="18"/>
                    </a:lnTo>
                    <a:lnTo>
                      <a:pt x="208" y="18"/>
                    </a:lnTo>
                    <a:lnTo>
                      <a:pt x="200" y="18"/>
                    </a:lnTo>
                    <a:lnTo>
                      <a:pt x="192" y="16"/>
                    </a:lnTo>
                    <a:lnTo>
                      <a:pt x="192" y="16"/>
                    </a:lnTo>
                    <a:lnTo>
                      <a:pt x="182" y="18"/>
                    </a:lnTo>
                    <a:lnTo>
                      <a:pt x="174" y="20"/>
                    </a:lnTo>
                    <a:lnTo>
                      <a:pt x="20" y="7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4" name="组合 2"/>
          <p:cNvGrpSpPr/>
          <p:nvPr/>
        </p:nvGrpSpPr>
        <p:grpSpPr>
          <a:xfrm>
            <a:off x="4448175" y="2514686"/>
            <a:ext cx="781050" cy="781050"/>
            <a:chOff x="3009900" y="2307808"/>
            <a:chExt cx="781050" cy="781050"/>
          </a:xfrm>
        </p:grpSpPr>
        <p:sp>
          <p:nvSpPr>
            <p:cNvPr id="35" name="椭圆 5"/>
            <p:cNvSpPr/>
            <p:nvPr/>
          </p:nvSpPr>
          <p:spPr>
            <a:xfrm>
              <a:off x="3009900" y="2307808"/>
              <a:ext cx="781050" cy="7810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 19"/>
            <p:cNvGrpSpPr/>
            <p:nvPr/>
          </p:nvGrpSpPr>
          <p:grpSpPr>
            <a:xfrm>
              <a:off x="3205606" y="2464970"/>
              <a:ext cx="394843" cy="527654"/>
              <a:chOff x="3910013" y="1676400"/>
              <a:chExt cx="349250" cy="466725"/>
            </a:xfrm>
          </p:grpSpPr>
          <p:sp>
            <p:nvSpPr>
              <p:cNvPr id="37" name="Freeform 139"/>
              <p:cNvSpPr>
                <a:spLocks noEditPoints="1"/>
              </p:cNvSpPr>
              <p:nvPr/>
            </p:nvSpPr>
            <p:spPr bwMode="auto">
              <a:xfrm>
                <a:off x="3910013" y="1676400"/>
                <a:ext cx="349250" cy="466725"/>
              </a:xfrm>
              <a:custGeom>
                <a:avLst/>
                <a:gdLst/>
                <a:ahLst/>
                <a:cxnLst>
                  <a:cxn ang="0">
                    <a:pos x="110" y="294"/>
                  </a:cxn>
                  <a:cxn ang="0">
                    <a:pos x="96" y="288"/>
                  </a:cxn>
                  <a:cxn ang="0">
                    <a:pos x="76" y="266"/>
                  </a:cxn>
                  <a:cxn ang="0">
                    <a:pos x="44" y="226"/>
                  </a:cxn>
                  <a:cxn ang="0">
                    <a:pos x="14" y="172"/>
                  </a:cxn>
                  <a:cxn ang="0">
                    <a:pos x="4" y="142"/>
                  </a:cxn>
                  <a:cxn ang="0">
                    <a:pos x="0" y="114"/>
                  </a:cxn>
                  <a:cxn ang="0">
                    <a:pos x="0" y="100"/>
                  </a:cxn>
                  <a:cxn ang="0">
                    <a:pos x="6" y="74"/>
                  </a:cxn>
                  <a:cxn ang="0">
                    <a:pos x="14" y="52"/>
                  </a:cxn>
                  <a:cxn ang="0">
                    <a:pos x="28" y="32"/>
                  </a:cxn>
                  <a:cxn ang="0">
                    <a:pos x="36" y="24"/>
                  </a:cxn>
                  <a:cxn ang="0">
                    <a:pos x="70" y="6"/>
                  </a:cxn>
                  <a:cxn ang="0">
                    <a:pos x="110" y="0"/>
                  </a:cxn>
                  <a:cxn ang="0">
                    <a:pos x="132" y="0"/>
                  </a:cxn>
                  <a:cxn ang="0">
                    <a:pos x="168" y="14"/>
                  </a:cxn>
                  <a:cxn ang="0">
                    <a:pos x="184" y="24"/>
                  </a:cxn>
                  <a:cxn ang="0">
                    <a:pos x="200" y="42"/>
                  </a:cxn>
                  <a:cxn ang="0">
                    <a:pos x="212" y="62"/>
                  </a:cxn>
                  <a:cxn ang="0">
                    <a:pos x="218" y="86"/>
                  </a:cxn>
                  <a:cxn ang="0">
                    <a:pos x="220" y="114"/>
                  </a:cxn>
                  <a:cxn ang="0">
                    <a:pos x="220" y="128"/>
                  </a:cxn>
                  <a:cxn ang="0">
                    <a:pos x="212" y="158"/>
                  </a:cxn>
                  <a:cxn ang="0">
                    <a:pos x="192" y="200"/>
                  </a:cxn>
                  <a:cxn ang="0">
                    <a:pos x="160" y="248"/>
                  </a:cxn>
                  <a:cxn ang="0">
                    <a:pos x="126" y="288"/>
                  </a:cxn>
                  <a:cxn ang="0">
                    <a:pos x="118" y="292"/>
                  </a:cxn>
                  <a:cxn ang="0">
                    <a:pos x="110" y="294"/>
                  </a:cxn>
                  <a:cxn ang="0">
                    <a:pos x="110" y="16"/>
                  </a:cxn>
                  <a:cxn ang="0">
                    <a:pos x="86" y="18"/>
                  </a:cxn>
                  <a:cxn ang="0">
                    <a:pos x="66" y="24"/>
                  </a:cxn>
                  <a:cxn ang="0">
                    <a:pos x="38" y="48"/>
                  </a:cxn>
                  <a:cxn ang="0">
                    <a:pos x="22" y="80"/>
                  </a:cxn>
                  <a:cxn ang="0">
                    <a:pos x="16" y="114"/>
                  </a:cxn>
                  <a:cxn ang="0">
                    <a:pos x="18" y="126"/>
                  </a:cxn>
                  <a:cxn ang="0">
                    <a:pos x="24" y="154"/>
                  </a:cxn>
                  <a:cxn ang="0">
                    <a:pos x="42" y="194"/>
                  </a:cxn>
                  <a:cxn ang="0">
                    <a:pos x="74" y="238"/>
                  </a:cxn>
                  <a:cxn ang="0">
                    <a:pos x="106" y="276"/>
                  </a:cxn>
                  <a:cxn ang="0">
                    <a:pos x="110" y="278"/>
                  </a:cxn>
                  <a:cxn ang="0">
                    <a:pos x="114" y="276"/>
                  </a:cxn>
                  <a:cxn ang="0">
                    <a:pos x="146" y="238"/>
                  </a:cxn>
                  <a:cxn ang="0">
                    <a:pos x="178" y="194"/>
                  </a:cxn>
                  <a:cxn ang="0">
                    <a:pos x="196" y="154"/>
                  </a:cxn>
                  <a:cxn ang="0">
                    <a:pos x="204" y="126"/>
                  </a:cxn>
                  <a:cxn ang="0">
                    <a:pos x="204" y="114"/>
                  </a:cxn>
                  <a:cxn ang="0">
                    <a:pos x="200" y="80"/>
                  </a:cxn>
                  <a:cxn ang="0">
                    <a:pos x="184" y="48"/>
                  </a:cxn>
                  <a:cxn ang="0">
                    <a:pos x="154" y="24"/>
                  </a:cxn>
                  <a:cxn ang="0">
                    <a:pos x="134" y="18"/>
                  </a:cxn>
                  <a:cxn ang="0">
                    <a:pos x="110" y="16"/>
                  </a:cxn>
                </a:cxnLst>
                <a:rect l="0" t="0" r="r" b="b"/>
                <a:pathLst>
                  <a:path w="220" h="294">
                    <a:moveTo>
                      <a:pt x="110" y="294"/>
                    </a:moveTo>
                    <a:lnTo>
                      <a:pt x="110" y="294"/>
                    </a:lnTo>
                    <a:lnTo>
                      <a:pt x="102" y="292"/>
                    </a:lnTo>
                    <a:lnTo>
                      <a:pt x="96" y="288"/>
                    </a:lnTo>
                    <a:lnTo>
                      <a:pt x="96" y="288"/>
                    </a:lnTo>
                    <a:lnTo>
                      <a:pt x="76" y="266"/>
                    </a:lnTo>
                    <a:lnTo>
                      <a:pt x="60" y="248"/>
                    </a:lnTo>
                    <a:lnTo>
                      <a:pt x="44" y="226"/>
                    </a:lnTo>
                    <a:lnTo>
                      <a:pt x="28" y="200"/>
                    </a:lnTo>
                    <a:lnTo>
                      <a:pt x="14" y="172"/>
                    </a:lnTo>
                    <a:lnTo>
                      <a:pt x="8" y="158"/>
                    </a:lnTo>
                    <a:lnTo>
                      <a:pt x="4" y="142"/>
                    </a:lnTo>
                    <a:lnTo>
                      <a:pt x="2" y="128"/>
                    </a:lnTo>
                    <a:lnTo>
                      <a:pt x="0" y="114"/>
                    </a:lnTo>
                    <a:lnTo>
                      <a:pt x="0" y="114"/>
                    </a:lnTo>
                    <a:lnTo>
                      <a:pt x="0" y="100"/>
                    </a:lnTo>
                    <a:lnTo>
                      <a:pt x="2" y="86"/>
                    </a:lnTo>
                    <a:lnTo>
                      <a:pt x="6" y="74"/>
                    </a:lnTo>
                    <a:lnTo>
                      <a:pt x="10" y="62"/>
                    </a:lnTo>
                    <a:lnTo>
                      <a:pt x="14" y="52"/>
                    </a:lnTo>
                    <a:lnTo>
                      <a:pt x="20" y="42"/>
                    </a:lnTo>
                    <a:lnTo>
                      <a:pt x="28" y="32"/>
                    </a:lnTo>
                    <a:lnTo>
                      <a:pt x="36" y="24"/>
                    </a:lnTo>
                    <a:lnTo>
                      <a:pt x="36" y="24"/>
                    </a:lnTo>
                    <a:lnTo>
                      <a:pt x="52" y="14"/>
                    </a:lnTo>
                    <a:lnTo>
                      <a:pt x="70" y="6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110" y="0"/>
                    </a:lnTo>
                    <a:lnTo>
                      <a:pt x="132" y="0"/>
                    </a:lnTo>
                    <a:lnTo>
                      <a:pt x="150" y="6"/>
                    </a:lnTo>
                    <a:lnTo>
                      <a:pt x="168" y="14"/>
                    </a:lnTo>
                    <a:lnTo>
                      <a:pt x="184" y="24"/>
                    </a:lnTo>
                    <a:lnTo>
                      <a:pt x="184" y="24"/>
                    </a:lnTo>
                    <a:lnTo>
                      <a:pt x="192" y="32"/>
                    </a:lnTo>
                    <a:lnTo>
                      <a:pt x="200" y="42"/>
                    </a:lnTo>
                    <a:lnTo>
                      <a:pt x="206" y="52"/>
                    </a:lnTo>
                    <a:lnTo>
                      <a:pt x="212" y="62"/>
                    </a:lnTo>
                    <a:lnTo>
                      <a:pt x="216" y="74"/>
                    </a:lnTo>
                    <a:lnTo>
                      <a:pt x="218" y="86"/>
                    </a:lnTo>
                    <a:lnTo>
                      <a:pt x="220" y="100"/>
                    </a:lnTo>
                    <a:lnTo>
                      <a:pt x="220" y="114"/>
                    </a:lnTo>
                    <a:lnTo>
                      <a:pt x="220" y="114"/>
                    </a:lnTo>
                    <a:lnTo>
                      <a:pt x="220" y="128"/>
                    </a:lnTo>
                    <a:lnTo>
                      <a:pt x="216" y="142"/>
                    </a:lnTo>
                    <a:lnTo>
                      <a:pt x="212" y="158"/>
                    </a:lnTo>
                    <a:lnTo>
                      <a:pt x="206" y="172"/>
                    </a:lnTo>
                    <a:lnTo>
                      <a:pt x="192" y="200"/>
                    </a:lnTo>
                    <a:lnTo>
                      <a:pt x="176" y="226"/>
                    </a:lnTo>
                    <a:lnTo>
                      <a:pt x="160" y="248"/>
                    </a:lnTo>
                    <a:lnTo>
                      <a:pt x="144" y="266"/>
                    </a:lnTo>
                    <a:lnTo>
                      <a:pt x="126" y="288"/>
                    </a:lnTo>
                    <a:lnTo>
                      <a:pt x="126" y="288"/>
                    </a:lnTo>
                    <a:lnTo>
                      <a:pt x="118" y="292"/>
                    </a:lnTo>
                    <a:lnTo>
                      <a:pt x="110" y="294"/>
                    </a:lnTo>
                    <a:lnTo>
                      <a:pt x="110" y="294"/>
                    </a:lnTo>
                    <a:close/>
                    <a:moveTo>
                      <a:pt x="110" y="16"/>
                    </a:moveTo>
                    <a:lnTo>
                      <a:pt x="110" y="16"/>
                    </a:lnTo>
                    <a:lnTo>
                      <a:pt x="98" y="16"/>
                    </a:lnTo>
                    <a:lnTo>
                      <a:pt x="86" y="18"/>
                    </a:lnTo>
                    <a:lnTo>
                      <a:pt x="76" y="20"/>
                    </a:lnTo>
                    <a:lnTo>
                      <a:pt x="66" y="24"/>
                    </a:lnTo>
                    <a:lnTo>
                      <a:pt x="50" y="34"/>
                    </a:lnTo>
                    <a:lnTo>
                      <a:pt x="38" y="48"/>
                    </a:lnTo>
                    <a:lnTo>
                      <a:pt x="28" y="62"/>
                    </a:lnTo>
                    <a:lnTo>
                      <a:pt x="22" y="80"/>
                    </a:lnTo>
                    <a:lnTo>
                      <a:pt x="18" y="96"/>
                    </a:lnTo>
                    <a:lnTo>
                      <a:pt x="16" y="114"/>
                    </a:lnTo>
                    <a:lnTo>
                      <a:pt x="16" y="114"/>
                    </a:lnTo>
                    <a:lnTo>
                      <a:pt x="18" y="126"/>
                    </a:lnTo>
                    <a:lnTo>
                      <a:pt x="20" y="140"/>
                    </a:lnTo>
                    <a:lnTo>
                      <a:pt x="24" y="154"/>
                    </a:lnTo>
                    <a:lnTo>
                      <a:pt x="30" y="168"/>
                    </a:lnTo>
                    <a:lnTo>
                      <a:pt x="42" y="194"/>
                    </a:lnTo>
                    <a:lnTo>
                      <a:pt x="58" y="218"/>
                    </a:lnTo>
                    <a:lnTo>
                      <a:pt x="74" y="238"/>
                    </a:lnTo>
                    <a:lnTo>
                      <a:pt x="88" y="256"/>
                    </a:lnTo>
                    <a:lnTo>
                      <a:pt x="106" y="276"/>
                    </a:lnTo>
                    <a:lnTo>
                      <a:pt x="106" y="276"/>
                    </a:lnTo>
                    <a:lnTo>
                      <a:pt x="110" y="278"/>
                    </a:lnTo>
                    <a:lnTo>
                      <a:pt x="114" y="276"/>
                    </a:lnTo>
                    <a:lnTo>
                      <a:pt x="114" y="276"/>
                    </a:lnTo>
                    <a:lnTo>
                      <a:pt x="132" y="256"/>
                    </a:lnTo>
                    <a:lnTo>
                      <a:pt x="146" y="238"/>
                    </a:lnTo>
                    <a:lnTo>
                      <a:pt x="162" y="218"/>
                    </a:lnTo>
                    <a:lnTo>
                      <a:pt x="178" y="194"/>
                    </a:lnTo>
                    <a:lnTo>
                      <a:pt x="192" y="168"/>
                    </a:lnTo>
                    <a:lnTo>
                      <a:pt x="196" y="154"/>
                    </a:lnTo>
                    <a:lnTo>
                      <a:pt x="200" y="140"/>
                    </a:lnTo>
                    <a:lnTo>
                      <a:pt x="204" y="126"/>
                    </a:lnTo>
                    <a:lnTo>
                      <a:pt x="204" y="114"/>
                    </a:lnTo>
                    <a:lnTo>
                      <a:pt x="204" y="114"/>
                    </a:lnTo>
                    <a:lnTo>
                      <a:pt x="204" y="96"/>
                    </a:lnTo>
                    <a:lnTo>
                      <a:pt x="200" y="80"/>
                    </a:lnTo>
                    <a:lnTo>
                      <a:pt x="192" y="62"/>
                    </a:lnTo>
                    <a:lnTo>
                      <a:pt x="184" y="48"/>
                    </a:lnTo>
                    <a:lnTo>
                      <a:pt x="170" y="34"/>
                    </a:lnTo>
                    <a:lnTo>
                      <a:pt x="154" y="24"/>
                    </a:lnTo>
                    <a:lnTo>
                      <a:pt x="144" y="20"/>
                    </a:lnTo>
                    <a:lnTo>
                      <a:pt x="134" y="18"/>
                    </a:lnTo>
                    <a:lnTo>
                      <a:pt x="122" y="16"/>
                    </a:lnTo>
                    <a:lnTo>
                      <a:pt x="110" y="16"/>
                    </a:lnTo>
                    <a:lnTo>
                      <a:pt x="110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40"/>
              <p:cNvSpPr>
                <a:spLocks noEditPoints="1"/>
              </p:cNvSpPr>
              <p:nvPr/>
            </p:nvSpPr>
            <p:spPr bwMode="auto">
              <a:xfrm>
                <a:off x="3992563" y="1739900"/>
                <a:ext cx="184150" cy="180975"/>
              </a:xfrm>
              <a:custGeom>
                <a:avLst/>
                <a:gdLst/>
                <a:ahLst/>
                <a:cxnLst>
                  <a:cxn ang="0">
                    <a:pos x="58" y="114"/>
                  </a:cxn>
                  <a:cxn ang="0">
                    <a:pos x="36" y="110"/>
                  </a:cxn>
                  <a:cxn ang="0">
                    <a:pos x="18" y="98"/>
                  </a:cxn>
                  <a:cxn ang="0">
                    <a:pos x="6" y="80"/>
                  </a:cxn>
                  <a:cxn ang="0">
                    <a:pos x="0" y="58"/>
                  </a:cxn>
                  <a:cxn ang="0">
                    <a:pos x="2" y="46"/>
                  </a:cxn>
                  <a:cxn ang="0">
                    <a:pos x="10" y="24"/>
                  </a:cxn>
                  <a:cxn ang="0">
                    <a:pos x="26" y="10"/>
                  </a:cxn>
                  <a:cxn ang="0">
                    <a:pos x="46" y="0"/>
                  </a:cxn>
                  <a:cxn ang="0">
                    <a:pos x="58" y="0"/>
                  </a:cxn>
                  <a:cxn ang="0">
                    <a:pos x="80" y="4"/>
                  </a:cxn>
                  <a:cxn ang="0">
                    <a:pos x="100" y="16"/>
                  </a:cxn>
                  <a:cxn ang="0">
                    <a:pos x="112" y="34"/>
                  </a:cxn>
                  <a:cxn ang="0">
                    <a:pos x="116" y="58"/>
                  </a:cxn>
                  <a:cxn ang="0">
                    <a:pos x="114" y="68"/>
                  </a:cxn>
                  <a:cxn ang="0">
                    <a:pos x="106" y="90"/>
                  </a:cxn>
                  <a:cxn ang="0">
                    <a:pos x="90" y="104"/>
                  </a:cxn>
                  <a:cxn ang="0">
                    <a:pos x="70" y="114"/>
                  </a:cxn>
                  <a:cxn ang="0">
                    <a:pos x="58" y="114"/>
                  </a:cxn>
                  <a:cxn ang="0">
                    <a:pos x="58" y="16"/>
                  </a:cxn>
                  <a:cxn ang="0">
                    <a:pos x="42" y="18"/>
                  </a:cxn>
                  <a:cxn ang="0">
                    <a:pos x="30" y="28"/>
                  </a:cxn>
                  <a:cxn ang="0">
                    <a:pos x="20" y="42"/>
                  </a:cxn>
                  <a:cxn ang="0">
                    <a:pos x="16" y="58"/>
                  </a:cxn>
                  <a:cxn ang="0">
                    <a:pos x="18" y="66"/>
                  </a:cxn>
                  <a:cxn ang="0">
                    <a:pos x="24" y="80"/>
                  </a:cxn>
                  <a:cxn ang="0">
                    <a:pos x="36" y="92"/>
                  </a:cxn>
                  <a:cxn ang="0">
                    <a:pos x="50" y="98"/>
                  </a:cxn>
                  <a:cxn ang="0">
                    <a:pos x="58" y="98"/>
                  </a:cxn>
                  <a:cxn ang="0">
                    <a:pos x="74" y="96"/>
                  </a:cxn>
                  <a:cxn ang="0">
                    <a:pos x="88" y="86"/>
                  </a:cxn>
                  <a:cxn ang="0">
                    <a:pos x="96" y="74"/>
                  </a:cxn>
                  <a:cxn ang="0">
                    <a:pos x="100" y="58"/>
                  </a:cxn>
                  <a:cxn ang="0">
                    <a:pos x="98" y="48"/>
                  </a:cxn>
                  <a:cxn ang="0">
                    <a:pos x="92" y="34"/>
                  </a:cxn>
                  <a:cxn ang="0">
                    <a:pos x="82" y="22"/>
                  </a:cxn>
                  <a:cxn ang="0">
                    <a:pos x="66" y="16"/>
                  </a:cxn>
                  <a:cxn ang="0">
                    <a:pos x="58" y="16"/>
                  </a:cxn>
                </a:cxnLst>
                <a:rect l="0" t="0" r="r" b="b"/>
                <a:pathLst>
                  <a:path w="116" h="114">
                    <a:moveTo>
                      <a:pt x="58" y="114"/>
                    </a:moveTo>
                    <a:lnTo>
                      <a:pt x="58" y="114"/>
                    </a:lnTo>
                    <a:lnTo>
                      <a:pt x="46" y="114"/>
                    </a:lnTo>
                    <a:lnTo>
                      <a:pt x="36" y="110"/>
                    </a:lnTo>
                    <a:lnTo>
                      <a:pt x="26" y="104"/>
                    </a:lnTo>
                    <a:lnTo>
                      <a:pt x="18" y="98"/>
                    </a:lnTo>
                    <a:lnTo>
                      <a:pt x="10" y="90"/>
                    </a:lnTo>
                    <a:lnTo>
                      <a:pt x="6" y="80"/>
                    </a:lnTo>
                    <a:lnTo>
                      <a:pt x="2" y="68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2" y="46"/>
                    </a:lnTo>
                    <a:lnTo>
                      <a:pt x="6" y="34"/>
                    </a:lnTo>
                    <a:lnTo>
                      <a:pt x="10" y="24"/>
                    </a:lnTo>
                    <a:lnTo>
                      <a:pt x="18" y="16"/>
                    </a:lnTo>
                    <a:lnTo>
                      <a:pt x="26" y="10"/>
                    </a:lnTo>
                    <a:lnTo>
                      <a:pt x="36" y="4"/>
                    </a:lnTo>
                    <a:lnTo>
                      <a:pt x="46" y="0"/>
                    </a:lnTo>
                    <a:lnTo>
                      <a:pt x="58" y="0"/>
                    </a:lnTo>
                    <a:lnTo>
                      <a:pt x="58" y="0"/>
                    </a:lnTo>
                    <a:lnTo>
                      <a:pt x="70" y="0"/>
                    </a:lnTo>
                    <a:lnTo>
                      <a:pt x="80" y="4"/>
                    </a:lnTo>
                    <a:lnTo>
                      <a:pt x="90" y="10"/>
                    </a:lnTo>
                    <a:lnTo>
                      <a:pt x="100" y="16"/>
                    </a:lnTo>
                    <a:lnTo>
                      <a:pt x="106" y="24"/>
                    </a:lnTo>
                    <a:lnTo>
                      <a:pt x="112" y="34"/>
                    </a:lnTo>
                    <a:lnTo>
                      <a:pt x="114" y="46"/>
                    </a:lnTo>
                    <a:lnTo>
                      <a:pt x="116" y="58"/>
                    </a:lnTo>
                    <a:lnTo>
                      <a:pt x="116" y="58"/>
                    </a:lnTo>
                    <a:lnTo>
                      <a:pt x="114" y="68"/>
                    </a:lnTo>
                    <a:lnTo>
                      <a:pt x="112" y="80"/>
                    </a:lnTo>
                    <a:lnTo>
                      <a:pt x="106" y="90"/>
                    </a:lnTo>
                    <a:lnTo>
                      <a:pt x="100" y="98"/>
                    </a:lnTo>
                    <a:lnTo>
                      <a:pt x="90" y="104"/>
                    </a:lnTo>
                    <a:lnTo>
                      <a:pt x="80" y="110"/>
                    </a:lnTo>
                    <a:lnTo>
                      <a:pt x="70" y="114"/>
                    </a:lnTo>
                    <a:lnTo>
                      <a:pt x="58" y="114"/>
                    </a:lnTo>
                    <a:lnTo>
                      <a:pt x="58" y="114"/>
                    </a:lnTo>
                    <a:close/>
                    <a:moveTo>
                      <a:pt x="58" y="16"/>
                    </a:moveTo>
                    <a:lnTo>
                      <a:pt x="58" y="16"/>
                    </a:lnTo>
                    <a:lnTo>
                      <a:pt x="50" y="16"/>
                    </a:lnTo>
                    <a:lnTo>
                      <a:pt x="42" y="18"/>
                    </a:lnTo>
                    <a:lnTo>
                      <a:pt x="36" y="22"/>
                    </a:lnTo>
                    <a:lnTo>
                      <a:pt x="30" y="28"/>
                    </a:lnTo>
                    <a:lnTo>
                      <a:pt x="24" y="34"/>
                    </a:lnTo>
                    <a:lnTo>
                      <a:pt x="20" y="42"/>
                    </a:lnTo>
                    <a:lnTo>
                      <a:pt x="18" y="48"/>
                    </a:lnTo>
                    <a:lnTo>
                      <a:pt x="16" y="58"/>
                    </a:lnTo>
                    <a:lnTo>
                      <a:pt x="16" y="58"/>
                    </a:lnTo>
                    <a:lnTo>
                      <a:pt x="18" y="66"/>
                    </a:lnTo>
                    <a:lnTo>
                      <a:pt x="20" y="74"/>
                    </a:lnTo>
                    <a:lnTo>
                      <a:pt x="24" y="80"/>
                    </a:lnTo>
                    <a:lnTo>
                      <a:pt x="30" y="86"/>
                    </a:lnTo>
                    <a:lnTo>
                      <a:pt x="36" y="92"/>
                    </a:lnTo>
                    <a:lnTo>
                      <a:pt x="42" y="96"/>
                    </a:lnTo>
                    <a:lnTo>
                      <a:pt x="50" y="98"/>
                    </a:lnTo>
                    <a:lnTo>
                      <a:pt x="58" y="98"/>
                    </a:lnTo>
                    <a:lnTo>
                      <a:pt x="58" y="98"/>
                    </a:lnTo>
                    <a:lnTo>
                      <a:pt x="66" y="98"/>
                    </a:lnTo>
                    <a:lnTo>
                      <a:pt x="74" y="96"/>
                    </a:lnTo>
                    <a:lnTo>
                      <a:pt x="82" y="92"/>
                    </a:lnTo>
                    <a:lnTo>
                      <a:pt x="88" y="86"/>
                    </a:lnTo>
                    <a:lnTo>
                      <a:pt x="92" y="80"/>
                    </a:lnTo>
                    <a:lnTo>
                      <a:pt x="96" y="74"/>
                    </a:lnTo>
                    <a:lnTo>
                      <a:pt x="98" y="66"/>
                    </a:lnTo>
                    <a:lnTo>
                      <a:pt x="100" y="58"/>
                    </a:lnTo>
                    <a:lnTo>
                      <a:pt x="100" y="58"/>
                    </a:lnTo>
                    <a:lnTo>
                      <a:pt x="98" y="48"/>
                    </a:lnTo>
                    <a:lnTo>
                      <a:pt x="96" y="40"/>
                    </a:lnTo>
                    <a:lnTo>
                      <a:pt x="92" y="34"/>
                    </a:lnTo>
                    <a:lnTo>
                      <a:pt x="88" y="28"/>
                    </a:lnTo>
                    <a:lnTo>
                      <a:pt x="82" y="22"/>
                    </a:lnTo>
                    <a:lnTo>
                      <a:pt x="74" y="18"/>
                    </a:lnTo>
                    <a:lnTo>
                      <a:pt x="66" y="16"/>
                    </a:lnTo>
                    <a:lnTo>
                      <a:pt x="58" y="16"/>
                    </a:lnTo>
                    <a:lnTo>
                      <a:pt x="58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9" name="组合 23"/>
          <p:cNvGrpSpPr/>
          <p:nvPr/>
        </p:nvGrpSpPr>
        <p:grpSpPr>
          <a:xfrm>
            <a:off x="4448175" y="4705350"/>
            <a:ext cx="781050" cy="781050"/>
            <a:chOff x="2228850" y="5400172"/>
            <a:chExt cx="781050" cy="781050"/>
          </a:xfrm>
        </p:grpSpPr>
        <p:sp>
          <p:nvSpPr>
            <p:cNvPr id="40" name="椭圆 7"/>
            <p:cNvSpPr/>
            <p:nvPr/>
          </p:nvSpPr>
          <p:spPr>
            <a:xfrm>
              <a:off x="2228850" y="5400172"/>
              <a:ext cx="781050" cy="7810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Freeform 148"/>
            <p:cNvSpPr>
              <a:spLocks noEditPoints="1"/>
            </p:cNvSpPr>
            <p:nvPr/>
          </p:nvSpPr>
          <p:spPr bwMode="auto">
            <a:xfrm>
              <a:off x="2376487" y="5535109"/>
              <a:ext cx="485775" cy="511175"/>
            </a:xfrm>
            <a:custGeom>
              <a:avLst/>
              <a:gdLst/>
              <a:ahLst/>
              <a:cxnLst>
                <a:cxn ang="0">
                  <a:pos x="238" y="8"/>
                </a:cxn>
                <a:cxn ang="0">
                  <a:pos x="234" y="2"/>
                </a:cxn>
                <a:cxn ang="0">
                  <a:pos x="78" y="0"/>
                </a:cxn>
                <a:cxn ang="0">
                  <a:pos x="72" y="2"/>
                </a:cxn>
                <a:cxn ang="0">
                  <a:pos x="68" y="48"/>
                </a:cxn>
                <a:cxn ang="0">
                  <a:pos x="16" y="50"/>
                </a:cxn>
                <a:cxn ang="0">
                  <a:pos x="0" y="74"/>
                </a:cxn>
                <a:cxn ang="0">
                  <a:pos x="2" y="88"/>
                </a:cxn>
                <a:cxn ang="0">
                  <a:pos x="44" y="162"/>
                </a:cxn>
                <a:cxn ang="0">
                  <a:pos x="44" y="162"/>
                </a:cxn>
                <a:cxn ang="0">
                  <a:pos x="62" y="178"/>
                </a:cxn>
                <a:cxn ang="0">
                  <a:pos x="72" y="194"/>
                </a:cxn>
                <a:cxn ang="0">
                  <a:pos x="96" y="228"/>
                </a:cxn>
                <a:cxn ang="0">
                  <a:pos x="132" y="248"/>
                </a:cxn>
                <a:cxn ang="0">
                  <a:pos x="126" y="272"/>
                </a:cxn>
                <a:cxn ang="0">
                  <a:pos x="106" y="280"/>
                </a:cxn>
                <a:cxn ang="0">
                  <a:pos x="98" y="308"/>
                </a:cxn>
                <a:cxn ang="0">
                  <a:pos x="72" y="310"/>
                </a:cxn>
                <a:cxn ang="0">
                  <a:pos x="72" y="320"/>
                </a:cxn>
                <a:cxn ang="0">
                  <a:pos x="114" y="322"/>
                </a:cxn>
                <a:cxn ang="0">
                  <a:pos x="228" y="322"/>
                </a:cxn>
                <a:cxn ang="0">
                  <a:pos x="236" y="314"/>
                </a:cxn>
                <a:cxn ang="0">
                  <a:pos x="228" y="308"/>
                </a:cxn>
                <a:cxn ang="0">
                  <a:pos x="208" y="300"/>
                </a:cxn>
                <a:cxn ang="0">
                  <a:pos x="190" y="274"/>
                </a:cxn>
                <a:cxn ang="0">
                  <a:pos x="160" y="250"/>
                </a:cxn>
                <a:cxn ang="0">
                  <a:pos x="188" y="244"/>
                </a:cxn>
                <a:cxn ang="0">
                  <a:pos x="220" y="218"/>
                </a:cxn>
                <a:cxn ang="0">
                  <a:pos x="236" y="180"/>
                </a:cxn>
                <a:cxn ang="0">
                  <a:pos x="252" y="174"/>
                </a:cxn>
                <a:cxn ang="0">
                  <a:pos x="262" y="162"/>
                </a:cxn>
                <a:cxn ang="0">
                  <a:pos x="302" y="88"/>
                </a:cxn>
                <a:cxn ang="0">
                  <a:pos x="306" y="82"/>
                </a:cxn>
                <a:cxn ang="0">
                  <a:pos x="304" y="64"/>
                </a:cxn>
                <a:cxn ang="0">
                  <a:pos x="280" y="48"/>
                </a:cxn>
                <a:cxn ang="0">
                  <a:pos x="68" y="164"/>
                </a:cxn>
                <a:cxn ang="0">
                  <a:pos x="56" y="154"/>
                </a:cxn>
                <a:cxn ang="0">
                  <a:pos x="16" y="82"/>
                </a:cxn>
                <a:cxn ang="0">
                  <a:pos x="14" y="74"/>
                </a:cxn>
                <a:cxn ang="0">
                  <a:pos x="18" y="66"/>
                </a:cxn>
                <a:cxn ang="0">
                  <a:pos x="68" y="64"/>
                </a:cxn>
                <a:cxn ang="0">
                  <a:pos x="180" y="286"/>
                </a:cxn>
                <a:cxn ang="0">
                  <a:pos x="192" y="296"/>
                </a:cxn>
                <a:cxn ang="0">
                  <a:pos x="112" y="308"/>
                </a:cxn>
                <a:cxn ang="0">
                  <a:pos x="114" y="296"/>
                </a:cxn>
                <a:cxn ang="0">
                  <a:pos x="126" y="286"/>
                </a:cxn>
                <a:cxn ang="0">
                  <a:pos x="222" y="56"/>
                </a:cxn>
                <a:cxn ang="0">
                  <a:pos x="222" y="172"/>
                </a:cxn>
                <a:cxn ang="0">
                  <a:pos x="222" y="174"/>
                </a:cxn>
                <a:cxn ang="0">
                  <a:pos x="208" y="208"/>
                </a:cxn>
                <a:cxn ang="0">
                  <a:pos x="178" y="232"/>
                </a:cxn>
                <a:cxn ang="0">
                  <a:pos x="152" y="236"/>
                </a:cxn>
                <a:cxn ang="0">
                  <a:pos x="116" y="226"/>
                </a:cxn>
                <a:cxn ang="0">
                  <a:pos x="90" y="198"/>
                </a:cxn>
                <a:cxn ang="0">
                  <a:pos x="84" y="172"/>
                </a:cxn>
                <a:cxn ang="0">
                  <a:pos x="82" y="56"/>
                </a:cxn>
                <a:cxn ang="0">
                  <a:pos x="222" y="56"/>
                </a:cxn>
                <a:cxn ang="0">
                  <a:pos x="290" y="82"/>
                </a:cxn>
                <a:cxn ang="0">
                  <a:pos x="250" y="154"/>
                </a:cxn>
                <a:cxn ang="0">
                  <a:pos x="238" y="164"/>
                </a:cxn>
                <a:cxn ang="0">
                  <a:pos x="280" y="64"/>
                </a:cxn>
                <a:cxn ang="0">
                  <a:pos x="290" y="70"/>
                </a:cxn>
                <a:cxn ang="0">
                  <a:pos x="290" y="80"/>
                </a:cxn>
              </a:cxnLst>
              <a:rect l="0" t="0" r="r" b="b"/>
              <a:pathLst>
                <a:path w="306" h="322">
                  <a:moveTo>
                    <a:pt x="280" y="48"/>
                  </a:moveTo>
                  <a:lnTo>
                    <a:pt x="238" y="48"/>
                  </a:lnTo>
                  <a:lnTo>
                    <a:pt x="238" y="8"/>
                  </a:lnTo>
                  <a:lnTo>
                    <a:pt x="238" y="8"/>
                  </a:lnTo>
                  <a:lnTo>
                    <a:pt x="236" y="4"/>
                  </a:lnTo>
                  <a:lnTo>
                    <a:pt x="234" y="2"/>
                  </a:lnTo>
                  <a:lnTo>
                    <a:pt x="232" y="0"/>
                  </a:lnTo>
                  <a:lnTo>
                    <a:pt x="22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2" y="2"/>
                  </a:lnTo>
                  <a:lnTo>
                    <a:pt x="70" y="4"/>
                  </a:lnTo>
                  <a:lnTo>
                    <a:pt x="68" y="8"/>
                  </a:lnTo>
                  <a:lnTo>
                    <a:pt x="68" y="48"/>
                  </a:lnTo>
                  <a:lnTo>
                    <a:pt x="26" y="48"/>
                  </a:lnTo>
                  <a:lnTo>
                    <a:pt x="26" y="48"/>
                  </a:lnTo>
                  <a:lnTo>
                    <a:pt x="16" y="50"/>
                  </a:lnTo>
                  <a:lnTo>
                    <a:pt x="8" y="56"/>
                  </a:lnTo>
                  <a:lnTo>
                    <a:pt x="2" y="6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4" y="88"/>
                  </a:lnTo>
                  <a:lnTo>
                    <a:pt x="44" y="162"/>
                  </a:lnTo>
                  <a:lnTo>
                    <a:pt x="44" y="162"/>
                  </a:lnTo>
                  <a:lnTo>
                    <a:pt x="44" y="162"/>
                  </a:lnTo>
                  <a:lnTo>
                    <a:pt x="44" y="162"/>
                  </a:lnTo>
                  <a:lnTo>
                    <a:pt x="48" y="168"/>
                  </a:lnTo>
                  <a:lnTo>
                    <a:pt x="54" y="174"/>
                  </a:lnTo>
                  <a:lnTo>
                    <a:pt x="62" y="178"/>
                  </a:lnTo>
                  <a:lnTo>
                    <a:pt x="70" y="180"/>
                  </a:lnTo>
                  <a:lnTo>
                    <a:pt x="70" y="180"/>
                  </a:lnTo>
                  <a:lnTo>
                    <a:pt x="72" y="194"/>
                  </a:lnTo>
                  <a:lnTo>
                    <a:pt x="78" y="208"/>
                  </a:lnTo>
                  <a:lnTo>
                    <a:pt x="86" y="218"/>
                  </a:lnTo>
                  <a:lnTo>
                    <a:pt x="96" y="228"/>
                  </a:lnTo>
                  <a:lnTo>
                    <a:pt x="106" y="236"/>
                  </a:lnTo>
                  <a:lnTo>
                    <a:pt x="118" y="244"/>
                  </a:lnTo>
                  <a:lnTo>
                    <a:pt x="132" y="248"/>
                  </a:lnTo>
                  <a:lnTo>
                    <a:pt x="146" y="250"/>
                  </a:lnTo>
                  <a:lnTo>
                    <a:pt x="146" y="272"/>
                  </a:lnTo>
                  <a:lnTo>
                    <a:pt x="126" y="272"/>
                  </a:lnTo>
                  <a:lnTo>
                    <a:pt x="126" y="272"/>
                  </a:lnTo>
                  <a:lnTo>
                    <a:pt x="114" y="274"/>
                  </a:lnTo>
                  <a:lnTo>
                    <a:pt x="106" y="280"/>
                  </a:lnTo>
                  <a:lnTo>
                    <a:pt x="100" y="290"/>
                  </a:lnTo>
                  <a:lnTo>
                    <a:pt x="98" y="300"/>
                  </a:lnTo>
                  <a:lnTo>
                    <a:pt x="98" y="308"/>
                  </a:lnTo>
                  <a:lnTo>
                    <a:pt x="78" y="308"/>
                  </a:lnTo>
                  <a:lnTo>
                    <a:pt x="78" y="308"/>
                  </a:lnTo>
                  <a:lnTo>
                    <a:pt x="72" y="310"/>
                  </a:lnTo>
                  <a:lnTo>
                    <a:pt x="70" y="314"/>
                  </a:lnTo>
                  <a:lnTo>
                    <a:pt x="70" y="314"/>
                  </a:lnTo>
                  <a:lnTo>
                    <a:pt x="72" y="320"/>
                  </a:lnTo>
                  <a:lnTo>
                    <a:pt x="78" y="322"/>
                  </a:lnTo>
                  <a:lnTo>
                    <a:pt x="98" y="322"/>
                  </a:lnTo>
                  <a:lnTo>
                    <a:pt x="114" y="322"/>
                  </a:lnTo>
                  <a:lnTo>
                    <a:pt x="192" y="322"/>
                  </a:lnTo>
                  <a:lnTo>
                    <a:pt x="208" y="322"/>
                  </a:lnTo>
                  <a:lnTo>
                    <a:pt x="228" y="322"/>
                  </a:lnTo>
                  <a:lnTo>
                    <a:pt x="228" y="322"/>
                  </a:lnTo>
                  <a:lnTo>
                    <a:pt x="234" y="320"/>
                  </a:lnTo>
                  <a:lnTo>
                    <a:pt x="236" y="314"/>
                  </a:lnTo>
                  <a:lnTo>
                    <a:pt x="236" y="314"/>
                  </a:lnTo>
                  <a:lnTo>
                    <a:pt x="234" y="310"/>
                  </a:lnTo>
                  <a:lnTo>
                    <a:pt x="228" y="308"/>
                  </a:lnTo>
                  <a:lnTo>
                    <a:pt x="208" y="308"/>
                  </a:lnTo>
                  <a:lnTo>
                    <a:pt x="208" y="300"/>
                  </a:lnTo>
                  <a:lnTo>
                    <a:pt x="208" y="300"/>
                  </a:lnTo>
                  <a:lnTo>
                    <a:pt x="206" y="290"/>
                  </a:lnTo>
                  <a:lnTo>
                    <a:pt x="200" y="280"/>
                  </a:lnTo>
                  <a:lnTo>
                    <a:pt x="190" y="274"/>
                  </a:lnTo>
                  <a:lnTo>
                    <a:pt x="180" y="272"/>
                  </a:lnTo>
                  <a:lnTo>
                    <a:pt x="160" y="272"/>
                  </a:lnTo>
                  <a:lnTo>
                    <a:pt x="160" y="250"/>
                  </a:lnTo>
                  <a:lnTo>
                    <a:pt x="160" y="250"/>
                  </a:lnTo>
                  <a:lnTo>
                    <a:pt x="174" y="248"/>
                  </a:lnTo>
                  <a:lnTo>
                    <a:pt x="188" y="244"/>
                  </a:lnTo>
                  <a:lnTo>
                    <a:pt x="200" y="236"/>
                  </a:lnTo>
                  <a:lnTo>
                    <a:pt x="210" y="228"/>
                  </a:lnTo>
                  <a:lnTo>
                    <a:pt x="220" y="218"/>
                  </a:lnTo>
                  <a:lnTo>
                    <a:pt x="228" y="208"/>
                  </a:lnTo>
                  <a:lnTo>
                    <a:pt x="232" y="194"/>
                  </a:lnTo>
                  <a:lnTo>
                    <a:pt x="236" y="180"/>
                  </a:lnTo>
                  <a:lnTo>
                    <a:pt x="236" y="180"/>
                  </a:lnTo>
                  <a:lnTo>
                    <a:pt x="244" y="178"/>
                  </a:lnTo>
                  <a:lnTo>
                    <a:pt x="252" y="174"/>
                  </a:lnTo>
                  <a:lnTo>
                    <a:pt x="258" y="168"/>
                  </a:lnTo>
                  <a:lnTo>
                    <a:pt x="262" y="162"/>
                  </a:lnTo>
                  <a:lnTo>
                    <a:pt x="262" y="162"/>
                  </a:lnTo>
                  <a:lnTo>
                    <a:pt x="262" y="162"/>
                  </a:lnTo>
                  <a:lnTo>
                    <a:pt x="302" y="88"/>
                  </a:lnTo>
                  <a:lnTo>
                    <a:pt x="302" y="88"/>
                  </a:lnTo>
                  <a:lnTo>
                    <a:pt x="302" y="88"/>
                  </a:lnTo>
                  <a:lnTo>
                    <a:pt x="302" y="88"/>
                  </a:lnTo>
                  <a:lnTo>
                    <a:pt x="306" y="82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4" y="64"/>
                  </a:lnTo>
                  <a:lnTo>
                    <a:pt x="298" y="56"/>
                  </a:lnTo>
                  <a:lnTo>
                    <a:pt x="290" y="50"/>
                  </a:lnTo>
                  <a:lnTo>
                    <a:pt x="280" y="48"/>
                  </a:lnTo>
                  <a:lnTo>
                    <a:pt x="280" y="48"/>
                  </a:lnTo>
                  <a:close/>
                  <a:moveTo>
                    <a:pt x="68" y="164"/>
                  </a:moveTo>
                  <a:lnTo>
                    <a:pt x="68" y="164"/>
                  </a:lnTo>
                  <a:lnTo>
                    <a:pt x="62" y="160"/>
                  </a:lnTo>
                  <a:lnTo>
                    <a:pt x="56" y="154"/>
                  </a:lnTo>
                  <a:lnTo>
                    <a:pt x="56" y="154"/>
                  </a:lnTo>
                  <a:lnTo>
                    <a:pt x="56" y="154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0"/>
                  </a:lnTo>
                  <a:lnTo>
                    <a:pt x="16" y="80"/>
                  </a:lnTo>
                  <a:lnTo>
                    <a:pt x="14" y="74"/>
                  </a:lnTo>
                  <a:lnTo>
                    <a:pt x="14" y="74"/>
                  </a:lnTo>
                  <a:lnTo>
                    <a:pt x="16" y="70"/>
                  </a:lnTo>
                  <a:lnTo>
                    <a:pt x="18" y="66"/>
                  </a:lnTo>
                  <a:lnTo>
                    <a:pt x="22" y="64"/>
                  </a:lnTo>
                  <a:lnTo>
                    <a:pt x="26" y="64"/>
                  </a:lnTo>
                  <a:lnTo>
                    <a:pt x="68" y="64"/>
                  </a:lnTo>
                  <a:lnTo>
                    <a:pt x="68" y="164"/>
                  </a:lnTo>
                  <a:close/>
                  <a:moveTo>
                    <a:pt x="180" y="286"/>
                  </a:moveTo>
                  <a:lnTo>
                    <a:pt x="180" y="286"/>
                  </a:lnTo>
                  <a:lnTo>
                    <a:pt x="186" y="288"/>
                  </a:lnTo>
                  <a:lnTo>
                    <a:pt x="190" y="290"/>
                  </a:lnTo>
                  <a:lnTo>
                    <a:pt x="192" y="296"/>
                  </a:lnTo>
                  <a:lnTo>
                    <a:pt x="194" y="300"/>
                  </a:lnTo>
                  <a:lnTo>
                    <a:pt x="194" y="308"/>
                  </a:lnTo>
                  <a:lnTo>
                    <a:pt x="112" y="308"/>
                  </a:lnTo>
                  <a:lnTo>
                    <a:pt x="112" y="300"/>
                  </a:lnTo>
                  <a:lnTo>
                    <a:pt x="112" y="300"/>
                  </a:lnTo>
                  <a:lnTo>
                    <a:pt x="114" y="296"/>
                  </a:lnTo>
                  <a:lnTo>
                    <a:pt x="116" y="290"/>
                  </a:lnTo>
                  <a:lnTo>
                    <a:pt x="120" y="288"/>
                  </a:lnTo>
                  <a:lnTo>
                    <a:pt x="126" y="286"/>
                  </a:lnTo>
                  <a:lnTo>
                    <a:pt x="152" y="286"/>
                  </a:lnTo>
                  <a:lnTo>
                    <a:pt x="180" y="286"/>
                  </a:lnTo>
                  <a:close/>
                  <a:moveTo>
                    <a:pt x="222" y="56"/>
                  </a:moveTo>
                  <a:lnTo>
                    <a:pt x="222" y="170"/>
                  </a:lnTo>
                  <a:lnTo>
                    <a:pt x="222" y="170"/>
                  </a:lnTo>
                  <a:lnTo>
                    <a:pt x="222" y="172"/>
                  </a:lnTo>
                  <a:lnTo>
                    <a:pt x="222" y="172"/>
                  </a:lnTo>
                  <a:lnTo>
                    <a:pt x="222" y="174"/>
                  </a:lnTo>
                  <a:lnTo>
                    <a:pt x="222" y="174"/>
                  </a:lnTo>
                  <a:lnTo>
                    <a:pt x="220" y="186"/>
                  </a:lnTo>
                  <a:lnTo>
                    <a:pt x="216" y="198"/>
                  </a:lnTo>
                  <a:lnTo>
                    <a:pt x="208" y="208"/>
                  </a:lnTo>
                  <a:lnTo>
                    <a:pt x="200" y="218"/>
                  </a:lnTo>
                  <a:lnTo>
                    <a:pt x="190" y="226"/>
                  </a:lnTo>
                  <a:lnTo>
                    <a:pt x="178" y="232"/>
                  </a:lnTo>
                  <a:lnTo>
                    <a:pt x="166" y="234"/>
                  </a:lnTo>
                  <a:lnTo>
                    <a:pt x="152" y="236"/>
                  </a:lnTo>
                  <a:lnTo>
                    <a:pt x="152" y="236"/>
                  </a:lnTo>
                  <a:lnTo>
                    <a:pt x="140" y="234"/>
                  </a:lnTo>
                  <a:lnTo>
                    <a:pt x="128" y="232"/>
                  </a:lnTo>
                  <a:lnTo>
                    <a:pt x="116" y="226"/>
                  </a:lnTo>
                  <a:lnTo>
                    <a:pt x="106" y="218"/>
                  </a:lnTo>
                  <a:lnTo>
                    <a:pt x="98" y="208"/>
                  </a:lnTo>
                  <a:lnTo>
                    <a:pt x="90" y="198"/>
                  </a:lnTo>
                  <a:lnTo>
                    <a:pt x="86" y="186"/>
                  </a:lnTo>
                  <a:lnTo>
                    <a:pt x="84" y="174"/>
                  </a:lnTo>
                  <a:lnTo>
                    <a:pt x="84" y="172"/>
                  </a:lnTo>
                  <a:lnTo>
                    <a:pt x="84" y="172"/>
                  </a:lnTo>
                  <a:lnTo>
                    <a:pt x="82" y="170"/>
                  </a:lnTo>
                  <a:lnTo>
                    <a:pt x="82" y="56"/>
                  </a:lnTo>
                  <a:lnTo>
                    <a:pt x="82" y="14"/>
                  </a:lnTo>
                  <a:lnTo>
                    <a:pt x="222" y="14"/>
                  </a:lnTo>
                  <a:lnTo>
                    <a:pt x="222" y="56"/>
                  </a:lnTo>
                  <a:close/>
                  <a:moveTo>
                    <a:pt x="290" y="80"/>
                  </a:moveTo>
                  <a:lnTo>
                    <a:pt x="290" y="80"/>
                  </a:lnTo>
                  <a:lnTo>
                    <a:pt x="290" y="82"/>
                  </a:lnTo>
                  <a:lnTo>
                    <a:pt x="250" y="154"/>
                  </a:lnTo>
                  <a:lnTo>
                    <a:pt x="250" y="154"/>
                  </a:lnTo>
                  <a:lnTo>
                    <a:pt x="250" y="154"/>
                  </a:lnTo>
                  <a:lnTo>
                    <a:pt x="250" y="154"/>
                  </a:lnTo>
                  <a:lnTo>
                    <a:pt x="244" y="160"/>
                  </a:lnTo>
                  <a:lnTo>
                    <a:pt x="238" y="164"/>
                  </a:lnTo>
                  <a:lnTo>
                    <a:pt x="238" y="64"/>
                  </a:lnTo>
                  <a:lnTo>
                    <a:pt x="280" y="64"/>
                  </a:lnTo>
                  <a:lnTo>
                    <a:pt x="280" y="64"/>
                  </a:lnTo>
                  <a:lnTo>
                    <a:pt x="284" y="64"/>
                  </a:lnTo>
                  <a:lnTo>
                    <a:pt x="288" y="66"/>
                  </a:lnTo>
                  <a:lnTo>
                    <a:pt x="290" y="70"/>
                  </a:lnTo>
                  <a:lnTo>
                    <a:pt x="292" y="74"/>
                  </a:lnTo>
                  <a:lnTo>
                    <a:pt x="292" y="74"/>
                  </a:lnTo>
                  <a:lnTo>
                    <a:pt x="290" y="80"/>
                  </a:lnTo>
                  <a:lnTo>
                    <a:pt x="290" y="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2" name="组合 22"/>
          <p:cNvGrpSpPr/>
          <p:nvPr/>
        </p:nvGrpSpPr>
        <p:grpSpPr>
          <a:xfrm>
            <a:off x="4448175" y="3649411"/>
            <a:ext cx="781050" cy="781050"/>
            <a:chOff x="2839805" y="3861633"/>
            <a:chExt cx="781050" cy="781050"/>
          </a:xfrm>
        </p:grpSpPr>
        <p:sp>
          <p:nvSpPr>
            <p:cNvPr id="43" name="椭圆 6"/>
            <p:cNvSpPr/>
            <p:nvPr/>
          </p:nvSpPr>
          <p:spPr>
            <a:xfrm>
              <a:off x="2839805" y="3861633"/>
              <a:ext cx="781050" cy="7810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Freeform 145"/>
            <p:cNvSpPr>
              <a:spLocks noEditPoints="1"/>
            </p:cNvSpPr>
            <p:nvPr/>
          </p:nvSpPr>
          <p:spPr bwMode="auto">
            <a:xfrm>
              <a:off x="3011823" y="4028320"/>
              <a:ext cx="495300" cy="447675"/>
            </a:xfrm>
            <a:custGeom>
              <a:avLst/>
              <a:gdLst/>
              <a:ahLst/>
              <a:cxnLst>
                <a:cxn ang="0">
                  <a:pos x="182" y="282"/>
                </a:cxn>
                <a:cxn ang="0">
                  <a:pos x="130" y="180"/>
                </a:cxn>
                <a:cxn ang="0">
                  <a:pos x="58" y="282"/>
                </a:cxn>
                <a:cxn ang="0">
                  <a:pos x="50" y="282"/>
                </a:cxn>
                <a:cxn ang="0">
                  <a:pos x="42" y="278"/>
                </a:cxn>
                <a:cxn ang="0">
                  <a:pos x="36" y="268"/>
                </a:cxn>
                <a:cxn ang="0">
                  <a:pos x="36" y="166"/>
                </a:cxn>
                <a:cxn ang="0">
                  <a:pos x="16" y="166"/>
                </a:cxn>
                <a:cxn ang="0">
                  <a:pos x="4" y="164"/>
                </a:cxn>
                <a:cxn ang="0">
                  <a:pos x="0" y="158"/>
                </a:cxn>
                <a:cxn ang="0">
                  <a:pos x="0" y="156"/>
                </a:cxn>
                <a:cxn ang="0">
                  <a:pos x="0" y="146"/>
                </a:cxn>
                <a:cxn ang="0">
                  <a:pos x="138" y="8"/>
                </a:cxn>
                <a:cxn ang="0">
                  <a:pos x="146" y="2"/>
                </a:cxn>
                <a:cxn ang="0">
                  <a:pos x="156" y="0"/>
                </a:cxn>
                <a:cxn ang="0">
                  <a:pos x="174" y="8"/>
                </a:cxn>
                <a:cxn ang="0">
                  <a:pos x="306" y="142"/>
                </a:cxn>
                <a:cxn ang="0">
                  <a:pos x="312" y="152"/>
                </a:cxn>
                <a:cxn ang="0">
                  <a:pos x="312" y="158"/>
                </a:cxn>
                <a:cxn ang="0">
                  <a:pos x="310" y="160"/>
                </a:cxn>
                <a:cxn ang="0">
                  <a:pos x="302" y="166"/>
                </a:cxn>
                <a:cxn ang="0">
                  <a:pos x="276" y="166"/>
                </a:cxn>
                <a:cxn ang="0">
                  <a:pos x="276" y="262"/>
                </a:cxn>
                <a:cxn ang="0">
                  <a:pos x="274" y="274"/>
                </a:cxn>
                <a:cxn ang="0">
                  <a:pos x="268" y="280"/>
                </a:cxn>
                <a:cxn ang="0">
                  <a:pos x="258" y="282"/>
                </a:cxn>
                <a:cxn ang="0">
                  <a:pos x="196" y="268"/>
                </a:cxn>
                <a:cxn ang="0">
                  <a:pos x="258" y="268"/>
                </a:cxn>
                <a:cxn ang="0">
                  <a:pos x="260" y="268"/>
                </a:cxn>
                <a:cxn ang="0">
                  <a:pos x="260" y="152"/>
                </a:cxn>
                <a:cxn ang="0">
                  <a:pos x="296" y="152"/>
                </a:cxn>
                <a:cxn ang="0">
                  <a:pos x="296" y="152"/>
                </a:cxn>
                <a:cxn ang="0">
                  <a:pos x="164" y="18"/>
                </a:cxn>
                <a:cxn ang="0">
                  <a:pos x="160" y="16"/>
                </a:cxn>
                <a:cxn ang="0">
                  <a:pos x="152" y="16"/>
                </a:cxn>
                <a:cxn ang="0">
                  <a:pos x="16" y="152"/>
                </a:cxn>
                <a:cxn ang="0">
                  <a:pos x="14" y="152"/>
                </a:cxn>
                <a:cxn ang="0">
                  <a:pos x="16" y="152"/>
                </a:cxn>
                <a:cxn ang="0">
                  <a:pos x="50" y="262"/>
                </a:cxn>
                <a:cxn ang="0">
                  <a:pos x="52" y="266"/>
                </a:cxn>
                <a:cxn ang="0">
                  <a:pos x="52" y="266"/>
                </a:cxn>
                <a:cxn ang="0">
                  <a:pos x="114" y="268"/>
                </a:cxn>
                <a:cxn ang="0">
                  <a:pos x="196" y="164"/>
                </a:cxn>
              </a:cxnLst>
              <a:rect l="0" t="0" r="r" b="b"/>
              <a:pathLst>
                <a:path w="312" h="282">
                  <a:moveTo>
                    <a:pt x="258" y="282"/>
                  </a:moveTo>
                  <a:lnTo>
                    <a:pt x="182" y="282"/>
                  </a:lnTo>
                  <a:lnTo>
                    <a:pt x="182" y="180"/>
                  </a:lnTo>
                  <a:lnTo>
                    <a:pt x="130" y="180"/>
                  </a:lnTo>
                  <a:lnTo>
                    <a:pt x="130" y="282"/>
                  </a:lnTo>
                  <a:lnTo>
                    <a:pt x="58" y="282"/>
                  </a:lnTo>
                  <a:lnTo>
                    <a:pt x="58" y="282"/>
                  </a:lnTo>
                  <a:lnTo>
                    <a:pt x="50" y="282"/>
                  </a:lnTo>
                  <a:lnTo>
                    <a:pt x="46" y="280"/>
                  </a:lnTo>
                  <a:lnTo>
                    <a:pt x="42" y="278"/>
                  </a:lnTo>
                  <a:lnTo>
                    <a:pt x="38" y="274"/>
                  </a:lnTo>
                  <a:lnTo>
                    <a:pt x="36" y="268"/>
                  </a:lnTo>
                  <a:lnTo>
                    <a:pt x="36" y="262"/>
                  </a:lnTo>
                  <a:lnTo>
                    <a:pt x="36" y="166"/>
                  </a:lnTo>
                  <a:lnTo>
                    <a:pt x="16" y="166"/>
                  </a:lnTo>
                  <a:lnTo>
                    <a:pt x="16" y="166"/>
                  </a:lnTo>
                  <a:lnTo>
                    <a:pt x="8" y="166"/>
                  </a:lnTo>
                  <a:lnTo>
                    <a:pt x="4" y="164"/>
                  </a:lnTo>
                  <a:lnTo>
                    <a:pt x="2" y="160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0" y="156"/>
                  </a:lnTo>
                  <a:lnTo>
                    <a:pt x="0" y="152"/>
                  </a:lnTo>
                  <a:lnTo>
                    <a:pt x="0" y="146"/>
                  </a:lnTo>
                  <a:lnTo>
                    <a:pt x="4" y="142"/>
                  </a:lnTo>
                  <a:lnTo>
                    <a:pt x="138" y="8"/>
                  </a:lnTo>
                  <a:lnTo>
                    <a:pt x="138" y="8"/>
                  </a:lnTo>
                  <a:lnTo>
                    <a:pt x="146" y="2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66" y="2"/>
                  </a:lnTo>
                  <a:lnTo>
                    <a:pt x="174" y="8"/>
                  </a:lnTo>
                  <a:lnTo>
                    <a:pt x="306" y="142"/>
                  </a:lnTo>
                  <a:lnTo>
                    <a:pt x="306" y="142"/>
                  </a:lnTo>
                  <a:lnTo>
                    <a:pt x="310" y="146"/>
                  </a:lnTo>
                  <a:lnTo>
                    <a:pt x="312" y="152"/>
                  </a:lnTo>
                  <a:lnTo>
                    <a:pt x="312" y="156"/>
                  </a:lnTo>
                  <a:lnTo>
                    <a:pt x="312" y="158"/>
                  </a:lnTo>
                  <a:lnTo>
                    <a:pt x="312" y="158"/>
                  </a:lnTo>
                  <a:lnTo>
                    <a:pt x="310" y="160"/>
                  </a:lnTo>
                  <a:lnTo>
                    <a:pt x="308" y="164"/>
                  </a:lnTo>
                  <a:lnTo>
                    <a:pt x="302" y="166"/>
                  </a:lnTo>
                  <a:lnTo>
                    <a:pt x="296" y="166"/>
                  </a:lnTo>
                  <a:lnTo>
                    <a:pt x="276" y="166"/>
                  </a:lnTo>
                  <a:lnTo>
                    <a:pt x="276" y="262"/>
                  </a:lnTo>
                  <a:lnTo>
                    <a:pt x="276" y="262"/>
                  </a:lnTo>
                  <a:lnTo>
                    <a:pt x="276" y="268"/>
                  </a:lnTo>
                  <a:lnTo>
                    <a:pt x="274" y="274"/>
                  </a:lnTo>
                  <a:lnTo>
                    <a:pt x="272" y="278"/>
                  </a:lnTo>
                  <a:lnTo>
                    <a:pt x="268" y="280"/>
                  </a:lnTo>
                  <a:lnTo>
                    <a:pt x="264" y="282"/>
                  </a:lnTo>
                  <a:lnTo>
                    <a:pt x="258" y="282"/>
                  </a:lnTo>
                  <a:lnTo>
                    <a:pt x="258" y="282"/>
                  </a:lnTo>
                  <a:close/>
                  <a:moveTo>
                    <a:pt x="196" y="268"/>
                  </a:moveTo>
                  <a:lnTo>
                    <a:pt x="258" y="268"/>
                  </a:lnTo>
                  <a:lnTo>
                    <a:pt x="258" y="268"/>
                  </a:lnTo>
                  <a:lnTo>
                    <a:pt x="260" y="268"/>
                  </a:lnTo>
                  <a:lnTo>
                    <a:pt x="260" y="268"/>
                  </a:lnTo>
                  <a:lnTo>
                    <a:pt x="260" y="262"/>
                  </a:lnTo>
                  <a:lnTo>
                    <a:pt x="260" y="152"/>
                  </a:lnTo>
                  <a:lnTo>
                    <a:pt x="296" y="152"/>
                  </a:lnTo>
                  <a:lnTo>
                    <a:pt x="296" y="152"/>
                  </a:lnTo>
                  <a:lnTo>
                    <a:pt x="296" y="152"/>
                  </a:lnTo>
                  <a:lnTo>
                    <a:pt x="296" y="152"/>
                  </a:lnTo>
                  <a:lnTo>
                    <a:pt x="296" y="152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60" y="16"/>
                  </a:lnTo>
                  <a:lnTo>
                    <a:pt x="156" y="14"/>
                  </a:lnTo>
                  <a:lnTo>
                    <a:pt x="152" y="16"/>
                  </a:lnTo>
                  <a:lnTo>
                    <a:pt x="148" y="18"/>
                  </a:lnTo>
                  <a:lnTo>
                    <a:pt x="16" y="152"/>
                  </a:lnTo>
                  <a:lnTo>
                    <a:pt x="16" y="152"/>
                  </a:lnTo>
                  <a:lnTo>
                    <a:pt x="14" y="152"/>
                  </a:lnTo>
                  <a:lnTo>
                    <a:pt x="14" y="152"/>
                  </a:lnTo>
                  <a:lnTo>
                    <a:pt x="16" y="152"/>
                  </a:lnTo>
                  <a:lnTo>
                    <a:pt x="50" y="152"/>
                  </a:lnTo>
                  <a:lnTo>
                    <a:pt x="50" y="262"/>
                  </a:lnTo>
                  <a:lnTo>
                    <a:pt x="50" y="262"/>
                  </a:lnTo>
                  <a:lnTo>
                    <a:pt x="52" y="266"/>
                  </a:lnTo>
                  <a:lnTo>
                    <a:pt x="52" y="266"/>
                  </a:lnTo>
                  <a:lnTo>
                    <a:pt x="52" y="266"/>
                  </a:lnTo>
                  <a:lnTo>
                    <a:pt x="58" y="268"/>
                  </a:lnTo>
                  <a:lnTo>
                    <a:pt x="114" y="268"/>
                  </a:lnTo>
                  <a:lnTo>
                    <a:pt x="114" y="164"/>
                  </a:lnTo>
                  <a:lnTo>
                    <a:pt x="196" y="164"/>
                  </a:lnTo>
                  <a:lnTo>
                    <a:pt x="196" y="2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4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224072" y="2129235"/>
            <a:ext cx="11440833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1.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故障排查耗時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</a:t>
            </a:r>
            <a:r>
              <a:rPr lang="en-US" altLang="zh-TW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停機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損失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CN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0223E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2.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維修經驗難沉淀、知識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斷層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2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  <a:sym typeface="+mn-ea"/>
              </a:rPr>
              <a:t>3.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資料查詢效率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低</a:t>
            </a:r>
            <a:r>
              <a:rPr lang="en-US" altLang="zh-TW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即時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2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  <a:sym typeface="+mn-ea"/>
              </a:rPr>
              <a:t>4.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維修標準不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一致</a:t>
            </a:r>
            <a:r>
              <a:rPr lang="en-US" altLang="zh-TW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風險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難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585" y="16959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專案背景與目標</a:t>
            </a:r>
            <a:endParaRPr lang="en-US" altLang="zh-CN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5" name="圖片 34" descr="小人1.jpg"/>
          <p:cNvPicPr>
            <a:picLocks noChangeAspect="1"/>
          </p:cNvPicPr>
          <p:nvPr/>
        </p:nvPicPr>
        <p:blipFill>
          <a:blip r:embed="rId3" cstate="print"/>
          <a:srcRect l="9578" r="20388" b="3959"/>
          <a:stretch>
            <a:fillRect/>
          </a:stretch>
        </p:blipFill>
        <p:spPr>
          <a:xfrm>
            <a:off x="5494488" y="2584094"/>
            <a:ext cx="900000" cy="1309406"/>
          </a:xfrm>
          <a:prstGeom prst="rect">
            <a:avLst/>
          </a:prstGeom>
          <a:ln>
            <a:noFill/>
          </a:ln>
          <a:effectLst/>
        </p:spPr>
      </p:pic>
      <p:sp>
        <p:nvSpPr>
          <p:cNvPr id="36" name="五邊形 35"/>
          <p:cNvSpPr/>
          <p:nvPr/>
        </p:nvSpPr>
        <p:spPr>
          <a:xfrm flipH="1">
            <a:off x="6723923" y="2431464"/>
            <a:ext cx="1800000" cy="1519199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algn="ctr"/>
            <a:r>
              <a:rPr lang="zh-TW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痛點</a:t>
            </a:r>
            <a:endParaRPr lang="en-US" altLang="zh-TW" sz="4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</a:t>
            </a:r>
            <a:endParaRPr lang="zh-TW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163113" y="1485481"/>
            <a:ext cx="2520000" cy="584775"/>
          </a:xfrm>
          <a:prstGeom prst="rect">
            <a:avLst/>
          </a:prstGeom>
          <a:solidFill>
            <a:srgbClr val="FF0066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找人慢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157044" y="1485481"/>
            <a:ext cx="2520000" cy="584775"/>
          </a:xfrm>
          <a:prstGeom prst="rect">
            <a:avLst/>
          </a:prstGeom>
          <a:solidFill>
            <a:srgbClr val="FF0066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找資料慢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150975" y="1485481"/>
            <a:ext cx="2520000" cy="584775"/>
          </a:xfrm>
          <a:prstGeom prst="rect">
            <a:avLst/>
          </a:prstGeom>
          <a:solidFill>
            <a:srgbClr val="FF0066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經驗留不住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9144906" y="1485481"/>
            <a:ext cx="2520000" cy="584775"/>
          </a:xfrm>
          <a:prstGeom prst="rect">
            <a:avLst/>
          </a:prstGeom>
          <a:solidFill>
            <a:srgbClr val="FF0066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維修不標準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0" name="五邊形 49"/>
          <p:cNvSpPr/>
          <p:nvPr/>
        </p:nvSpPr>
        <p:spPr>
          <a:xfrm>
            <a:off x="224072" y="5216388"/>
            <a:ext cx="1800000" cy="1519199"/>
          </a:xfrm>
          <a:prstGeom prst="homePlat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algn="ctr"/>
            <a:r>
              <a:rPr lang="en-US" altLang="zh-TW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endParaRPr lang="zh-TW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圖片 50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9778" r="89778"/>
                    </a14:imgEffect>
                  </a14:imgLayer>
                </a14:imgProps>
              </a:ext>
            </a:extLst>
          </a:blip>
          <a:srcRect l="13260" r="12962"/>
          <a:stretch/>
        </p:blipFill>
        <p:spPr>
          <a:xfrm flipH="1">
            <a:off x="2118821" y="5216388"/>
            <a:ext cx="943474" cy="122125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53" name="文字方塊 52"/>
          <p:cNvSpPr txBox="1"/>
          <p:nvPr/>
        </p:nvSpPr>
        <p:spPr>
          <a:xfrm>
            <a:off x="3117715" y="5066613"/>
            <a:ext cx="3276773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3200" b="1" dirty="0" smtClean="0">
                <a:latin typeface="微軟正黑體" pitchFamily="34" charset="-120"/>
                <a:ea typeface="微軟正黑體" pitchFamily="34" charset="-120"/>
              </a:rPr>
              <a:t>RAG </a:t>
            </a:r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知識檢索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5218184" y="5824211"/>
            <a:ext cx="6446721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3200" b="1" dirty="0" smtClean="0">
                <a:latin typeface="微軟正黑體" pitchFamily="34" charset="-120"/>
                <a:ea typeface="微軟正黑體" pitchFamily="34" charset="-120"/>
              </a:rPr>
              <a:t>AI Agent </a:t>
            </a:r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做多輪推理與任務引導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33305" y="720957"/>
            <a:ext cx="11531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u="sng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背景</a:t>
            </a:r>
            <a:r>
              <a:rPr lang="en-US" altLang="zh-CN" sz="2000" u="sng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當前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產線設備故障面臨「找人慢、找資料慢、經驗留不住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維修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標準」的痛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</a:p>
          <a:p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因此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RAG+AI 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Agent, 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即時、標準化的故障診斷與排障技術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引導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3305" y="4350784"/>
            <a:ext cx="11531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u="sng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r>
              <a:rPr lang="en-US" altLang="zh-CN" sz="2000" u="sng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 </a:t>
            </a:r>
            <a:r>
              <a:rPr lang="zh-CN" altLang="en-US" sz="2800" dirty="0" smtClean="0">
                <a:solidFill>
                  <a:srgbClr val="336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CN" sz="2800" dirty="0" smtClean="0">
                <a:solidFill>
                  <a:srgbClr val="336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2800" dirty="0" smtClean="0">
                <a:solidFill>
                  <a:srgbClr val="336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通過 </a:t>
            </a:r>
            <a:r>
              <a:rPr lang="zh-CN" altLang="en-US" sz="3200" dirty="0" smtClean="0">
                <a:solidFill>
                  <a:srgbClr val="336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你問我答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提升工作效率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73659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字方塊 33"/>
          <p:cNvSpPr txBox="1"/>
          <p:nvPr/>
        </p:nvSpPr>
        <p:spPr>
          <a:xfrm>
            <a:off x="8704" y="1950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rgbClr val="00808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技術架構與方案設計</a:t>
            </a:r>
            <a:endParaRPr lang="en-US" altLang="zh-CN" sz="3200" b="1" dirty="0">
              <a:solidFill>
                <a:srgbClr val="008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5835" y="698005"/>
            <a:ext cx="1153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核心思路</a:t>
            </a:r>
            <a:r>
              <a:rPr lang="en-US" altLang="zh-CN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</a:p>
          <a:p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1.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透過 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RAG 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做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知識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檢索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把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維修手冊、歷史故障案例、</a:t>
            </a:r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SOP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文檔建立向量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知識庫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;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/>
            </a:r>
            <a:b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2.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搭配 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 Agent 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做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多輪推理與任務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引導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一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步步帶領維修人員做故障確認、診斷、排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障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.</a:t>
            </a:r>
            <a:endParaRPr lang="zh-TW" altLang="en-US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8" name="椭圆 40"/>
          <p:cNvSpPr/>
          <p:nvPr/>
        </p:nvSpPr>
        <p:spPr>
          <a:xfrm>
            <a:off x="485775" y="4348163"/>
            <a:ext cx="1017588" cy="9874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53926" y="1717945"/>
            <a:ext cx="4983061" cy="2332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.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故障排查耗時長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停機損失</a:t>
            </a:r>
            <a:r>
              <a:rPr lang="zh-TW" altLang="en-US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RAG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：收到故障描述後，即時從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</a:t>
            </a:r>
            <a:r>
              <a:rPr lang="zh-CN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檢索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對應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故障資料，不用人工翻厚厚的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、紙本手冊。</a:t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AI Agent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：以多輪對話，循序引導維修人員確認現象、檢查零件，像資深工程師在線陪伴，協助新人逐步定位根因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5831331" y="1741447"/>
            <a:ext cx="4983061" cy="23321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2.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維修經驗難沉淀、知識斷層</a:t>
            </a:r>
            <a:endParaRPr lang="en-US" altLang="zh-TW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RAG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將老師傅的排障經驗、歷史故障案例、維修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SOP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全部入庫，轉成可檢索的向量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</a:t>
            </a:r>
            <a:r>
              <a:rPr lang="zh-CN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CN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AI Agent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每次故障對話過程可記錄，新的故障案例可後續回流更新知識庫，把個人的經驗變成組織知識，不因人員異動流失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653926" y="4169518"/>
            <a:ext cx="4983061" cy="23321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3.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資料查詢效率低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資訊不</a:t>
            </a:r>
            <a:r>
              <a:rPr lang="zh-TW" altLang="en-US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即時</a:t>
            </a:r>
            <a:endParaRPr lang="en-US" altLang="zh-TW" sz="2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向量檢索：不是簡單關鍵字比對，可以理解語義。維修人員輸入現象（如「馬達過熱、報警代碼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E05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」），就能找到對應段落。</a:t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知識庫統一管理：只導入最新版本的維修手冊，過期舊版文檔隔離，避免查到舊資訊造成誤判。</a:t>
            </a:r>
          </a:p>
        </p:txBody>
      </p:sp>
      <p:sp>
        <p:nvSpPr>
          <p:cNvPr id="60" name="矩形 59"/>
          <p:cNvSpPr/>
          <p:nvPr/>
        </p:nvSpPr>
        <p:spPr>
          <a:xfrm>
            <a:off x="5831331" y="4172184"/>
            <a:ext cx="4983061" cy="2332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4.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維修標準不一致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風險難</a:t>
            </a:r>
            <a:r>
              <a:rPr lang="zh-TW" altLang="en-US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控</a:t>
            </a:r>
            <a:endParaRPr lang="en-US" altLang="zh-TW" sz="2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AI Agent 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依照知識庫內標準</a:t>
            </a:r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SOP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，依序輸出標準排障步驟、安全確認事項、禁止操作提醒。</a:t>
            </a:r>
            <a:b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Agent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會判斷當前狀態，若檢測到高風險操作，主動警示，引導維修人員依照標準流程執行，減少因人為經驗差異帶來的錯誤處置</a:t>
            </a:r>
            <a:r>
              <a:rPr lang="zh-CN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和風險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20745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-1" y="-23394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 smtClean="0">
                <a:solidFill>
                  <a:schemeClr val="bg1"/>
                </a:solidFill>
                <a:latin typeface="微軟正黑體" pitchFamily="34" charset="-120"/>
                <a:cs typeface="Arial" panose="020B0604020202020204" pitchFamily="34" charset="0"/>
              </a:rPr>
              <a:t>專案流程簡介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9785" y="1652621"/>
            <a:ext cx="12001500" cy="4622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/>
        </p:nvSpPr>
        <p:spPr>
          <a:xfrm>
            <a:off x="430975" y="1923175"/>
            <a:ext cx="2216326" cy="720000"/>
          </a:xfrm>
          <a:prstGeom prst="rect">
            <a:avLst/>
          </a:prstGeom>
          <a:solidFill>
            <a:srgbClr val="5BE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知识</a:t>
            </a:r>
            <a:r>
              <a:rPr lang="zh-CN" altLang="en-US" sz="16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库原始文檔</a:t>
            </a:r>
            <a:endParaRPr lang="zh-TW" altLang="en-US" sz="1600" b="1" dirty="0">
              <a:ln>
                <a:noFill/>
              </a:ln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869794" y="1923175"/>
            <a:ext cx="2237521" cy="7200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r>
              <a:rPr lang="zh-CN" altLang="en-US" sz="16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</a:t>
            </a:r>
            <a:endParaRPr lang="zh-TW" altLang="en-US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5583692" y="1923175"/>
            <a:ext cx="3191128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Agent 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推理调度层</a:t>
            </a:r>
          </a:p>
        </p:txBody>
      </p:sp>
      <p:sp>
        <p:nvSpPr>
          <p:cNvPr id="87" name="矩形 86"/>
          <p:cNvSpPr/>
          <p:nvPr/>
        </p:nvSpPr>
        <p:spPr>
          <a:xfrm>
            <a:off x="9315274" y="1908010"/>
            <a:ext cx="2180690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用户交互层</a:t>
            </a:r>
          </a:p>
        </p:txBody>
      </p:sp>
      <p:cxnSp>
        <p:nvCxnSpPr>
          <p:cNvPr id="92" name="直線單箭頭接點 91"/>
          <p:cNvCxnSpPr>
            <a:stCxn id="84" idx="3"/>
            <a:endCxn id="87" idx="1"/>
          </p:cNvCxnSpPr>
          <p:nvPr/>
        </p:nvCxnSpPr>
        <p:spPr>
          <a:xfrm flipV="1">
            <a:off x="8774820" y="2268010"/>
            <a:ext cx="540454" cy="151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83" idx="3"/>
            <a:endCxn id="84" idx="1"/>
          </p:cNvCxnSpPr>
          <p:nvPr/>
        </p:nvCxnSpPr>
        <p:spPr>
          <a:xfrm>
            <a:off x="5107315" y="2283175"/>
            <a:ext cx="47637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stCxn id="82" idx="3"/>
          </p:cNvCxnSpPr>
          <p:nvPr/>
        </p:nvCxnSpPr>
        <p:spPr>
          <a:xfrm flipV="1">
            <a:off x="2647301" y="2268010"/>
            <a:ext cx="201071" cy="151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组合 55">
            <a:extLst>
              <a:ext uri="{FF2B5EF4-FFF2-40B4-BE49-F238E27FC236}">
                <a16:creationId xmlns:a16="http://schemas.microsoft.com/office/drawing/2014/main" id="{83A94073-09C9-8FF0-85F0-6AF311DC560E}"/>
              </a:ext>
            </a:extLst>
          </p:cNvPr>
          <p:cNvGrpSpPr/>
          <p:nvPr/>
        </p:nvGrpSpPr>
        <p:grpSpPr>
          <a:xfrm>
            <a:off x="430975" y="2839248"/>
            <a:ext cx="2216326" cy="2807388"/>
            <a:chOff x="1007140" y="1695531"/>
            <a:chExt cx="3306568" cy="4248070"/>
          </a:xfrm>
        </p:grpSpPr>
        <p:sp>
          <p:nvSpPr>
            <p:cNvPr id="116" name="矩形: 圆角 52">
              <a:extLst>
                <a:ext uri="{FF2B5EF4-FFF2-40B4-BE49-F238E27FC236}">
                  <a16:creationId xmlns:a16="http://schemas.microsoft.com/office/drawing/2014/main" id="{A9504297-C272-B0D3-8489-3D509ADB57DC}"/>
                </a:ext>
              </a:extLst>
            </p:cNvPr>
            <p:cNvSpPr/>
            <p:nvPr/>
          </p:nvSpPr>
          <p:spPr>
            <a:xfrm>
              <a:off x="1007140" y="1695531"/>
              <a:ext cx="3306568" cy="4248070"/>
            </a:xfrm>
            <a:prstGeom prst="roundRect">
              <a:avLst>
                <a:gd name="adj" fmla="val 5093"/>
              </a:avLst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20" name="椭圆 9">
              <a:extLst>
                <a:ext uri="{FF2B5EF4-FFF2-40B4-BE49-F238E27FC236}">
                  <a16:creationId xmlns:a16="http://schemas.microsoft.com/office/drawing/2014/main" id="{201956B6-4AF4-6794-9B8C-EAA1D9344EF1}"/>
                </a:ext>
              </a:extLst>
            </p:cNvPr>
            <p:cNvSpPr/>
            <p:nvPr/>
          </p:nvSpPr>
          <p:spPr>
            <a:xfrm>
              <a:off x="2937933" y="5442300"/>
              <a:ext cx="234104" cy="234104"/>
            </a:xfrm>
            <a:prstGeom prst="ellipse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121" name="矩形 120"/>
          <p:cNvSpPr/>
          <p:nvPr/>
        </p:nvSpPr>
        <p:spPr>
          <a:xfrm>
            <a:off x="430975" y="2939162"/>
            <a:ext cx="221632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设备维修手册、设备</a:t>
            </a:r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SOP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作业指导书  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历史故障案例、故障处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理记录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报警代码说明、设备保养规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范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22" name="组合 55">
            <a:extLst>
              <a:ext uri="{FF2B5EF4-FFF2-40B4-BE49-F238E27FC236}">
                <a16:creationId xmlns:a16="http://schemas.microsoft.com/office/drawing/2014/main" id="{83A94073-09C9-8FF0-85F0-6AF311DC560E}"/>
              </a:ext>
            </a:extLst>
          </p:cNvPr>
          <p:cNvGrpSpPr/>
          <p:nvPr/>
        </p:nvGrpSpPr>
        <p:grpSpPr>
          <a:xfrm>
            <a:off x="2869796" y="2840926"/>
            <a:ext cx="2284974" cy="2805710"/>
            <a:chOff x="1007140" y="1695531"/>
            <a:chExt cx="3306568" cy="4248070"/>
          </a:xfrm>
        </p:grpSpPr>
        <p:sp>
          <p:nvSpPr>
            <p:cNvPr id="123" name="矩形: 圆角 52">
              <a:extLst>
                <a:ext uri="{FF2B5EF4-FFF2-40B4-BE49-F238E27FC236}">
                  <a16:creationId xmlns:a16="http://schemas.microsoft.com/office/drawing/2014/main" id="{A9504297-C272-B0D3-8489-3D509ADB57DC}"/>
                </a:ext>
              </a:extLst>
            </p:cNvPr>
            <p:cNvSpPr/>
            <p:nvPr/>
          </p:nvSpPr>
          <p:spPr>
            <a:xfrm>
              <a:off x="1007140" y="1695531"/>
              <a:ext cx="3306568" cy="4248070"/>
            </a:xfrm>
            <a:prstGeom prst="roundRect">
              <a:avLst>
                <a:gd name="adj" fmla="val 5093"/>
              </a:avLst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4" name="椭圆 9">
              <a:extLst>
                <a:ext uri="{FF2B5EF4-FFF2-40B4-BE49-F238E27FC236}">
                  <a16:creationId xmlns:a16="http://schemas.microsoft.com/office/drawing/2014/main" id="{201956B6-4AF4-6794-9B8C-EAA1D9344EF1}"/>
                </a:ext>
              </a:extLst>
            </p:cNvPr>
            <p:cNvSpPr/>
            <p:nvPr/>
          </p:nvSpPr>
          <p:spPr>
            <a:xfrm>
              <a:off x="2937933" y="5442300"/>
              <a:ext cx="234104" cy="234104"/>
            </a:xfrm>
            <a:prstGeom prst="ellipse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25" name="矩形 124"/>
          <p:cNvSpPr/>
          <p:nvPr/>
        </p:nvSpPr>
        <p:spPr>
          <a:xfrm>
            <a:off x="2848372" y="2911177"/>
            <a:ext cx="225894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文檔處理：格式及內容清洗成標準的</a:t>
            </a:r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markdown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文件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切片：按段落、切片長度等進行合適的切片，保證邏輯上的完整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向量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数据库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：切片后的內容及元數據存入向量化數據庫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26" name="组合 55">
            <a:extLst>
              <a:ext uri="{FF2B5EF4-FFF2-40B4-BE49-F238E27FC236}">
                <a16:creationId xmlns:a16="http://schemas.microsoft.com/office/drawing/2014/main" id="{83A94073-09C9-8FF0-85F0-6AF311DC560E}"/>
              </a:ext>
            </a:extLst>
          </p:cNvPr>
          <p:cNvGrpSpPr/>
          <p:nvPr/>
        </p:nvGrpSpPr>
        <p:grpSpPr>
          <a:xfrm>
            <a:off x="5536239" y="2859235"/>
            <a:ext cx="3289350" cy="2805710"/>
            <a:chOff x="1007140" y="1695531"/>
            <a:chExt cx="3306568" cy="4248070"/>
          </a:xfrm>
        </p:grpSpPr>
        <p:sp>
          <p:nvSpPr>
            <p:cNvPr id="127" name="矩形: 圆角 52">
              <a:extLst>
                <a:ext uri="{FF2B5EF4-FFF2-40B4-BE49-F238E27FC236}">
                  <a16:creationId xmlns:a16="http://schemas.microsoft.com/office/drawing/2014/main" id="{A9504297-C272-B0D3-8489-3D509ADB57DC}"/>
                </a:ext>
              </a:extLst>
            </p:cNvPr>
            <p:cNvSpPr/>
            <p:nvPr/>
          </p:nvSpPr>
          <p:spPr>
            <a:xfrm>
              <a:off x="1007140" y="1695531"/>
              <a:ext cx="3306568" cy="4248070"/>
            </a:xfrm>
            <a:prstGeom prst="roundRect">
              <a:avLst>
                <a:gd name="adj" fmla="val 5093"/>
              </a:avLst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8" name="椭圆 9">
              <a:extLst>
                <a:ext uri="{FF2B5EF4-FFF2-40B4-BE49-F238E27FC236}">
                  <a16:creationId xmlns:a16="http://schemas.microsoft.com/office/drawing/2014/main" id="{201956B6-4AF4-6794-9B8C-EAA1D9344EF1}"/>
                </a:ext>
              </a:extLst>
            </p:cNvPr>
            <p:cNvSpPr/>
            <p:nvPr/>
          </p:nvSpPr>
          <p:spPr>
            <a:xfrm>
              <a:off x="2937933" y="5442300"/>
              <a:ext cx="234104" cy="234104"/>
            </a:xfrm>
            <a:prstGeom prst="ellipse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29" name="矩形 128"/>
          <p:cNvSpPr/>
          <p:nvPr/>
        </p:nvSpPr>
        <p:spPr>
          <a:xfrm>
            <a:off x="5583692" y="2888110"/>
            <a:ext cx="33704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任务拆解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：向量化故障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问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题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CN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检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索：根據语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义检索相关知识</a:t>
            </a:r>
            <a:endParaRPr lang="en-US" altLang="zh-CN" sz="1600" dirty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重排序：筛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选相似度最高的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维修手册</a:t>
            </a:r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故障案例片段 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多轮对话管理：引导确认故障现象、收集现场信息，分步排障指引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33" name="组合 55">
            <a:extLst>
              <a:ext uri="{FF2B5EF4-FFF2-40B4-BE49-F238E27FC236}">
                <a16:creationId xmlns:a16="http://schemas.microsoft.com/office/drawing/2014/main" id="{83A94073-09C9-8FF0-85F0-6AF311DC560E}"/>
              </a:ext>
            </a:extLst>
          </p:cNvPr>
          <p:cNvGrpSpPr/>
          <p:nvPr/>
        </p:nvGrpSpPr>
        <p:grpSpPr>
          <a:xfrm>
            <a:off x="9315274" y="2859235"/>
            <a:ext cx="2216326" cy="2805710"/>
            <a:chOff x="1007140" y="1695531"/>
            <a:chExt cx="3306568" cy="4248070"/>
          </a:xfrm>
        </p:grpSpPr>
        <p:sp>
          <p:nvSpPr>
            <p:cNvPr id="134" name="矩形: 圆角 52">
              <a:extLst>
                <a:ext uri="{FF2B5EF4-FFF2-40B4-BE49-F238E27FC236}">
                  <a16:creationId xmlns:a16="http://schemas.microsoft.com/office/drawing/2014/main" id="{A9504297-C272-B0D3-8489-3D509ADB57DC}"/>
                </a:ext>
              </a:extLst>
            </p:cNvPr>
            <p:cNvSpPr/>
            <p:nvPr/>
          </p:nvSpPr>
          <p:spPr>
            <a:xfrm>
              <a:off x="1007140" y="1695531"/>
              <a:ext cx="3306568" cy="4248070"/>
            </a:xfrm>
            <a:prstGeom prst="roundRect">
              <a:avLst>
                <a:gd name="adj" fmla="val 5093"/>
              </a:avLst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5" name="椭圆 9">
              <a:extLst>
                <a:ext uri="{FF2B5EF4-FFF2-40B4-BE49-F238E27FC236}">
                  <a16:creationId xmlns:a16="http://schemas.microsoft.com/office/drawing/2014/main" id="{201956B6-4AF4-6794-9B8C-EAA1D9344EF1}"/>
                </a:ext>
              </a:extLst>
            </p:cNvPr>
            <p:cNvSpPr/>
            <p:nvPr/>
          </p:nvSpPr>
          <p:spPr>
            <a:xfrm>
              <a:off x="2937933" y="5442300"/>
              <a:ext cx="234104" cy="234104"/>
            </a:xfrm>
            <a:prstGeom prst="ellipse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36" name="矩形 135"/>
          <p:cNvSpPr/>
          <p:nvPr/>
        </p:nvSpPr>
        <p:spPr>
          <a:xfrm>
            <a:off x="9350909" y="2932980"/>
            <a:ext cx="21450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  产线运维人员：输入故障现象、设备报警信息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0" y="589558"/>
            <a:ext cx="1153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Summary:</a:t>
            </a:r>
          </a:p>
          <a:p>
            <a:r>
              <a:rPr lang="zh-CN" altLang="en-US" dirty="0"/>
              <a:t>整体分</a:t>
            </a:r>
            <a:r>
              <a:rPr lang="zh-CN" altLang="en-US" dirty="0" smtClean="0"/>
              <a:t>为五层：知</a:t>
            </a:r>
            <a:r>
              <a:rPr lang="zh-CN" altLang="en-US" dirty="0"/>
              <a:t>识</a:t>
            </a:r>
            <a:r>
              <a:rPr lang="zh-CN" altLang="en-US" dirty="0" smtClean="0"/>
              <a:t>库原始文檔 </a:t>
            </a:r>
            <a:r>
              <a:rPr lang="zh-CN" altLang="en-US" dirty="0"/>
              <a:t>→ </a:t>
            </a:r>
            <a:r>
              <a:rPr lang="en-US" altLang="zh-CN" dirty="0" smtClean="0"/>
              <a:t>RAG</a:t>
            </a:r>
            <a:r>
              <a:rPr lang="zh-CN" altLang="en-US" dirty="0" smtClean="0"/>
              <a:t>知識庫 </a:t>
            </a:r>
            <a:r>
              <a:rPr lang="zh-CN" altLang="en-US" dirty="0"/>
              <a:t>→ </a:t>
            </a:r>
            <a:r>
              <a:rPr lang="en-US" altLang="zh-CN" dirty="0"/>
              <a:t>AI Agent</a:t>
            </a:r>
            <a:r>
              <a:rPr lang="zh-CN" altLang="en-US" dirty="0"/>
              <a:t>推理层 → 用户交互层</a:t>
            </a:r>
            <a:br>
              <a:rPr lang="zh-CN" altLang="en-US" dirty="0"/>
            </a:br>
            <a:r>
              <a:rPr lang="zh-CN" altLang="en-US" dirty="0"/>
              <a:t>业务流程：运维人员输入故障现象 → </a:t>
            </a:r>
            <a:r>
              <a:rPr lang="en-US" altLang="zh-CN" dirty="0"/>
              <a:t>Agent</a:t>
            </a:r>
            <a:r>
              <a:rPr lang="zh-CN" altLang="en-US" dirty="0"/>
              <a:t>发起检索 → </a:t>
            </a:r>
            <a:r>
              <a:rPr lang="en-US" altLang="zh-CN" dirty="0"/>
              <a:t>RAG</a:t>
            </a:r>
            <a:r>
              <a:rPr lang="zh-CN" altLang="en-US" dirty="0"/>
              <a:t>召回知识 → </a:t>
            </a:r>
            <a:r>
              <a:rPr lang="en-US" altLang="zh-CN" dirty="0"/>
              <a:t>Agent</a:t>
            </a:r>
            <a:r>
              <a:rPr lang="zh-CN" altLang="en-US" dirty="0"/>
              <a:t>做多轮推理引导 → 返回排障指导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629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作測試及結果確認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078702" y="2730340"/>
            <a:ext cx="1547262" cy="60975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選一份圖文的</a:t>
            </a:r>
            <a:r>
              <a:rPr lang="en-US" altLang="zh-CN" sz="1400" dirty="0" smtClean="0">
                <a:solidFill>
                  <a:schemeClr val="tx1"/>
                </a:solidFill>
              </a:rPr>
              <a:t>pdf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5794407" y="2699449"/>
            <a:ext cx="1431758" cy="60724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準備待驗證的標準問答清單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4058254" y="1400637"/>
            <a:ext cx="3167910" cy="94560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測試驗證</a:t>
            </a:r>
            <a:endParaRPr lang="zh-TW" altLang="en-US" dirty="0"/>
          </a:p>
        </p:txBody>
      </p:sp>
      <p:sp>
        <p:nvSpPr>
          <p:cNvPr id="8" name="圓角矩形 7"/>
          <p:cNvSpPr/>
          <p:nvPr/>
        </p:nvSpPr>
        <p:spPr>
          <a:xfrm>
            <a:off x="875898" y="1400637"/>
            <a:ext cx="2175310" cy="94560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功能開發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7690586" y="1335586"/>
            <a:ext cx="2406313" cy="94560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確認問題點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修改方案</a:t>
            </a:r>
            <a:endParaRPr lang="zh-TW" altLang="en-US" dirty="0"/>
          </a:p>
        </p:txBody>
      </p:sp>
      <p:cxnSp>
        <p:nvCxnSpPr>
          <p:cNvPr id="11" name="肘形接點 10"/>
          <p:cNvCxnSpPr>
            <a:stCxn id="9" idx="3"/>
            <a:endCxn id="8" idx="1"/>
          </p:cNvCxnSpPr>
          <p:nvPr/>
        </p:nvCxnSpPr>
        <p:spPr>
          <a:xfrm flipH="1">
            <a:off x="875898" y="1808387"/>
            <a:ext cx="9221001" cy="65051"/>
          </a:xfrm>
          <a:prstGeom prst="bentConnector5">
            <a:avLst>
              <a:gd name="adj1" fmla="val -2479"/>
              <a:gd name="adj2" fmla="val 5202876"/>
              <a:gd name="adj3" fmla="val 10247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4701568" y="5061426"/>
            <a:ext cx="156966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持續迭代優化</a:t>
            </a:r>
            <a:endParaRPr lang="zh-TW" altLang="en-US" b="1" dirty="0"/>
          </a:p>
        </p:txBody>
      </p:sp>
      <p:sp>
        <p:nvSpPr>
          <p:cNvPr id="26" name="向右箭號 25"/>
          <p:cNvSpPr/>
          <p:nvPr/>
        </p:nvSpPr>
        <p:spPr>
          <a:xfrm>
            <a:off x="3342977" y="1693044"/>
            <a:ext cx="683394" cy="3607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向右箭號 26"/>
          <p:cNvSpPr/>
          <p:nvPr/>
        </p:nvSpPr>
        <p:spPr>
          <a:xfrm>
            <a:off x="7193679" y="1633604"/>
            <a:ext cx="496907" cy="3607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圓角矩形 32"/>
          <p:cNvSpPr/>
          <p:nvPr/>
        </p:nvSpPr>
        <p:spPr>
          <a:xfrm>
            <a:off x="4078702" y="3462775"/>
            <a:ext cx="3211229" cy="66678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比對</a:t>
            </a:r>
            <a:r>
              <a:rPr lang="en-US" altLang="zh-CN" sz="1400" dirty="0" smtClean="0">
                <a:solidFill>
                  <a:schemeClr val="tx1"/>
                </a:solidFill>
              </a:rPr>
              <a:t>AI</a:t>
            </a:r>
            <a:r>
              <a:rPr lang="zh-CN" altLang="en-US" sz="1400" dirty="0" smtClean="0">
                <a:solidFill>
                  <a:schemeClr val="tx1"/>
                </a:solidFill>
              </a:rPr>
              <a:t>的回答結果與標準答案的差距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圓角矩形 34"/>
          <p:cNvSpPr/>
          <p:nvPr/>
        </p:nvSpPr>
        <p:spPr>
          <a:xfrm>
            <a:off x="875897" y="2672503"/>
            <a:ext cx="2261939" cy="46030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文件、狀態、版本管理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圓角矩形 35"/>
          <p:cNvSpPr/>
          <p:nvPr/>
        </p:nvSpPr>
        <p:spPr>
          <a:xfrm>
            <a:off x="883111" y="3205704"/>
            <a:ext cx="2261938" cy="46030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解析</a:t>
            </a:r>
            <a:r>
              <a:rPr lang="en-US" altLang="zh-CN" sz="1400" dirty="0" smtClean="0">
                <a:solidFill>
                  <a:schemeClr val="tx1"/>
                </a:solidFill>
              </a:rPr>
              <a:t>markdown</a:t>
            </a:r>
            <a:r>
              <a:rPr lang="zh-CN" altLang="en-US" sz="1400" dirty="0" smtClean="0">
                <a:solidFill>
                  <a:schemeClr val="tx1"/>
                </a:solidFill>
              </a:rPr>
              <a:t>及調整格式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圓角矩形 36"/>
          <p:cNvSpPr/>
          <p:nvPr/>
        </p:nvSpPr>
        <p:spPr>
          <a:xfrm>
            <a:off x="883111" y="3711303"/>
            <a:ext cx="1049156" cy="60975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切片，向量化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圓角矩形 37"/>
          <p:cNvSpPr/>
          <p:nvPr/>
        </p:nvSpPr>
        <p:spPr>
          <a:xfrm>
            <a:off x="2026109" y="3704170"/>
            <a:ext cx="1118940" cy="60975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提問向量化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875897" y="4369188"/>
            <a:ext cx="2261939" cy="44466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</a:rPr>
              <a:t>AI</a:t>
            </a:r>
            <a:r>
              <a:rPr lang="zh-CN" altLang="en-US" sz="1400" dirty="0" smtClean="0">
                <a:solidFill>
                  <a:schemeClr val="tx1"/>
                </a:solidFill>
              </a:rPr>
              <a:t>檢索結果處理及顯示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圓角矩形 40"/>
          <p:cNvSpPr/>
          <p:nvPr/>
        </p:nvSpPr>
        <p:spPr>
          <a:xfrm>
            <a:off x="7690586" y="2617829"/>
            <a:ext cx="2560320" cy="169609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tx1"/>
                </a:solidFill>
              </a:rPr>
              <a:t>1.</a:t>
            </a:r>
            <a:r>
              <a:rPr lang="zh-CN" altLang="en-US" sz="1400" dirty="0" smtClean="0">
                <a:solidFill>
                  <a:schemeClr val="tx1"/>
                </a:solidFill>
              </a:rPr>
              <a:t>對比原文件、</a:t>
            </a:r>
            <a:r>
              <a:rPr lang="en-US" altLang="zh-CN" sz="1400" dirty="0" smtClean="0">
                <a:solidFill>
                  <a:schemeClr val="tx1"/>
                </a:solidFill>
              </a:rPr>
              <a:t>markdown</a:t>
            </a:r>
            <a:r>
              <a:rPr lang="zh-CN" altLang="en-US" sz="1400" dirty="0" smtClean="0">
                <a:solidFill>
                  <a:schemeClr val="tx1"/>
                </a:solidFill>
              </a:rPr>
              <a:t>、輸出結果三者之間的具體差異，確認問題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r>
              <a:rPr lang="en-US" altLang="zh-TW" sz="1400" dirty="0" smtClean="0">
                <a:solidFill>
                  <a:schemeClr val="tx1"/>
                </a:solidFill>
              </a:rPr>
              <a:t>2.</a:t>
            </a:r>
            <a:r>
              <a:rPr lang="zh-CN" altLang="en-US" sz="1400" dirty="0" smtClean="0">
                <a:solidFill>
                  <a:schemeClr val="tx1"/>
                </a:solidFill>
              </a:rPr>
              <a:t>確認提示詞是否夠明確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r>
              <a:rPr lang="en-US" altLang="zh-TW" sz="1400" dirty="0" smtClean="0">
                <a:solidFill>
                  <a:schemeClr val="tx1"/>
                </a:solidFill>
              </a:rPr>
              <a:t>3.</a:t>
            </a:r>
            <a:r>
              <a:rPr lang="zh-CN" altLang="en-US" sz="1400" dirty="0" smtClean="0">
                <a:solidFill>
                  <a:schemeClr val="tx1"/>
                </a:solidFill>
              </a:rPr>
              <a:t>切片是否合理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r>
              <a:rPr lang="en-US" altLang="zh-TW" sz="1400" dirty="0" smtClean="0">
                <a:solidFill>
                  <a:schemeClr val="tx1"/>
                </a:solidFill>
              </a:rPr>
              <a:t>4.</a:t>
            </a:r>
            <a:r>
              <a:rPr lang="zh-CN" altLang="en-US" sz="1400" dirty="0" smtClean="0">
                <a:solidFill>
                  <a:schemeClr val="tx1"/>
                </a:solidFill>
              </a:rPr>
              <a:t>程式邏輯是否存在問題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615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77" y="940582"/>
            <a:ext cx="3311571" cy="311316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r="1724"/>
          <a:stretch/>
        </p:blipFill>
        <p:spPr>
          <a:xfrm>
            <a:off x="501477" y="4053742"/>
            <a:ext cx="3410123" cy="206432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515" y="940582"/>
            <a:ext cx="3566110" cy="250111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96238" y="417362"/>
            <a:ext cx="475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測試問題及標準答案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4716515" y="3717413"/>
            <a:ext cx="6994222" cy="2077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u="sng" dirty="0" smtClean="0"/>
              <a:t>我們想要達到的效果：</a:t>
            </a:r>
            <a:endParaRPr lang="en-US" altLang="zh-CN" sz="1600" b="1" u="sng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不能回復知識庫之外的內容</a:t>
            </a:r>
            <a:endParaRPr lang="en-US" altLang="zh-CN" sz="14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如果內容有圖文，圖文相對位置要正確</a:t>
            </a:r>
            <a:endParaRPr lang="en-US" altLang="zh-CN" sz="14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要標準答案來自哪份文件，第幾頁，方便核查驗證正確性</a:t>
            </a:r>
            <a:endParaRPr lang="en-US" altLang="zh-CN" sz="14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針對用戶的問題要進行分析和引導，直到解決，不要直接甩出所有的問題相關內容</a:t>
            </a:r>
            <a:endParaRPr lang="en-US" altLang="zh-CN" sz="14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回復內容清晰正確不冗餘不囉嗦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7672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作問題</a:t>
            </a:r>
            <a:r>
              <a:rPr lang="en-US" altLang="zh-CN" sz="32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Arial" panose="020B0604020202020204" pitchFamily="34" charset="0"/>
              </a:rPr>
              <a:t> 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及解法說明</a:t>
            </a:r>
            <a:endParaRPr lang="en-US" altLang="zh-TW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3705" y="1159671"/>
            <a:ext cx="688199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 回打的內容只有文字，沒有配圖</a:t>
            </a:r>
            <a:endParaRPr lang="en-US" altLang="zh-CN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  因：   </a:t>
            </a:r>
            <a:r>
              <a:rPr lang="en-US" altLang="zh-TW" dirty="0" err="1" smtClean="0"/>
              <a:t>pypdf</a:t>
            </a:r>
            <a:r>
              <a:rPr lang="zh-CN" altLang="en-US" dirty="0" smtClean="0"/>
              <a:t>組件，無法處理圖片</a:t>
            </a:r>
            <a:endParaRPr lang="en-US" altLang="zh-CN" dirty="0" smtClean="0"/>
          </a:p>
          <a:p>
            <a:r>
              <a:rPr lang="zh-CN" altLang="en-US" dirty="0" smtClean="0"/>
              <a:t>解   法</a:t>
            </a:r>
            <a:r>
              <a:rPr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CN" altLang="en-US" dirty="0" smtClean="0"/>
              <a:t>   更換解析組件為</a:t>
            </a:r>
            <a:r>
              <a:rPr lang="en-US" altLang="zh-CN" dirty="0" err="1" smtClean="0"/>
              <a:t>MinerU</a:t>
            </a:r>
            <a:r>
              <a:rPr lang="zh-CN" altLang="en-US" dirty="0" smtClean="0"/>
              <a:t>，將文檔解析為格式一致的</a:t>
            </a:r>
            <a:r>
              <a:rPr lang="en-US" altLang="zh-CN" dirty="0" smtClean="0"/>
              <a:t>markdown</a:t>
            </a:r>
            <a:r>
              <a:rPr lang="zh-CN" altLang="en-US" dirty="0" smtClean="0"/>
              <a:t>文件后再切片向量化</a:t>
            </a:r>
            <a:endParaRPr lang="en-US" altLang="zh-CN" dirty="0" smtClean="0"/>
          </a:p>
          <a:p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圖片會全部擠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在回答內容的末尾</a:t>
            </a:r>
            <a:endParaRPr lang="en-US" altLang="zh-CN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 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因：補圖邏輯錯誤導致</a:t>
            </a: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dirty="0"/>
              <a:t>解   </a:t>
            </a:r>
            <a:r>
              <a:rPr lang="zh-CN" altLang="en-US" sz="2000" dirty="0" smtClean="0"/>
              <a:t>法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：去掉強制補圖邏輯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根據模型找到的內容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存在圖片則輸出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重點放在解決模型回復中圖片缺失的問題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endParaRPr lang="en-US" altLang="zh-CN" sz="2000" dirty="0" smtClean="0"/>
          </a:p>
          <a:p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781" y="578159"/>
            <a:ext cx="2656458" cy="292317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839" y="3590230"/>
            <a:ext cx="2438400" cy="311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1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作問題</a:t>
            </a:r>
            <a:r>
              <a:rPr lang="en-US" altLang="zh-CN" sz="32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Arial" panose="020B0604020202020204" pitchFamily="34" charset="0"/>
              </a:rPr>
              <a:t> 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及解法說明</a:t>
            </a:r>
            <a:endParaRPr lang="en-US" altLang="zh-TW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7005" y="880271"/>
            <a:ext cx="1007678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：沒有引導功能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一次性輸出了所有相關的問題，而且沒有主動對話引導</a:t>
            </a:r>
            <a:endParaRPr lang="en-US" altLang="zh-CN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   因：</a:t>
            </a:r>
            <a:r>
              <a:rPr lang="en-US" altLang="zh-TW" dirty="0"/>
              <a:t>System </a:t>
            </a:r>
            <a:r>
              <a:rPr lang="zh-TW" altLang="en-US" dirty="0"/>
              <a:t>提示</a:t>
            </a:r>
            <a:r>
              <a:rPr lang="zh-TW" altLang="en-US" dirty="0" smtClean="0"/>
              <a:t>詞</a:t>
            </a:r>
            <a:r>
              <a:rPr lang="zh-CN" altLang="en-US" dirty="0" smtClean="0"/>
              <a:t>中沒有相關的要求</a:t>
            </a: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解   法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：在</a:t>
            </a:r>
            <a:r>
              <a:rPr lang="en-US" altLang="zh-TW" dirty="0"/>
              <a:t>System </a:t>
            </a:r>
            <a:r>
              <a:rPr lang="zh-TW" altLang="en-US" dirty="0"/>
              <a:t>提示</a:t>
            </a:r>
            <a:r>
              <a:rPr lang="zh-TW" altLang="en-US" dirty="0" smtClean="0"/>
              <a:t>詞</a:t>
            </a:r>
            <a:r>
              <a:rPr lang="zh-CN" altLang="en-US" dirty="0" smtClean="0"/>
              <a:t>中加入先引導后詳細回答的要求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61779" y="2797132"/>
            <a:ext cx="983461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u="sng" dirty="0" smtClean="0"/>
              <a:t>加入的</a:t>
            </a:r>
            <a:r>
              <a:rPr lang="en-US" altLang="zh-CN" b="1" u="sng" dirty="0" smtClean="0"/>
              <a:t>system </a:t>
            </a:r>
            <a:r>
              <a:rPr lang="zh-CN" altLang="en-US" b="1" u="sng" dirty="0" smtClean="0"/>
              <a:t>提示詞內容：</a:t>
            </a:r>
            <a:endParaRPr lang="en-US" altLang="zh-TW" b="1" u="sng" dirty="0" smtClean="0"/>
          </a:p>
          <a:p>
            <a:pPr>
              <a:lnSpc>
                <a:spcPct val="150000"/>
              </a:lnSpc>
            </a:pPr>
            <a:r>
              <a:rPr lang="zh-TW" altLang="en-US" sz="1200" dirty="0" smtClean="0">
                <a:solidFill>
                  <a:srgbClr val="0000FF"/>
                </a:solidFill>
              </a:rPr>
              <a:t>回答</a:t>
            </a:r>
            <a:r>
              <a:rPr lang="zh-TW" altLang="en-US" sz="1200" dirty="0">
                <a:solidFill>
                  <a:srgbClr val="0000FF"/>
                </a:solidFill>
              </a:rPr>
              <a:t>採「先引導、再詳解」方式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0000FF"/>
                </a:solidFill>
              </a:rPr>
              <a:t>    1. 使用者尚未明確要求詳細說明時，只提供 1～3 個有參考文件支持的答案方向。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0000FF"/>
                </a:solidFill>
              </a:rPr>
              <a:t>    2. 首次引導回答的正文不超過 150 個中文字，不包含詳細操作步驟、 完整參數表或長篇原因分析，不包含相關的圖片；保留必要的引用編號。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00B050"/>
                </a:solidFill>
              </a:rPr>
              <a:t>    3. 最後用一句簡短問題，請使用者選擇想進一步了解的方向。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00B050"/>
                </a:solidFill>
              </a:rPr>
              <a:t>    4. 使用者明確要求詳細說明或選定方向後，才展開該方向， 不要再次要求確認。</a:t>
            </a:r>
          </a:p>
          <a:p>
            <a:pPr>
              <a:lnSpc>
                <a:spcPct val="150000"/>
              </a:lnSpc>
            </a:pPr>
            <a:r>
              <a:rPr lang="zh-TW" altLang="en-US" sz="1200" dirty="0"/>
              <a:t>    5. 找不到依據時，仍依原有規則回答無法回答，不猜測答案方向。</a:t>
            </a:r>
          </a:p>
        </p:txBody>
      </p:sp>
    </p:spTree>
    <p:extLst>
      <p:ext uri="{BB962C8B-B14F-4D97-AF65-F5344CB8AC3E}">
        <p14:creationId xmlns:p14="http://schemas.microsoft.com/office/powerpoint/2010/main" val="184531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作問題</a:t>
            </a:r>
            <a:r>
              <a:rPr lang="en-US" altLang="zh-CN" sz="32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Arial" panose="020B0604020202020204" pitchFamily="34" charset="0"/>
              </a:rPr>
              <a:t> 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及解法說明</a:t>
            </a:r>
            <a:endParaRPr lang="en-US" altLang="zh-TW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7737" y="578159"/>
            <a:ext cx="9104629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：模型回答中引用章節無法在原文件中反查到對應內容</a:t>
            </a:r>
            <a:endParaRPr lang="en-US" altLang="zh-CN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   因：</a:t>
            </a: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b="1" dirty="0" smtClean="0"/>
              <a:t>「</a:t>
            </a:r>
            <a:r>
              <a:rPr lang="zh-TW" altLang="en-US" b="1" dirty="0"/>
              <a:t>本次問答檢索出的參考片段序號」，不是原文件</a:t>
            </a:r>
            <a:r>
              <a:rPr lang="zh-TW" altLang="en-US" b="1" dirty="0" smtClean="0"/>
              <a:t>頁碼</a:t>
            </a:r>
            <a:endParaRPr lang="en-US" altLang="zh-TW" b="1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CN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CN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markdown</a:t>
            </a:r>
            <a:r>
              <a:rPr lang="zh-CN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時沒有記録對應的頁碼，向量化的</a:t>
            </a:r>
            <a:r>
              <a:rPr lang="en-US" altLang="zh-CN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metadata</a:t>
            </a:r>
            <a:r>
              <a:rPr lang="zh-CN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中也沒有記録對應的頁碼。</a:t>
            </a:r>
            <a:endParaRPr lang="en-US" altLang="zh-CN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解   法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：在轉檔和向量化邏輯中加入</a:t>
            </a:r>
            <a:r>
              <a:rPr lang="en-US" altLang="zh-CN" sz="2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MinerU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提取的資料對應的頁碼</a:t>
            </a: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442" y="704559"/>
            <a:ext cx="4579324" cy="169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2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44379" y="90198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作效果</a:t>
            </a:r>
            <a:r>
              <a:rPr lang="en-US" altLang="zh-CN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Demo</a:t>
            </a:r>
            <a:endParaRPr lang="en-US" altLang="zh-TW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44379" y="70148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結果：回復內容基本達到要求</a:t>
            </a:r>
            <a:endParaRPr lang="zh-TW" altLang="en-US" dirty="0"/>
          </a:p>
        </p:txBody>
      </p:sp>
      <p:pic>
        <p:nvPicPr>
          <p:cNvPr id="5" name="ngb-ai2026R2-dem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5199" y="1097323"/>
            <a:ext cx="9842501" cy="553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3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未來展望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3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導入AI：設備維修從被動搶修走向事前預警與精準診斷</a:t>
            </a:r>
            <a:endParaRPr lang="en-US" sz="1100" dirty="0"/>
          </a:p>
        </p:txBody>
      </p:sp>
      <p:sp>
        <p:nvSpPr>
          <p:cNvPr id="4" name="AutoShape 3"/>
          <p:cNvSpPr/>
          <p:nvPr/>
        </p:nvSpPr>
        <p:spPr>
          <a:xfrm>
            <a:off x="762000" y="1151622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聚焦兩大核心問題</a:t>
            </a:r>
            <a:r>
              <a:rPr lang="en-US" sz="14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：1.異常後如何</a:t>
            </a:r>
            <a:r>
              <a:rPr lang="en-US" sz="1400" b="1" i="0" u="none" strike="noStrike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</a:t>
            </a:r>
            <a:r>
              <a:rPr lang="en-US" sz="14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得到</a:t>
            </a:r>
            <a:r>
              <a:rPr lang="en-US" sz="1400" b="1" i="0" u="none" strike="noStrike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準確</a:t>
            </a:r>
            <a:r>
              <a:rPr lang="en-US" sz="14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處理方式,</a:t>
            </a:r>
            <a:r>
              <a:rPr lang="en-US" altLang="zh-TW" sz="11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TW" sz="1100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zh-CN" altLang="en-US" sz="14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通过已發异常的資訊</a:t>
            </a:r>
            <a:r>
              <a:rPr lang="zh-CN" altLang="en-US" sz="14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累積</a:t>
            </a:r>
            <a:r>
              <a:rPr lang="en-US" altLang="zh-CN" sz="14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4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 如何達到異常前</a:t>
            </a:r>
            <a:r>
              <a:rPr lang="en-US" altLang="zh-TW" sz="1400" dirty="0" err="1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預警</a:t>
            </a:r>
            <a:r>
              <a:rPr lang="en-US" altLang="zh-TW" sz="14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400" dirty="0">
              <a:solidFill>
                <a:srgbClr val="536174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5" name="Connector 4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051976" y="1803400"/>
            <a:ext cx="508000" cy="5080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8661576" y="18288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 dirty="0" smtClean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防止同類異常再發</a:t>
            </a:r>
            <a:endParaRPr lang="en-US" sz="1100" dirty="0"/>
          </a:p>
        </p:txBody>
      </p:sp>
      <p:sp>
        <p:nvSpPr>
          <p:cNvPr id="8" name="AutoShape 7"/>
          <p:cNvSpPr/>
          <p:nvPr/>
        </p:nvSpPr>
        <p:spPr>
          <a:xfrm>
            <a:off x="8661576" y="2108200"/>
            <a:ext cx="3058357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提前預警</a:t>
            </a:r>
            <a:r>
              <a:rPr lang="en-US" sz="20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預測性維護</a:t>
            </a:r>
            <a:endParaRPr lang="en-US" sz="1100" dirty="0"/>
          </a:p>
        </p:txBody>
      </p:sp>
      <p:sp>
        <p:nvSpPr>
          <p:cNvPr id="9" name="AutoShape 8"/>
          <p:cNvSpPr/>
          <p:nvPr/>
        </p:nvSpPr>
        <p:spPr>
          <a:xfrm>
            <a:off x="8051976" y="2616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0" name="AutoShape 9"/>
          <p:cNvSpPr/>
          <p:nvPr/>
        </p:nvSpPr>
        <p:spPr>
          <a:xfrm>
            <a:off x="8534576" y="2616200"/>
            <a:ext cx="318535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感測器持續監測</a:t>
            </a:r>
            <a:endParaRPr lang="en-US" sz="1100" dirty="0"/>
          </a:p>
        </p:txBody>
      </p:sp>
      <p:sp>
        <p:nvSpPr>
          <p:cNvPr id="11" name="AutoShape 10"/>
          <p:cNvSpPr/>
          <p:nvPr/>
        </p:nvSpPr>
        <p:spPr>
          <a:xfrm>
            <a:off x="8534576" y="2921000"/>
            <a:ext cx="3185357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振動、溫度、電流等狀態數據實時採集</a:t>
            </a:r>
            <a:endParaRPr lang="en-US" sz="1100" dirty="0"/>
          </a:p>
        </p:txBody>
      </p:sp>
      <p:sp>
        <p:nvSpPr>
          <p:cNvPr id="12" name="AutoShape 11"/>
          <p:cNvSpPr/>
          <p:nvPr/>
        </p:nvSpPr>
        <p:spPr>
          <a:xfrm>
            <a:off x="8051976" y="3378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2"/>
          <p:cNvSpPr/>
          <p:nvPr/>
        </p:nvSpPr>
        <p:spPr>
          <a:xfrm>
            <a:off x="8534576" y="3378200"/>
            <a:ext cx="318535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預測故障</a:t>
            </a:r>
            <a:endParaRPr lang="en-US" sz="1100" dirty="0"/>
          </a:p>
        </p:txBody>
      </p:sp>
      <p:sp>
        <p:nvSpPr>
          <p:cNvPr id="14" name="AutoShape 13"/>
          <p:cNvSpPr/>
          <p:nvPr/>
        </p:nvSpPr>
        <p:spPr>
          <a:xfrm>
            <a:off x="8534576" y="3683000"/>
            <a:ext cx="3185357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模型評估設備健康度與剩餘壽命</a:t>
            </a:r>
            <a:endParaRPr lang="en-US" sz="1100" dirty="0"/>
          </a:p>
        </p:txBody>
      </p:sp>
      <p:sp>
        <p:nvSpPr>
          <p:cNvPr id="15" name="AutoShape 14"/>
          <p:cNvSpPr/>
          <p:nvPr/>
        </p:nvSpPr>
        <p:spPr>
          <a:xfrm>
            <a:off x="8051976" y="4140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5"/>
          <p:cNvSpPr/>
          <p:nvPr/>
        </p:nvSpPr>
        <p:spPr>
          <a:xfrm>
            <a:off x="8534576" y="4140200"/>
            <a:ext cx="318535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臨界預警</a:t>
            </a:r>
            <a:endParaRPr lang="en-US" sz="1100" dirty="0"/>
          </a:p>
        </p:txBody>
      </p:sp>
      <p:sp>
        <p:nvSpPr>
          <p:cNvPr id="17" name="AutoShape 16"/>
          <p:cNvSpPr/>
          <p:nvPr/>
        </p:nvSpPr>
        <p:spPr>
          <a:xfrm>
            <a:off x="8534576" y="4445000"/>
            <a:ext cx="3185357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故障前發出預警與建議維修窗口</a:t>
            </a:r>
            <a:endParaRPr lang="en-US" sz="1100" dirty="0"/>
          </a:p>
        </p:txBody>
      </p:sp>
      <p:sp>
        <p:nvSpPr>
          <p:cNvPr id="18" name="AutoShape 17"/>
          <p:cNvSpPr/>
          <p:nvPr/>
        </p:nvSpPr>
        <p:spPr>
          <a:xfrm>
            <a:off x="8051976" y="4902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9" name="AutoShape 18"/>
          <p:cNvSpPr/>
          <p:nvPr/>
        </p:nvSpPr>
        <p:spPr>
          <a:xfrm>
            <a:off x="8534576" y="4902200"/>
            <a:ext cx="318535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主動排程維修</a:t>
            </a:r>
            <a:endParaRPr lang="en-US" sz="1100" dirty="0"/>
          </a:p>
        </p:txBody>
      </p:sp>
      <p:sp>
        <p:nvSpPr>
          <p:cNvPr id="20" name="AutoShape 19"/>
          <p:cNvSpPr/>
          <p:nvPr/>
        </p:nvSpPr>
        <p:spPr>
          <a:xfrm>
            <a:off x="8534576" y="5207000"/>
            <a:ext cx="3185357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非計畫停機減少、維修資源提前調度</a:t>
            </a:r>
            <a:endParaRPr lang="en-US" sz="1100" dirty="0"/>
          </a:p>
        </p:txBody>
      </p:sp>
      <p:cxnSp>
        <p:nvCxnSpPr>
          <p:cNvPr id="21" name="Connector 20"/>
          <p:cNvCxnSpPr/>
          <p:nvPr/>
        </p:nvCxnSpPr>
        <p:spPr>
          <a:xfrm>
            <a:off x="250271" y="5664199"/>
            <a:ext cx="3231053" cy="336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Connector 23"/>
          <p:cNvCxnSpPr/>
          <p:nvPr/>
        </p:nvCxnSpPr>
        <p:spPr>
          <a:xfrm rot="5389519">
            <a:off x="5707778" y="3879860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0270" y="1803400"/>
            <a:ext cx="508000" cy="508000"/>
          </a:xfrm>
          <a:prstGeom prst="rect">
            <a:avLst/>
          </a:prstGeom>
        </p:spPr>
      </p:pic>
      <p:sp>
        <p:nvSpPr>
          <p:cNvPr id="24" name="AutoShape 25"/>
          <p:cNvSpPr/>
          <p:nvPr/>
        </p:nvSpPr>
        <p:spPr>
          <a:xfrm>
            <a:off x="859870" y="18288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異常發生後</a:t>
            </a:r>
            <a:endParaRPr lang="en-US" sz="1100" dirty="0"/>
          </a:p>
        </p:txBody>
      </p:sp>
      <p:sp>
        <p:nvSpPr>
          <p:cNvPr id="25" name="AutoShape 26"/>
          <p:cNvSpPr/>
          <p:nvPr/>
        </p:nvSpPr>
        <p:spPr>
          <a:xfrm>
            <a:off x="859870" y="2108200"/>
            <a:ext cx="275861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快速處理</a:t>
            </a:r>
            <a:r>
              <a:rPr lang="en-US" sz="20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· AI </a:t>
            </a:r>
            <a:r>
              <a:rPr lang="en-US" sz="2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診斷助手</a:t>
            </a:r>
            <a:endParaRPr lang="en-US" sz="1100" dirty="0"/>
          </a:p>
        </p:txBody>
      </p:sp>
      <p:sp>
        <p:nvSpPr>
          <p:cNvPr id="26" name="AutoShape 27"/>
          <p:cNvSpPr/>
          <p:nvPr/>
        </p:nvSpPr>
        <p:spPr>
          <a:xfrm>
            <a:off x="250270" y="2616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7" name="AutoShape 28"/>
          <p:cNvSpPr/>
          <p:nvPr/>
        </p:nvSpPr>
        <p:spPr>
          <a:xfrm>
            <a:off x="732870" y="2616200"/>
            <a:ext cx="285417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輸入異常現象</a:t>
            </a:r>
            <a:endParaRPr lang="en-US" sz="1100" dirty="0"/>
          </a:p>
        </p:txBody>
      </p:sp>
      <p:sp>
        <p:nvSpPr>
          <p:cNvPr id="28" name="AutoShape 29"/>
          <p:cNvSpPr/>
          <p:nvPr/>
        </p:nvSpPr>
        <p:spPr>
          <a:xfrm>
            <a:off x="732870" y="2921000"/>
            <a:ext cx="285417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現場以文字或語音描述故障情形</a:t>
            </a:r>
            <a:endParaRPr lang="en-US" sz="1100" dirty="0"/>
          </a:p>
        </p:txBody>
      </p:sp>
      <p:sp>
        <p:nvSpPr>
          <p:cNvPr id="29" name="AutoShape 30"/>
          <p:cNvSpPr/>
          <p:nvPr/>
        </p:nvSpPr>
        <p:spPr>
          <a:xfrm>
            <a:off x="250270" y="3196336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0" name="AutoShape 31"/>
          <p:cNvSpPr/>
          <p:nvPr/>
        </p:nvSpPr>
        <p:spPr>
          <a:xfrm>
            <a:off x="732870" y="3196336"/>
            <a:ext cx="2885611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檢索知識庫</a:t>
            </a:r>
            <a:endParaRPr lang="en-US" sz="1100" dirty="0"/>
          </a:p>
        </p:txBody>
      </p:sp>
      <p:sp>
        <p:nvSpPr>
          <p:cNvPr id="31" name="AutoShape 32"/>
          <p:cNvSpPr/>
          <p:nvPr/>
        </p:nvSpPr>
        <p:spPr>
          <a:xfrm>
            <a:off x="732870" y="3501136"/>
            <a:ext cx="2885611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比對維修手冊、歷史工單、專家經驗</a:t>
            </a:r>
            <a:endParaRPr lang="en-US" sz="1100" dirty="0"/>
          </a:p>
        </p:txBody>
      </p:sp>
      <p:sp>
        <p:nvSpPr>
          <p:cNvPr id="32" name="AutoShape 33"/>
          <p:cNvSpPr/>
          <p:nvPr/>
        </p:nvSpPr>
        <p:spPr>
          <a:xfrm>
            <a:off x="223676" y="3773424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3" name="AutoShape 34"/>
          <p:cNvSpPr/>
          <p:nvPr/>
        </p:nvSpPr>
        <p:spPr>
          <a:xfrm>
            <a:off x="706276" y="3773424"/>
            <a:ext cx="2885611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定位原因與指引</a:t>
            </a:r>
            <a:endParaRPr lang="en-US" sz="1100" dirty="0"/>
          </a:p>
        </p:txBody>
      </p:sp>
      <p:sp>
        <p:nvSpPr>
          <p:cNvPr id="34" name="AutoShape 35"/>
          <p:cNvSpPr/>
          <p:nvPr/>
        </p:nvSpPr>
        <p:spPr>
          <a:xfrm>
            <a:off x="706276" y="4078224"/>
            <a:ext cx="2860211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生成診斷結論與修復步驟</a:t>
            </a:r>
            <a:endParaRPr lang="en-US" sz="1100" dirty="0"/>
          </a:p>
        </p:txBody>
      </p:sp>
      <p:sp>
        <p:nvSpPr>
          <p:cNvPr id="35" name="AutoShape 36"/>
          <p:cNvSpPr/>
          <p:nvPr/>
        </p:nvSpPr>
        <p:spPr>
          <a:xfrm>
            <a:off x="222983" y="4399848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36" name="AutoShape 37"/>
          <p:cNvSpPr/>
          <p:nvPr/>
        </p:nvSpPr>
        <p:spPr>
          <a:xfrm>
            <a:off x="705583" y="4399848"/>
            <a:ext cx="284552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快速執行修復</a:t>
            </a:r>
            <a:endParaRPr lang="en-US" sz="1100" dirty="0"/>
          </a:p>
        </p:txBody>
      </p:sp>
      <p:sp>
        <p:nvSpPr>
          <p:cNvPr id="37" name="AutoShape 38"/>
          <p:cNvSpPr/>
          <p:nvPr/>
        </p:nvSpPr>
        <p:spPr>
          <a:xfrm>
            <a:off x="705583" y="4704648"/>
            <a:ext cx="2831762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縮短「現象→原因→指引」處理鏈路</a:t>
            </a:r>
            <a:endParaRPr lang="en-US" sz="1100" dirty="0"/>
          </a:p>
        </p:txBody>
      </p:sp>
      <p:cxnSp>
        <p:nvCxnSpPr>
          <p:cNvPr id="38" name="Connector 39"/>
          <p:cNvCxnSpPr/>
          <p:nvPr/>
        </p:nvCxnSpPr>
        <p:spPr>
          <a:xfrm rot="-8551">
            <a:off x="8044588" y="5659722"/>
            <a:ext cx="360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Connector 42"/>
          <p:cNvCxnSpPr/>
          <p:nvPr/>
        </p:nvCxnSpPr>
        <p:spPr>
          <a:xfrm rot="-4092">
            <a:off x="476929" y="6503775"/>
            <a:ext cx="108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文字方塊 45"/>
          <p:cNvSpPr txBox="1"/>
          <p:nvPr/>
        </p:nvSpPr>
        <p:spPr>
          <a:xfrm>
            <a:off x="3867178" y="3225994"/>
            <a:ext cx="3834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以公司</a:t>
            </a:r>
            <a:r>
              <a:rPr lang="en-US" altLang="zh-CN" sz="1200" dirty="0" smtClean="0"/>
              <a:t>CTD</a:t>
            </a:r>
            <a:r>
              <a:rPr lang="zh-CN" altLang="en-US" sz="1200" dirty="0" smtClean="0"/>
              <a:t>人才發展平臺</a:t>
            </a:r>
            <a:r>
              <a:rPr lang="en-US" altLang="zh-CN" sz="1200" dirty="0" smtClean="0"/>
              <a:t>SOP</a:t>
            </a:r>
            <a:r>
              <a:rPr lang="zh-CN" altLang="en-US" sz="1200" dirty="0" smtClean="0"/>
              <a:t>為基礎文檔庫</a:t>
            </a:r>
            <a:r>
              <a:rPr lang="en-US" altLang="zh-CN" sz="1200" dirty="0" smtClean="0"/>
              <a:t>.</a:t>
            </a:r>
          </a:p>
          <a:p>
            <a:r>
              <a:rPr lang="zh-CN" altLang="en-US" sz="1200" u="sng" dirty="0" smtClean="0"/>
              <a:t>加入</a:t>
            </a:r>
            <a:r>
              <a:rPr lang="en-US" altLang="zh-CN" sz="1200" u="sng" dirty="0" smtClean="0"/>
              <a:t>RAG</a:t>
            </a:r>
            <a:r>
              <a:rPr lang="zh-CN" altLang="en-US" sz="1200" u="sng" dirty="0" smtClean="0"/>
              <a:t>知識庫構建與使用功能，讓歷史資料</a:t>
            </a:r>
            <a:r>
              <a:rPr lang="zh-CN" altLang="en-US" sz="1200" b="1" u="sng" dirty="0" smtClean="0">
                <a:solidFill>
                  <a:srgbClr val="FF0000"/>
                </a:solidFill>
              </a:rPr>
              <a:t>活過來</a:t>
            </a:r>
            <a:endParaRPr lang="zh-TW" altLang="en-US" sz="1200" b="1" u="sng" dirty="0">
              <a:solidFill>
                <a:srgbClr val="FF0000"/>
              </a:solidFill>
            </a:endParaRPr>
          </a:p>
        </p:txBody>
      </p:sp>
      <p:cxnSp>
        <p:nvCxnSpPr>
          <p:cNvPr id="47" name="Connector 23"/>
          <p:cNvCxnSpPr/>
          <p:nvPr/>
        </p:nvCxnSpPr>
        <p:spPr>
          <a:xfrm rot="5389519">
            <a:off x="1522981" y="3879860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矩形 48"/>
          <p:cNvSpPr/>
          <p:nvPr/>
        </p:nvSpPr>
        <p:spPr>
          <a:xfrm>
            <a:off x="3587040" y="1817185"/>
            <a:ext cx="4190838" cy="36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altLang="zh-TW" sz="1400" b="1" u="sng" dirty="0" err="1" smtClean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知識庫</a:t>
            </a:r>
            <a:r>
              <a:rPr lang="zh-CN" altLang="en-US" sz="1400" b="1" u="sng" dirty="0" smtClean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使用與更新閉環機制</a:t>
            </a:r>
            <a:endParaRPr lang="en-US" altLang="zh-TW" sz="1200" u="sng" dirty="0"/>
          </a:p>
        </p:txBody>
      </p:sp>
      <p:sp>
        <p:nvSpPr>
          <p:cNvPr id="51" name="AutoShape 28"/>
          <p:cNvSpPr/>
          <p:nvPr/>
        </p:nvSpPr>
        <p:spPr>
          <a:xfrm>
            <a:off x="4221493" y="3866025"/>
            <a:ext cx="86308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即時同步</a:t>
            </a:r>
            <a:endParaRPr lang="en-US" sz="1000" dirty="0"/>
          </a:p>
        </p:txBody>
      </p:sp>
      <p:sp>
        <p:nvSpPr>
          <p:cNvPr id="52" name="AutoShape 29"/>
          <p:cNvSpPr/>
          <p:nvPr/>
        </p:nvSpPr>
        <p:spPr>
          <a:xfrm>
            <a:off x="3694681" y="4170824"/>
            <a:ext cx="2200249" cy="4331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新文檔上傳即觸發自動入</a:t>
            </a:r>
            <a:r>
              <a:rPr lang="zh-CN" altLang="en-US" sz="10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測試庫</a:t>
            </a:r>
            <a:endParaRPr lang="en-US" altLang="zh-CN" sz="1000" b="0" i="0" u="none" strike="noStrike" dirty="0" smtClean="0">
              <a:solidFill>
                <a:srgbClr val="53617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0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測試</a:t>
            </a:r>
            <a:r>
              <a:rPr lang="en-US" altLang="zh-CN" sz="10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OK</a:t>
            </a:r>
            <a:r>
              <a:rPr lang="zh-CN" altLang="en-US" sz="10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后入正式庫</a:t>
            </a:r>
            <a:endParaRPr lang="en-US" sz="1000" dirty="0"/>
          </a:p>
        </p:txBody>
      </p:sp>
      <p:sp>
        <p:nvSpPr>
          <p:cNvPr id="54" name="AutoShape 31"/>
          <p:cNvSpPr/>
          <p:nvPr/>
        </p:nvSpPr>
        <p:spPr>
          <a:xfrm>
            <a:off x="4346510" y="4988246"/>
            <a:ext cx="105907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案例回寫</a:t>
            </a:r>
            <a:endParaRPr lang="en-US" sz="1000" dirty="0"/>
          </a:p>
        </p:txBody>
      </p:sp>
      <p:sp>
        <p:nvSpPr>
          <p:cNvPr id="55" name="AutoShape 32"/>
          <p:cNvSpPr/>
          <p:nvPr/>
        </p:nvSpPr>
        <p:spPr>
          <a:xfrm>
            <a:off x="3694681" y="5293046"/>
            <a:ext cx="2200249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每次維修後沉澱新經驗與案例</a:t>
            </a:r>
            <a:endParaRPr lang="en-US" sz="1000" dirty="0"/>
          </a:p>
        </p:txBody>
      </p:sp>
      <p:sp>
        <p:nvSpPr>
          <p:cNvPr id="57" name="AutoShape 34"/>
          <p:cNvSpPr/>
          <p:nvPr/>
        </p:nvSpPr>
        <p:spPr>
          <a:xfrm>
            <a:off x="6580596" y="4975546"/>
            <a:ext cx="810379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定期校驗</a:t>
            </a:r>
            <a:endParaRPr lang="en-US" sz="1000" dirty="0"/>
          </a:p>
        </p:txBody>
      </p:sp>
      <p:sp>
        <p:nvSpPr>
          <p:cNvPr id="58" name="AutoShape 35"/>
          <p:cNvSpPr/>
          <p:nvPr/>
        </p:nvSpPr>
        <p:spPr>
          <a:xfrm>
            <a:off x="5944817" y="5280346"/>
            <a:ext cx="1858461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標記過期內容</a:t>
            </a:r>
            <a:r>
              <a:rPr lang="en-US" sz="10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、汰除失效知識</a:t>
            </a:r>
            <a:endParaRPr lang="en-US" sz="1000" dirty="0"/>
          </a:p>
        </p:txBody>
      </p:sp>
      <p:sp>
        <p:nvSpPr>
          <p:cNvPr id="60" name="AutoShape 37"/>
          <p:cNvSpPr/>
          <p:nvPr/>
        </p:nvSpPr>
        <p:spPr>
          <a:xfrm>
            <a:off x="6550675" y="3864074"/>
            <a:ext cx="89939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品質閉環</a:t>
            </a:r>
            <a:endParaRPr lang="en-US" sz="1000" dirty="0"/>
          </a:p>
        </p:txBody>
      </p:sp>
      <p:sp>
        <p:nvSpPr>
          <p:cNvPr id="61" name="AutoShape 38"/>
          <p:cNvSpPr/>
          <p:nvPr/>
        </p:nvSpPr>
        <p:spPr>
          <a:xfrm>
            <a:off x="5944817" y="4168874"/>
            <a:ext cx="1858461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以檢索命中率與準確度反饋優化</a:t>
            </a:r>
            <a:endParaRPr lang="en-US" sz="1000" dirty="0"/>
          </a:p>
        </p:txBody>
      </p:sp>
      <p:grpSp>
        <p:nvGrpSpPr>
          <p:cNvPr id="65" name="群組 64"/>
          <p:cNvGrpSpPr/>
          <p:nvPr/>
        </p:nvGrpSpPr>
        <p:grpSpPr>
          <a:xfrm>
            <a:off x="3920957" y="2208699"/>
            <a:ext cx="1688213" cy="954665"/>
            <a:chOff x="4854073" y="2221509"/>
            <a:chExt cx="1688213" cy="954665"/>
          </a:xfrm>
        </p:grpSpPr>
        <p:pic>
          <p:nvPicPr>
            <p:cNvPr id="44" name="圖片 4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54073" y="2221509"/>
              <a:ext cx="1688213" cy="954665"/>
            </a:xfrm>
            <a:prstGeom prst="rect">
              <a:avLst/>
            </a:prstGeom>
          </p:spPr>
        </p:pic>
        <p:pic>
          <p:nvPicPr>
            <p:cNvPr id="64" name="圖片 6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41562" y="2970050"/>
              <a:ext cx="881889" cy="196258"/>
            </a:xfrm>
            <a:prstGeom prst="rect">
              <a:avLst/>
            </a:prstGeom>
          </p:spPr>
        </p:pic>
      </p:grpSp>
      <p:sp>
        <p:nvSpPr>
          <p:cNvPr id="68" name="Shape 2429"/>
          <p:cNvSpPr/>
          <p:nvPr/>
        </p:nvSpPr>
        <p:spPr>
          <a:xfrm>
            <a:off x="6263140" y="4954642"/>
            <a:ext cx="258582" cy="311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2"/>
          </a:solidFill>
          <a:ln w="3175">
            <a:solidFill>
              <a:srgbClr val="0000FF"/>
            </a:solidFill>
            <a:miter lim="400000"/>
          </a:ln>
        </p:spPr>
        <p:txBody>
          <a:bodyPr lIns="36576" tIns="36576" rIns="36576" bIns="36576" anchor="ctr"/>
          <a:lstStyle/>
          <a:p>
            <a:pPr algn="ctr" defTabSz="438901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  <a:cs typeface="Arial"/>
              <a:sym typeface="微软雅黑 Light" panose="020B0502040204020203" pitchFamily="34" charset="-122"/>
            </a:endParaRPr>
          </a:p>
        </p:txBody>
      </p:sp>
      <p:sp>
        <p:nvSpPr>
          <p:cNvPr id="69" name="Shape 2454"/>
          <p:cNvSpPr/>
          <p:nvPr/>
        </p:nvSpPr>
        <p:spPr>
          <a:xfrm>
            <a:off x="3955538" y="3875432"/>
            <a:ext cx="358323" cy="2945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chemeClr val="bg2"/>
          </a:solidFill>
          <a:ln w="3175">
            <a:solidFill>
              <a:srgbClr val="0000FF"/>
            </a:solidFill>
            <a:miter lim="400000"/>
          </a:ln>
        </p:spPr>
        <p:txBody>
          <a:bodyPr lIns="36576" tIns="36576" rIns="36576" bIns="36576" anchor="ctr"/>
          <a:lstStyle/>
          <a:p>
            <a:pPr algn="ctr" defTabSz="438901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latin typeface="微软雅黑 Light" panose="020B0502040204020203" pitchFamily="34" charset="-122"/>
              <a:ea typeface="微软雅黑 Light" panose="020B0502040204020203" pitchFamily="34" charset="-122"/>
              <a:cs typeface="Arial"/>
              <a:sym typeface="微软雅黑 Light" panose="020B0502040204020203" pitchFamily="34" charset="-122"/>
            </a:endParaRPr>
          </a:p>
        </p:txBody>
      </p:sp>
      <p:sp>
        <p:nvSpPr>
          <p:cNvPr id="71" name="Shape 2413"/>
          <p:cNvSpPr/>
          <p:nvPr/>
        </p:nvSpPr>
        <p:spPr>
          <a:xfrm>
            <a:off x="3927788" y="4908551"/>
            <a:ext cx="386717" cy="3706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chemeClr val="bg2"/>
          </a:solidFill>
          <a:ln w="3175">
            <a:solidFill>
              <a:srgbClr val="0000FF"/>
            </a:solidFill>
            <a:miter lim="400000"/>
          </a:ln>
        </p:spPr>
        <p:txBody>
          <a:bodyPr lIns="36576" tIns="36576" rIns="36576" bIns="36576" anchor="ctr"/>
          <a:lstStyle/>
          <a:p>
            <a:pPr algn="ctr" defTabSz="438901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latin typeface="微软雅黑 Light" panose="020B0502040204020203" pitchFamily="34" charset="-122"/>
              <a:ea typeface="微软雅黑 Light" panose="020B0502040204020203" pitchFamily="34" charset="-122"/>
              <a:cs typeface="Arial"/>
              <a:sym typeface="微软雅黑 Light" panose="020B0502040204020203" pitchFamily="34" charset="-122"/>
            </a:endParaRPr>
          </a:p>
        </p:txBody>
      </p:sp>
      <p:sp>
        <p:nvSpPr>
          <p:cNvPr id="72" name="Shape 2430"/>
          <p:cNvSpPr/>
          <p:nvPr/>
        </p:nvSpPr>
        <p:spPr>
          <a:xfrm>
            <a:off x="6197433" y="3830066"/>
            <a:ext cx="327506" cy="3071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bg2"/>
          </a:solidFill>
          <a:ln w="3175">
            <a:solidFill>
              <a:srgbClr val="0000FF"/>
            </a:solidFill>
            <a:miter lim="400000"/>
          </a:ln>
        </p:spPr>
        <p:txBody>
          <a:bodyPr lIns="36576" tIns="36576" rIns="36576" bIns="36576" anchor="ctr"/>
          <a:lstStyle/>
          <a:p>
            <a:pPr algn="ctr" defTabSz="438901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latin typeface="微软雅黑 Light" panose="020B0502040204020203" pitchFamily="34" charset="-122"/>
              <a:ea typeface="微软雅黑 Light" panose="020B0502040204020203" pitchFamily="34" charset="-122"/>
              <a:cs typeface="Arial"/>
              <a:sym typeface="微软雅黑 Light" panose="020B0502040204020203" pitchFamily="34" charset="-122"/>
            </a:endParaRPr>
          </a:p>
        </p:txBody>
      </p:sp>
      <p:grpSp>
        <p:nvGrpSpPr>
          <p:cNvPr id="204" name="群組 203"/>
          <p:cNvGrpSpPr/>
          <p:nvPr/>
        </p:nvGrpSpPr>
        <p:grpSpPr>
          <a:xfrm>
            <a:off x="5128692" y="4295954"/>
            <a:ext cx="1029709" cy="1162749"/>
            <a:chOff x="5154819" y="4287245"/>
            <a:chExt cx="1029709" cy="1162749"/>
          </a:xfrm>
        </p:grpSpPr>
        <p:grpSp>
          <p:nvGrpSpPr>
            <p:cNvPr id="155" name="群組 154"/>
            <p:cNvGrpSpPr/>
            <p:nvPr/>
          </p:nvGrpSpPr>
          <p:grpSpPr>
            <a:xfrm>
              <a:off x="5156484" y="4489983"/>
              <a:ext cx="1028044" cy="810970"/>
              <a:chOff x="2775252" y="1044780"/>
              <a:chExt cx="7015106" cy="5710498"/>
            </a:xfrm>
          </p:grpSpPr>
          <p:sp>
            <p:nvSpPr>
              <p:cNvPr id="156" name="椭圆 1069"/>
              <p:cNvSpPr/>
              <p:nvPr/>
            </p:nvSpPr>
            <p:spPr>
              <a:xfrm>
                <a:off x="2775252" y="4182180"/>
                <a:ext cx="7015106" cy="2573098"/>
              </a:xfrm>
              <a:prstGeom prst="ellipse">
                <a:avLst/>
              </a:prstGeom>
              <a:gradFill flip="none" rotWithShape="1">
                <a:gsLst>
                  <a:gs pos="45000">
                    <a:schemeClr val="tx1">
                      <a:alpha val="50000"/>
                    </a:schemeClr>
                  </a:gs>
                  <a:gs pos="18000">
                    <a:schemeClr val="tx1">
                      <a:alpha val="89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7" name="群組 156"/>
              <p:cNvGrpSpPr/>
              <p:nvPr/>
            </p:nvGrpSpPr>
            <p:grpSpPr>
              <a:xfrm>
                <a:off x="3713220" y="1044780"/>
                <a:ext cx="4768013" cy="4757650"/>
                <a:chOff x="3713220" y="1044780"/>
                <a:chExt cx="4768013" cy="4757650"/>
              </a:xfrm>
            </p:grpSpPr>
            <p:sp>
              <p:nvSpPr>
                <p:cNvPr id="158" name="任意多边形 36"/>
                <p:cNvSpPr/>
                <p:nvPr/>
              </p:nvSpPr>
              <p:spPr>
                <a:xfrm>
                  <a:off x="3875870" y="4257646"/>
                  <a:ext cx="4451044" cy="1544784"/>
                </a:xfrm>
                <a:custGeom>
                  <a:avLst/>
                  <a:gdLst>
                    <a:gd name="connsiteX0" fmla="*/ 0 w 5388800"/>
                    <a:gd name="connsiteY0" fmla="*/ 0 h 1870242"/>
                    <a:gd name="connsiteX1" fmla="*/ 48476 w 5388800"/>
                    <a:gd name="connsiteY1" fmla="*/ 22961 h 1870242"/>
                    <a:gd name="connsiteX2" fmla="*/ 2694400 w 5388800"/>
                    <a:gd name="connsiteY2" fmla="*/ 427778 h 1870242"/>
                    <a:gd name="connsiteX3" fmla="*/ 5340324 w 5388800"/>
                    <a:gd name="connsiteY3" fmla="*/ 22961 h 1870242"/>
                    <a:gd name="connsiteX4" fmla="*/ 5388800 w 5388800"/>
                    <a:gd name="connsiteY4" fmla="*/ 0 h 1870242"/>
                    <a:gd name="connsiteX5" fmla="*/ 5348075 w 5388800"/>
                    <a:gd name="connsiteY5" fmla="*/ 111268 h 1870242"/>
                    <a:gd name="connsiteX6" fmla="*/ 2694400 w 5388800"/>
                    <a:gd name="connsiteY6" fmla="*/ 1870242 h 1870242"/>
                    <a:gd name="connsiteX7" fmla="*/ 40725 w 5388800"/>
                    <a:gd name="connsiteY7" fmla="*/ 111268 h 1870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388800" h="1870242">
                      <a:moveTo>
                        <a:pt x="0" y="0"/>
                      </a:moveTo>
                      <a:lnTo>
                        <a:pt x="48476" y="22961"/>
                      </a:lnTo>
                      <a:cubicBezTo>
                        <a:pt x="621900" y="267199"/>
                        <a:pt x="1592980" y="427778"/>
                        <a:pt x="2694400" y="427778"/>
                      </a:cubicBezTo>
                      <a:cubicBezTo>
                        <a:pt x="3795820" y="427778"/>
                        <a:pt x="4766901" y="267199"/>
                        <a:pt x="5340324" y="22961"/>
                      </a:cubicBezTo>
                      <a:lnTo>
                        <a:pt x="5388800" y="0"/>
                      </a:lnTo>
                      <a:lnTo>
                        <a:pt x="5348075" y="111268"/>
                      </a:lnTo>
                      <a:cubicBezTo>
                        <a:pt x="4910867" y="1144943"/>
                        <a:pt x="3887335" y="1870242"/>
                        <a:pt x="2694400" y="1870242"/>
                      </a:cubicBezTo>
                      <a:cubicBezTo>
                        <a:pt x="1501465" y="1870242"/>
                        <a:pt x="477933" y="1144943"/>
                        <a:pt x="40725" y="111268"/>
                      </a:cubicBezTo>
                      <a:close/>
                    </a:path>
                  </a:pathLst>
                </a:custGeom>
                <a:solidFill>
                  <a:srgbClr val="663A7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9" name="任意多边形 46"/>
                <p:cNvSpPr/>
                <p:nvPr/>
              </p:nvSpPr>
              <p:spPr>
                <a:xfrm>
                  <a:off x="3717116" y="3012139"/>
                  <a:ext cx="4757647" cy="1602019"/>
                </a:xfrm>
                <a:custGeom>
                  <a:avLst/>
                  <a:gdLst>
                    <a:gd name="connsiteX0" fmla="*/ 46543 w 5760000"/>
                    <a:gd name="connsiteY0" fmla="*/ 0 h 1939535"/>
                    <a:gd name="connsiteX1" fmla="*/ 74247 w 5760000"/>
                    <a:gd name="connsiteY1" fmla="*/ 16549 h 1939535"/>
                    <a:gd name="connsiteX2" fmla="*/ 2880000 w 5760000"/>
                    <a:gd name="connsiteY2" fmla="*/ 497070 h 1939535"/>
                    <a:gd name="connsiteX3" fmla="*/ 5685754 w 5760000"/>
                    <a:gd name="connsiteY3" fmla="*/ 16549 h 1939535"/>
                    <a:gd name="connsiteX4" fmla="*/ 5713457 w 5760000"/>
                    <a:gd name="connsiteY4" fmla="*/ 0 h 1939535"/>
                    <a:gd name="connsiteX5" fmla="*/ 5745131 w 5760000"/>
                    <a:gd name="connsiteY5" fmla="*/ 207536 h 1939535"/>
                    <a:gd name="connsiteX6" fmla="*/ 5760000 w 5760000"/>
                    <a:gd name="connsiteY6" fmla="*/ 501999 h 1939535"/>
                    <a:gd name="connsiteX7" fmla="*/ 5630521 w 5760000"/>
                    <a:gd name="connsiteY7" fmla="*/ 1358423 h 1939535"/>
                    <a:gd name="connsiteX8" fmla="*/ 5574400 w 5760000"/>
                    <a:gd name="connsiteY8" fmla="*/ 1511757 h 1939535"/>
                    <a:gd name="connsiteX9" fmla="*/ 5525924 w 5760000"/>
                    <a:gd name="connsiteY9" fmla="*/ 1534718 h 1939535"/>
                    <a:gd name="connsiteX10" fmla="*/ 2880000 w 5760000"/>
                    <a:gd name="connsiteY10" fmla="*/ 1939535 h 1939535"/>
                    <a:gd name="connsiteX11" fmla="*/ 234077 w 5760000"/>
                    <a:gd name="connsiteY11" fmla="*/ 1534718 h 1939535"/>
                    <a:gd name="connsiteX12" fmla="*/ 185600 w 5760000"/>
                    <a:gd name="connsiteY12" fmla="*/ 1511757 h 1939535"/>
                    <a:gd name="connsiteX13" fmla="*/ 129479 w 5760000"/>
                    <a:gd name="connsiteY13" fmla="*/ 1358423 h 1939535"/>
                    <a:gd name="connsiteX14" fmla="*/ 0 w 5760000"/>
                    <a:gd name="connsiteY14" fmla="*/ 501999 h 1939535"/>
                    <a:gd name="connsiteX15" fmla="*/ 14869 w 5760000"/>
                    <a:gd name="connsiteY15" fmla="*/ 207536 h 1939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760000" h="1939535">
                      <a:moveTo>
                        <a:pt x="46543" y="0"/>
                      </a:moveTo>
                      <a:lnTo>
                        <a:pt x="74247" y="16549"/>
                      </a:lnTo>
                      <a:cubicBezTo>
                        <a:pt x="614587" y="302769"/>
                        <a:pt x="1668438" y="497070"/>
                        <a:pt x="2880000" y="497070"/>
                      </a:cubicBezTo>
                      <a:cubicBezTo>
                        <a:pt x="4091562" y="497070"/>
                        <a:pt x="5145413" y="302769"/>
                        <a:pt x="5685754" y="16549"/>
                      </a:cubicBezTo>
                      <a:lnTo>
                        <a:pt x="5713457" y="0"/>
                      </a:lnTo>
                      <a:lnTo>
                        <a:pt x="5745131" y="207536"/>
                      </a:lnTo>
                      <a:cubicBezTo>
                        <a:pt x="5754963" y="304353"/>
                        <a:pt x="5760000" y="402588"/>
                        <a:pt x="5760000" y="501999"/>
                      </a:cubicBezTo>
                      <a:cubicBezTo>
                        <a:pt x="5760000" y="800233"/>
                        <a:pt x="5714669" y="1087879"/>
                        <a:pt x="5630521" y="1358423"/>
                      </a:cubicBezTo>
                      <a:lnTo>
                        <a:pt x="5574400" y="1511757"/>
                      </a:lnTo>
                      <a:lnTo>
                        <a:pt x="5525924" y="1534718"/>
                      </a:lnTo>
                      <a:cubicBezTo>
                        <a:pt x="4952501" y="1778956"/>
                        <a:pt x="3981420" y="1939535"/>
                        <a:pt x="2880000" y="1939535"/>
                      </a:cubicBezTo>
                      <a:cubicBezTo>
                        <a:pt x="1778580" y="1939535"/>
                        <a:pt x="807500" y="1778956"/>
                        <a:pt x="234077" y="1534718"/>
                      </a:cubicBezTo>
                      <a:lnTo>
                        <a:pt x="185600" y="1511757"/>
                      </a:lnTo>
                      <a:lnTo>
                        <a:pt x="129479" y="1358423"/>
                      </a:lnTo>
                      <a:cubicBezTo>
                        <a:pt x="45332" y="1087879"/>
                        <a:pt x="0" y="800233"/>
                        <a:pt x="0" y="501999"/>
                      </a:cubicBezTo>
                      <a:cubicBezTo>
                        <a:pt x="0" y="402588"/>
                        <a:pt x="5037" y="304353"/>
                        <a:pt x="14869" y="207536"/>
                      </a:cubicBezTo>
                      <a:close/>
                    </a:path>
                  </a:pathLst>
                </a:custGeom>
                <a:solidFill>
                  <a:srgbClr val="E76F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0" name="任意多边形 52"/>
                <p:cNvSpPr/>
                <p:nvPr/>
              </p:nvSpPr>
              <p:spPr>
                <a:xfrm>
                  <a:off x="3754232" y="2010564"/>
                  <a:ext cx="4681017" cy="1419460"/>
                </a:xfrm>
                <a:custGeom>
                  <a:avLst/>
                  <a:gdLst>
                    <a:gd name="connsiteX0" fmla="*/ 5139639 w 5667225"/>
                    <a:gd name="connsiteY0" fmla="*/ 0 h 1718514"/>
                    <a:gd name="connsiteX1" fmla="*/ 5162027 w 5667225"/>
                    <a:gd name="connsiteY1" fmla="*/ 28143 h 1718514"/>
                    <a:gd name="connsiteX2" fmla="*/ 5655101 w 5667225"/>
                    <a:gd name="connsiteY2" fmla="*/ 1143023 h 1718514"/>
                    <a:gd name="connsiteX3" fmla="*/ 5667225 w 5667225"/>
                    <a:gd name="connsiteY3" fmla="*/ 1222461 h 1718514"/>
                    <a:gd name="connsiteX4" fmla="*/ 5532121 w 5667225"/>
                    <a:gd name="connsiteY4" fmla="*/ 1290557 h 1718514"/>
                    <a:gd name="connsiteX5" fmla="*/ 2833612 w 5667225"/>
                    <a:gd name="connsiteY5" fmla="*/ 1718514 h 1718514"/>
                    <a:gd name="connsiteX6" fmla="*/ 135103 w 5667225"/>
                    <a:gd name="connsiteY6" fmla="*/ 1290557 h 1718514"/>
                    <a:gd name="connsiteX7" fmla="*/ 0 w 5667225"/>
                    <a:gd name="connsiteY7" fmla="*/ 1222461 h 1718514"/>
                    <a:gd name="connsiteX8" fmla="*/ 12123 w 5667225"/>
                    <a:gd name="connsiteY8" fmla="*/ 1143023 h 1718514"/>
                    <a:gd name="connsiteX9" fmla="*/ 505198 w 5667225"/>
                    <a:gd name="connsiteY9" fmla="*/ 28143 h 1718514"/>
                    <a:gd name="connsiteX10" fmla="*/ 527586 w 5667225"/>
                    <a:gd name="connsiteY10" fmla="*/ 0 h 1718514"/>
                    <a:gd name="connsiteX11" fmla="*/ 577323 w 5667225"/>
                    <a:gd name="connsiteY11" fmla="*/ 15747 h 1718514"/>
                    <a:gd name="connsiteX12" fmla="*/ 2833612 w 5667225"/>
                    <a:gd name="connsiteY12" fmla="*/ 284676 h 1718514"/>
                    <a:gd name="connsiteX13" fmla="*/ 5089902 w 5667225"/>
                    <a:gd name="connsiteY13" fmla="*/ 15747 h 17185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667225" h="1718514">
                      <a:moveTo>
                        <a:pt x="5139639" y="0"/>
                      </a:moveTo>
                      <a:lnTo>
                        <a:pt x="5162027" y="28143"/>
                      </a:lnTo>
                      <a:cubicBezTo>
                        <a:pt x="5400087" y="354547"/>
                        <a:pt x="5571180" y="732908"/>
                        <a:pt x="5655101" y="1143023"/>
                      </a:cubicBezTo>
                      <a:lnTo>
                        <a:pt x="5667225" y="1222461"/>
                      </a:lnTo>
                      <a:lnTo>
                        <a:pt x="5532121" y="1290557"/>
                      </a:lnTo>
                      <a:cubicBezTo>
                        <a:pt x="4966678" y="1547742"/>
                        <a:pt x="3969452" y="1718514"/>
                        <a:pt x="2833612" y="1718514"/>
                      </a:cubicBezTo>
                      <a:cubicBezTo>
                        <a:pt x="1697773" y="1718514"/>
                        <a:pt x="700546" y="1547742"/>
                        <a:pt x="135103" y="1290557"/>
                      </a:cubicBezTo>
                      <a:lnTo>
                        <a:pt x="0" y="1222461"/>
                      </a:lnTo>
                      <a:lnTo>
                        <a:pt x="12123" y="1143023"/>
                      </a:lnTo>
                      <a:cubicBezTo>
                        <a:pt x="96045" y="732908"/>
                        <a:pt x="267138" y="354547"/>
                        <a:pt x="505198" y="28143"/>
                      </a:cubicBezTo>
                      <a:lnTo>
                        <a:pt x="527586" y="0"/>
                      </a:lnTo>
                      <a:lnTo>
                        <a:pt x="577323" y="15747"/>
                      </a:lnTo>
                      <a:cubicBezTo>
                        <a:pt x="1154757" y="181905"/>
                        <a:pt x="1952476" y="284676"/>
                        <a:pt x="2833612" y="284676"/>
                      </a:cubicBezTo>
                      <a:cubicBezTo>
                        <a:pt x="3714748" y="284676"/>
                        <a:pt x="4512467" y="181905"/>
                        <a:pt x="5089902" y="15747"/>
                      </a:cubicBezTo>
                      <a:close/>
                    </a:path>
                  </a:pathLst>
                </a:custGeom>
                <a:solidFill>
                  <a:srgbClr val="01ACB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1" name="任意多边形 53"/>
                <p:cNvSpPr/>
                <p:nvPr/>
              </p:nvSpPr>
              <p:spPr>
                <a:xfrm>
                  <a:off x="4187357" y="1059204"/>
                  <a:ext cx="3809464" cy="1190431"/>
                </a:xfrm>
                <a:custGeom>
                  <a:avLst/>
                  <a:gdLst>
                    <a:gd name="connsiteX0" fmla="*/ 2306025 w 4612051"/>
                    <a:gd name="connsiteY0" fmla="*/ 0 h 1441233"/>
                    <a:gd name="connsiteX1" fmla="*/ 4483730 w 4612051"/>
                    <a:gd name="connsiteY1" fmla="*/ 995254 h 1441233"/>
                    <a:gd name="connsiteX2" fmla="*/ 4612051 w 4612051"/>
                    <a:gd name="connsiteY2" fmla="*/ 1156557 h 1441233"/>
                    <a:gd name="connsiteX3" fmla="*/ 4562315 w 4612051"/>
                    <a:gd name="connsiteY3" fmla="*/ 1172304 h 1441233"/>
                    <a:gd name="connsiteX4" fmla="*/ 2306025 w 4612051"/>
                    <a:gd name="connsiteY4" fmla="*/ 1441233 h 1441233"/>
                    <a:gd name="connsiteX5" fmla="*/ 49736 w 4612051"/>
                    <a:gd name="connsiteY5" fmla="*/ 1172304 h 1441233"/>
                    <a:gd name="connsiteX6" fmla="*/ 0 w 4612051"/>
                    <a:gd name="connsiteY6" fmla="*/ 1156557 h 1441233"/>
                    <a:gd name="connsiteX7" fmla="*/ 128321 w 4612051"/>
                    <a:gd name="connsiteY7" fmla="*/ 995254 h 1441233"/>
                    <a:gd name="connsiteX8" fmla="*/ 2306025 w 4612051"/>
                    <a:gd name="connsiteY8" fmla="*/ 0 h 1441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12051" h="1441233">
                      <a:moveTo>
                        <a:pt x="2306025" y="0"/>
                      </a:moveTo>
                      <a:cubicBezTo>
                        <a:pt x="3175874" y="0"/>
                        <a:pt x="3955654" y="385630"/>
                        <a:pt x="4483730" y="995254"/>
                      </a:cubicBezTo>
                      <a:lnTo>
                        <a:pt x="4612051" y="1156557"/>
                      </a:lnTo>
                      <a:lnTo>
                        <a:pt x="4562315" y="1172304"/>
                      </a:lnTo>
                      <a:cubicBezTo>
                        <a:pt x="3984880" y="1338462"/>
                        <a:pt x="3187161" y="1441233"/>
                        <a:pt x="2306025" y="1441233"/>
                      </a:cubicBezTo>
                      <a:cubicBezTo>
                        <a:pt x="1424889" y="1441233"/>
                        <a:pt x="627171" y="1338462"/>
                        <a:pt x="49736" y="1172304"/>
                      </a:cubicBezTo>
                      <a:lnTo>
                        <a:pt x="0" y="1156557"/>
                      </a:lnTo>
                      <a:lnTo>
                        <a:pt x="128321" y="995254"/>
                      </a:lnTo>
                      <a:cubicBezTo>
                        <a:pt x="656397" y="385630"/>
                        <a:pt x="1436177" y="0"/>
                        <a:pt x="2306025" y="0"/>
                      </a:cubicBezTo>
                      <a:close/>
                    </a:path>
                  </a:pathLst>
                </a:custGeom>
                <a:solidFill>
                  <a:srgbClr val="FFB8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162" name="图片 92"/>
                <p:cNvPicPr>
                  <a:picLocks noChangeAspect="1"/>
                </p:cNvPicPr>
                <p:nvPr/>
              </p:nvPicPr>
              <p:blipFill>
                <a:blip r:embed="rId8"/>
                <a:srcRect r="1893"/>
                <a:stretch>
                  <a:fillRect/>
                </a:stretch>
              </p:blipFill>
              <p:spPr>
                <a:xfrm>
                  <a:off x="4084378" y="1294543"/>
                  <a:ext cx="4396855" cy="4345737"/>
                </a:xfrm>
                <a:custGeom>
                  <a:avLst/>
                  <a:gdLst>
                    <a:gd name="connsiteX0" fmla="*/ 1164281 w 5323194"/>
                    <a:gd name="connsiteY0" fmla="*/ 0 h 5261304"/>
                    <a:gd name="connsiteX1" fmla="*/ 3722108 w 5323194"/>
                    <a:gd name="connsiteY1" fmla="*/ 0 h 5261304"/>
                    <a:gd name="connsiteX2" fmla="*/ 3815973 w 5323194"/>
                    <a:gd name="connsiteY2" fmla="*/ 45218 h 5261304"/>
                    <a:gd name="connsiteX3" fmla="*/ 5323194 w 5323194"/>
                    <a:gd name="connsiteY3" fmla="*/ 2577617 h 5261304"/>
                    <a:gd name="connsiteX4" fmla="*/ 3564220 w 5323194"/>
                    <a:gd name="connsiteY4" fmla="*/ 5231292 h 5261304"/>
                    <a:gd name="connsiteX5" fmla="*/ 3482222 w 5323194"/>
                    <a:gd name="connsiteY5" fmla="*/ 5261304 h 5261304"/>
                    <a:gd name="connsiteX6" fmla="*/ 1404167 w 5323194"/>
                    <a:gd name="connsiteY6" fmla="*/ 5261304 h 5261304"/>
                    <a:gd name="connsiteX7" fmla="*/ 1322168 w 5323194"/>
                    <a:gd name="connsiteY7" fmla="*/ 5231292 h 5261304"/>
                    <a:gd name="connsiteX8" fmla="*/ 55053 w 5323194"/>
                    <a:gd name="connsiteY8" fmla="*/ 4187853 h 5261304"/>
                    <a:gd name="connsiteX9" fmla="*/ 0 w 5323194"/>
                    <a:gd name="connsiteY9" fmla="*/ 4097233 h 5261304"/>
                    <a:gd name="connsiteX10" fmla="*/ 0 w 5323194"/>
                    <a:gd name="connsiteY10" fmla="*/ 1058001 h 5261304"/>
                    <a:gd name="connsiteX11" fmla="*/ 55053 w 5323194"/>
                    <a:gd name="connsiteY11" fmla="*/ 967382 h 5261304"/>
                    <a:gd name="connsiteX12" fmla="*/ 1070415 w 5323194"/>
                    <a:gd name="connsiteY12" fmla="*/ 45218 h 5261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323194" h="5261304">
                      <a:moveTo>
                        <a:pt x="1164281" y="0"/>
                      </a:moveTo>
                      <a:lnTo>
                        <a:pt x="3722108" y="0"/>
                      </a:lnTo>
                      <a:lnTo>
                        <a:pt x="3815973" y="45218"/>
                      </a:lnTo>
                      <a:cubicBezTo>
                        <a:pt x="4713742" y="532915"/>
                        <a:pt x="5323194" y="1484093"/>
                        <a:pt x="5323194" y="2577617"/>
                      </a:cubicBezTo>
                      <a:cubicBezTo>
                        <a:pt x="5323194" y="3770552"/>
                        <a:pt x="4597895" y="4794085"/>
                        <a:pt x="3564220" y="5231292"/>
                      </a:cubicBezTo>
                      <a:lnTo>
                        <a:pt x="3482222" y="5261304"/>
                      </a:lnTo>
                      <a:lnTo>
                        <a:pt x="1404167" y="5261304"/>
                      </a:lnTo>
                      <a:lnTo>
                        <a:pt x="1322168" y="5231292"/>
                      </a:lnTo>
                      <a:cubicBezTo>
                        <a:pt x="805331" y="5012689"/>
                        <a:pt x="365587" y="4647504"/>
                        <a:pt x="55053" y="4187853"/>
                      </a:cubicBezTo>
                      <a:lnTo>
                        <a:pt x="0" y="4097233"/>
                      </a:lnTo>
                      <a:lnTo>
                        <a:pt x="0" y="1058001"/>
                      </a:lnTo>
                      <a:lnTo>
                        <a:pt x="55053" y="967382"/>
                      </a:lnTo>
                      <a:cubicBezTo>
                        <a:pt x="313831" y="584339"/>
                        <a:pt x="662339" y="266898"/>
                        <a:pt x="1070415" y="45218"/>
                      </a:cubicBezTo>
                      <a:close/>
                    </a:path>
                  </a:pathLst>
                </a:custGeom>
              </p:spPr>
            </p:pic>
            <p:grpSp>
              <p:nvGrpSpPr>
                <p:cNvPr id="163" name="Group 35"/>
                <p:cNvGrpSpPr>
                  <a:grpSpLocks noChangeAspect="1"/>
                </p:cNvGrpSpPr>
                <p:nvPr/>
              </p:nvGrpSpPr>
              <p:grpSpPr bwMode="auto">
                <a:xfrm>
                  <a:off x="3929494" y="1072328"/>
                  <a:ext cx="4481337" cy="4345538"/>
                  <a:chOff x="3477" y="1809"/>
                  <a:chExt cx="726" cy="704"/>
                </a:xfrm>
                <a:solidFill>
                  <a:schemeClr val="bg1">
                    <a:lumMod val="85000"/>
                    <a:alpha val="76000"/>
                  </a:schemeClr>
                </a:solidFill>
              </p:grpSpPr>
              <p:sp>
                <p:nvSpPr>
                  <p:cNvPr id="189" name="Freeform 36"/>
                  <p:cNvSpPr>
                    <a:spLocks/>
                  </p:cNvSpPr>
                  <p:nvPr/>
                </p:nvSpPr>
                <p:spPr bwMode="auto">
                  <a:xfrm>
                    <a:off x="3928" y="1833"/>
                    <a:ext cx="15" cy="12"/>
                  </a:xfrm>
                  <a:custGeom>
                    <a:avLst/>
                    <a:gdLst>
                      <a:gd name="T0" fmla="*/ 5 w 6"/>
                      <a:gd name="T1" fmla="*/ 0 h 5"/>
                      <a:gd name="T2" fmla="*/ 0 w 6"/>
                      <a:gd name="T3" fmla="*/ 0 h 5"/>
                      <a:gd name="T4" fmla="*/ 0 w 6"/>
                      <a:gd name="T5" fmla="*/ 3 h 5"/>
                      <a:gd name="T6" fmla="*/ 0 w 6"/>
                      <a:gd name="T7" fmla="*/ 4 h 5"/>
                      <a:gd name="T8" fmla="*/ 0 w 6"/>
                      <a:gd name="T9" fmla="*/ 5 h 5"/>
                      <a:gd name="T10" fmla="*/ 1 w 6"/>
                      <a:gd name="T11" fmla="*/ 5 h 5"/>
                      <a:gd name="T12" fmla="*/ 5 w 6"/>
                      <a:gd name="T13" fmla="*/ 5 h 5"/>
                      <a:gd name="T14" fmla="*/ 6 w 6"/>
                      <a:gd name="T15" fmla="*/ 5 h 5"/>
                      <a:gd name="T16" fmla="*/ 6 w 6"/>
                      <a:gd name="T17" fmla="*/ 5 h 5"/>
                      <a:gd name="T18" fmla="*/ 6 w 6"/>
                      <a:gd name="T19" fmla="*/ 5 h 5"/>
                      <a:gd name="T20" fmla="*/ 6 w 6"/>
                      <a:gd name="T21" fmla="*/ 4 h 5"/>
                      <a:gd name="T22" fmla="*/ 6 w 6"/>
                      <a:gd name="T23" fmla="*/ 3 h 5"/>
                      <a:gd name="T24" fmla="*/ 6 w 6"/>
                      <a:gd name="T25" fmla="*/ 3 h 5"/>
                      <a:gd name="T26" fmla="*/ 5 w 6"/>
                      <a:gd name="T27" fmla="*/ 2 h 5"/>
                      <a:gd name="T28" fmla="*/ 5 w 6"/>
                      <a:gd name="T29" fmla="*/ 2 h 5"/>
                      <a:gd name="T30" fmla="*/ 5 w 6"/>
                      <a:gd name="T31" fmla="*/ 1 h 5"/>
                      <a:gd name="T32" fmla="*/ 5 w 6"/>
                      <a:gd name="T3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" h="5">
                        <a:moveTo>
                          <a:pt x="5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4"/>
                          <a:pt x="0" y="4"/>
                          <a:pt x="0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5" y="5"/>
                          <a:pt x="5" y="5"/>
                          <a:pt x="5" y="5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6" y="4"/>
                          <a:pt x="6" y="4"/>
                          <a:pt x="6" y="3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3"/>
                          <a:pt x="6" y="3"/>
                          <a:pt x="5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0" name="Freeform 37"/>
                  <p:cNvSpPr>
                    <a:spLocks/>
                  </p:cNvSpPr>
                  <p:nvPr/>
                </p:nvSpPr>
                <p:spPr bwMode="auto">
                  <a:xfrm>
                    <a:off x="3928" y="1840"/>
                    <a:ext cx="34" cy="33"/>
                  </a:xfrm>
                  <a:custGeom>
                    <a:avLst/>
                    <a:gdLst>
                      <a:gd name="T0" fmla="*/ 7 w 14"/>
                      <a:gd name="T1" fmla="*/ 0 h 14"/>
                      <a:gd name="T2" fmla="*/ 6 w 14"/>
                      <a:gd name="T3" fmla="*/ 0 h 14"/>
                      <a:gd name="T4" fmla="*/ 6 w 14"/>
                      <a:gd name="T5" fmla="*/ 1 h 14"/>
                      <a:gd name="T6" fmla="*/ 6 w 14"/>
                      <a:gd name="T7" fmla="*/ 2 h 14"/>
                      <a:gd name="T8" fmla="*/ 6 w 14"/>
                      <a:gd name="T9" fmla="*/ 2 h 14"/>
                      <a:gd name="T10" fmla="*/ 6 w 14"/>
                      <a:gd name="T11" fmla="*/ 2 h 14"/>
                      <a:gd name="T12" fmla="*/ 5 w 14"/>
                      <a:gd name="T13" fmla="*/ 3 h 14"/>
                      <a:gd name="T14" fmla="*/ 5 w 14"/>
                      <a:gd name="T15" fmla="*/ 3 h 14"/>
                      <a:gd name="T16" fmla="*/ 4 w 14"/>
                      <a:gd name="T17" fmla="*/ 3 h 14"/>
                      <a:gd name="T18" fmla="*/ 4 w 14"/>
                      <a:gd name="T19" fmla="*/ 3 h 14"/>
                      <a:gd name="T20" fmla="*/ 3 w 14"/>
                      <a:gd name="T21" fmla="*/ 3 h 14"/>
                      <a:gd name="T22" fmla="*/ 3 w 14"/>
                      <a:gd name="T23" fmla="*/ 4 h 14"/>
                      <a:gd name="T24" fmla="*/ 3 w 14"/>
                      <a:gd name="T25" fmla="*/ 4 h 14"/>
                      <a:gd name="T26" fmla="*/ 3 w 14"/>
                      <a:gd name="T27" fmla="*/ 4 h 14"/>
                      <a:gd name="T28" fmla="*/ 3 w 14"/>
                      <a:gd name="T29" fmla="*/ 4 h 14"/>
                      <a:gd name="T30" fmla="*/ 2 w 14"/>
                      <a:gd name="T31" fmla="*/ 4 h 14"/>
                      <a:gd name="T32" fmla="*/ 1 w 14"/>
                      <a:gd name="T33" fmla="*/ 4 h 14"/>
                      <a:gd name="T34" fmla="*/ 0 w 14"/>
                      <a:gd name="T35" fmla="*/ 5 h 14"/>
                      <a:gd name="T36" fmla="*/ 0 w 14"/>
                      <a:gd name="T37" fmla="*/ 6 h 14"/>
                      <a:gd name="T38" fmla="*/ 0 w 14"/>
                      <a:gd name="T39" fmla="*/ 6 h 14"/>
                      <a:gd name="T40" fmla="*/ 0 w 14"/>
                      <a:gd name="T41" fmla="*/ 9 h 14"/>
                      <a:gd name="T42" fmla="*/ 1 w 14"/>
                      <a:gd name="T43" fmla="*/ 9 h 14"/>
                      <a:gd name="T44" fmla="*/ 1 w 14"/>
                      <a:gd name="T45" fmla="*/ 9 h 14"/>
                      <a:gd name="T46" fmla="*/ 1 w 14"/>
                      <a:gd name="T47" fmla="*/ 9 h 14"/>
                      <a:gd name="T48" fmla="*/ 1 w 14"/>
                      <a:gd name="T49" fmla="*/ 9 h 14"/>
                      <a:gd name="T50" fmla="*/ 1 w 14"/>
                      <a:gd name="T51" fmla="*/ 11 h 14"/>
                      <a:gd name="T52" fmla="*/ 2 w 14"/>
                      <a:gd name="T53" fmla="*/ 11 h 14"/>
                      <a:gd name="T54" fmla="*/ 3 w 14"/>
                      <a:gd name="T55" fmla="*/ 11 h 14"/>
                      <a:gd name="T56" fmla="*/ 3 w 14"/>
                      <a:gd name="T57" fmla="*/ 11 h 14"/>
                      <a:gd name="T58" fmla="*/ 3 w 14"/>
                      <a:gd name="T59" fmla="*/ 11 h 14"/>
                      <a:gd name="T60" fmla="*/ 3 w 14"/>
                      <a:gd name="T61" fmla="*/ 13 h 14"/>
                      <a:gd name="T62" fmla="*/ 5 w 14"/>
                      <a:gd name="T63" fmla="*/ 13 h 14"/>
                      <a:gd name="T64" fmla="*/ 6 w 14"/>
                      <a:gd name="T65" fmla="*/ 14 h 14"/>
                      <a:gd name="T66" fmla="*/ 7 w 14"/>
                      <a:gd name="T67" fmla="*/ 14 h 14"/>
                      <a:gd name="T68" fmla="*/ 9 w 14"/>
                      <a:gd name="T69" fmla="*/ 13 h 14"/>
                      <a:gd name="T70" fmla="*/ 10 w 14"/>
                      <a:gd name="T71" fmla="*/ 13 h 14"/>
                      <a:gd name="T72" fmla="*/ 10 w 14"/>
                      <a:gd name="T73" fmla="*/ 12 h 14"/>
                      <a:gd name="T74" fmla="*/ 11 w 14"/>
                      <a:gd name="T75" fmla="*/ 12 h 14"/>
                      <a:gd name="T76" fmla="*/ 12 w 14"/>
                      <a:gd name="T77" fmla="*/ 12 h 14"/>
                      <a:gd name="T78" fmla="*/ 13 w 14"/>
                      <a:gd name="T79" fmla="*/ 8 h 14"/>
                      <a:gd name="T80" fmla="*/ 13 w 14"/>
                      <a:gd name="T81" fmla="*/ 7 h 14"/>
                      <a:gd name="T82" fmla="*/ 12 w 14"/>
                      <a:gd name="T83" fmla="*/ 5 h 14"/>
                      <a:gd name="T84" fmla="*/ 12 w 14"/>
                      <a:gd name="T85" fmla="*/ 5 h 14"/>
                      <a:gd name="T86" fmla="*/ 12 w 14"/>
                      <a:gd name="T87" fmla="*/ 5 h 14"/>
                      <a:gd name="T88" fmla="*/ 13 w 14"/>
                      <a:gd name="T89" fmla="*/ 4 h 14"/>
                      <a:gd name="T90" fmla="*/ 13 w 14"/>
                      <a:gd name="T91" fmla="*/ 2 h 14"/>
                      <a:gd name="T92" fmla="*/ 13 w 14"/>
                      <a:gd name="T93" fmla="*/ 2 h 14"/>
                      <a:gd name="T94" fmla="*/ 12 w 14"/>
                      <a:gd name="T95" fmla="*/ 2 h 14"/>
                      <a:gd name="T96" fmla="*/ 12 w 14"/>
                      <a:gd name="T97" fmla="*/ 1 h 14"/>
                      <a:gd name="T98" fmla="*/ 11 w 14"/>
                      <a:gd name="T99" fmla="*/ 1 h 14"/>
                      <a:gd name="T100" fmla="*/ 8 w 14"/>
                      <a:gd name="T101" fmla="*/ 0 h 14"/>
                      <a:gd name="T102" fmla="*/ 8 w 14"/>
                      <a:gd name="T103" fmla="*/ 0 h 14"/>
                      <a:gd name="T104" fmla="*/ 7 w 14"/>
                      <a:gd name="T105" fmla="*/ 0 h 14"/>
                      <a:gd name="T106" fmla="*/ 7 w 14"/>
                      <a:gd name="T107" fmla="*/ 0 h 14"/>
                      <a:gd name="T108" fmla="*/ 7 w 14"/>
                      <a:gd name="T109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14" h="14">
                        <a:moveTo>
                          <a:pt x="7" y="0"/>
                        </a:moveTo>
                        <a:cubicBezTo>
                          <a:pt x="7" y="0"/>
                          <a:pt x="6" y="0"/>
                          <a:pt x="6" y="0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0" y="5"/>
                        </a:cubicBezTo>
                        <a:cubicBezTo>
                          <a:pt x="0" y="5"/>
                          <a:pt x="0" y="6"/>
                          <a:pt x="0" y="6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1" y="11"/>
                          <a:pt x="1" y="11"/>
                          <a:pt x="1" y="11"/>
                        </a:cubicBezTo>
                        <a:cubicBezTo>
                          <a:pt x="2" y="11"/>
                          <a:pt x="2" y="11"/>
                          <a:pt x="2" y="11"/>
                        </a:cubicBezTo>
                        <a:cubicBezTo>
                          <a:pt x="3" y="11"/>
                          <a:pt x="3" y="11"/>
                          <a:pt x="3" y="11"/>
                        </a:cubicBezTo>
                        <a:cubicBezTo>
                          <a:pt x="3" y="11"/>
                          <a:pt x="3" y="11"/>
                          <a:pt x="3" y="11"/>
                        </a:cubicBezTo>
                        <a:cubicBezTo>
                          <a:pt x="3" y="11"/>
                          <a:pt x="3" y="11"/>
                          <a:pt x="3" y="11"/>
                        </a:cubicBezTo>
                        <a:cubicBezTo>
                          <a:pt x="3" y="12"/>
                          <a:pt x="3" y="12"/>
                          <a:pt x="3" y="13"/>
                        </a:cubicBezTo>
                        <a:cubicBezTo>
                          <a:pt x="4" y="13"/>
                          <a:pt x="5" y="13"/>
                          <a:pt x="5" y="13"/>
                        </a:cubicBezTo>
                        <a:cubicBezTo>
                          <a:pt x="6" y="14"/>
                          <a:pt x="6" y="14"/>
                          <a:pt x="6" y="14"/>
                        </a:cubicBezTo>
                        <a:cubicBezTo>
                          <a:pt x="7" y="14"/>
                          <a:pt x="7" y="14"/>
                          <a:pt x="7" y="14"/>
                        </a:cubicBezTo>
                        <a:cubicBezTo>
                          <a:pt x="8" y="14"/>
                          <a:pt x="9" y="13"/>
                          <a:pt x="9" y="13"/>
                        </a:cubicBezTo>
                        <a:cubicBezTo>
                          <a:pt x="10" y="13"/>
                          <a:pt x="10" y="13"/>
                          <a:pt x="10" y="13"/>
                        </a:cubicBezTo>
                        <a:cubicBezTo>
                          <a:pt x="10" y="12"/>
                          <a:pt x="10" y="12"/>
                          <a:pt x="10" y="12"/>
                        </a:cubicBezTo>
                        <a:cubicBezTo>
                          <a:pt x="11" y="12"/>
                          <a:pt x="11" y="12"/>
                          <a:pt x="11" y="12"/>
                        </a:cubicBezTo>
                        <a:cubicBezTo>
                          <a:pt x="12" y="12"/>
                          <a:pt x="12" y="12"/>
                          <a:pt x="12" y="12"/>
                        </a:cubicBezTo>
                        <a:cubicBezTo>
                          <a:pt x="13" y="11"/>
                          <a:pt x="14" y="9"/>
                          <a:pt x="13" y="8"/>
                        </a:cubicBezTo>
                        <a:cubicBezTo>
                          <a:pt x="13" y="7"/>
                          <a:pt x="13" y="7"/>
                          <a:pt x="13" y="7"/>
                        </a:cubicBezTo>
                        <a:cubicBezTo>
                          <a:pt x="12" y="6"/>
                          <a:pt x="12" y="6"/>
                          <a:pt x="12" y="5"/>
                        </a:cubicBezTo>
                        <a:cubicBezTo>
                          <a:pt x="12" y="5"/>
                          <a:pt x="12" y="5"/>
                          <a:pt x="12" y="5"/>
                        </a:cubicBezTo>
                        <a:cubicBezTo>
                          <a:pt x="12" y="5"/>
                          <a:pt x="12" y="5"/>
                          <a:pt x="12" y="5"/>
                        </a:cubicBezTo>
                        <a:cubicBezTo>
                          <a:pt x="13" y="5"/>
                          <a:pt x="13" y="5"/>
                          <a:pt x="13" y="4"/>
                        </a:cubicBezTo>
                        <a:cubicBezTo>
                          <a:pt x="13" y="2"/>
                          <a:pt x="13" y="2"/>
                          <a:pt x="13" y="2"/>
                        </a:cubicBezTo>
                        <a:cubicBezTo>
                          <a:pt x="13" y="2"/>
                          <a:pt x="13" y="2"/>
                          <a:pt x="13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1" y="1"/>
                          <a:pt x="11" y="1"/>
                          <a:pt x="11" y="1"/>
                        </a:cubicBezTo>
                        <a:cubicBezTo>
                          <a:pt x="10" y="0"/>
                          <a:pt x="9" y="0"/>
                          <a:pt x="8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1" name="Freeform 38"/>
                  <p:cNvSpPr>
                    <a:spLocks/>
                  </p:cNvSpPr>
                  <p:nvPr/>
                </p:nvSpPr>
                <p:spPr bwMode="auto">
                  <a:xfrm>
                    <a:off x="3959" y="1847"/>
                    <a:ext cx="22" cy="19"/>
                  </a:xfrm>
                  <a:custGeom>
                    <a:avLst/>
                    <a:gdLst>
                      <a:gd name="T0" fmla="*/ 4 w 9"/>
                      <a:gd name="T1" fmla="*/ 0 h 8"/>
                      <a:gd name="T2" fmla="*/ 0 w 9"/>
                      <a:gd name="T3" fmla="*/ 1 h 8"/>
                      <a:gd name="T4" fmla="*/ 0 w 9"/>
                      <a:gd name="T5" fmla="*/ 2 h 8"/>
                      <a:gd name="T6" fmla="*/ 1 w 9"/>
                      <a:gd name="T7" fmla="*/ 3 h 8"/>
                      <a:gd name="T8" fmla="*/ 2 w 9"/>
                      <a:gd name="T9" fmla="*/ 4 h 8"/>
                      <a:gd name="T10" fmla="*/ 3 w 9"/>
                      <a:gd name="T11" fmla="*/ 5 h 8"/>
                      <a:gd name="T12" fmla="*/ 3 w 9"/>
                      <a:gd name="T13" fmla="*/ 6 h 8"/>
                      <a:gd name="T14" fmla="*/ 4 w 9"/>
                      <a:gd name="T15" fmla="*/ 6 h 8"/>
                      <a:gd name="T16" fmla="*/ 4 w 9"/>
                      <a:gd name="T17" fmla="*/ 6 h 8"/>
                      <a:gd name="T18" fmla="*/ 4 w 9"/>
                      <a:gd name="T19" fmla="*/ 7 h 8"/>
                      <a:gd name="T20" fmla="*/ 4 w 9"/>
                      <a:gd name="T21" fmla="*/ 7 h 8"/>
                      <a:gd name="T22" fmla="*/ 6 w 9"/>
                      <a:gd name="T23" fmla="*/ 7 h 8"/>
                      <a:gd name="T24" fmla="*/ 6 w 9"/>
                      <a:gd name="T25" fmla="*/ 8 h 8"/>
                      <a:gd name="T26" fmla="*/ 9 w 9"/>
                      <a:gd name="T27" fmla="*/ 6 h 8"/>
                      <a:gd name="T28" fmla="*/ 9 w 9"/>
                      <a:gd name="T29" fmla="*/ 3 h 8"/>
                      <a:gd name="T30" fmla="*/ 9 w 9"/>
                      <a:gd name="T31" fmla="*/ 2 h 8"/>
                      <a:gd name="T32" fmla="*/ 9 w 9"/>
                      <a:gd name="T33" fmla="*/ 1 h 8"/>
                      <a:gd name="T34" fmla="*/ 8 w 9"/>
                      <a:gd name="T35" fmla="*/ 1 h 8"/>
                      <a:gd name="T36" fmla="*/ 7 w 9"/>
                      <a:gd name="T37" fmla="*/ 1 h 8"/>
                      <a:gd name="T38" fmla="*/ 7 w 9"/>
                      <a:gd name="T39" fmla="*/ 1 h 8"/>
                      <a:gd name="T40" fmla="*/ 7 w 9"/>
                      <a:gd name="T41" fmla="*/ 1 h 8"/>
                      <a:gd name="T42" fmla="*/ 8 w 9"/>
                      <a:gd name="T43" fmla="*/ 0 h 8"/>
                      <a:gd name="T44" fmla="*/ 7 w 9"/>
                      <a:gd name="T45" fmla="*/ 0 h 8"/>
                      <a:gd name="T46" fmla="*/ 5 w 9"/>
                      <a:gd name="T47" fmla="*/ 0 h 8"/>
                      <a:gd name="T48" fmla="*/ 4 w 9"/>
                      <a:gd name="T49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9" h="8">
                        <a:moveTo>
                          <a:pt x="4" y="0"/>
                        </a:moveTo>
                        <a:cubicBezTo>
                          <a:pt x="3" y="0"/>
                          <a:pt x="1" y="0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3" y="5"/>
                          <a:pt x="3" y="5"/>
                        </a:cubicBez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cubicBezTo>
                          <a:pt x="4" y="6"/>
                          <a:pt x="4" y="6"/>
                          <a:pt x="4" y="7"/>
                        </a:cubicBezTo>
                        <a:cubicBezTo>
                          <a:pt x="4" y="7"/>
                          <a:pt x="4" y="7"/>
                          <a:pt x="4" y="7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6" y="8"/>
                          <a:pt x="6" y="8"/>
                          <a:pt x="6" y="8"/>
                        </a:cubicBezTo>
                        <a:cubicBezTo>
                          <a:pt x="7" y="8"/>
                          <a:pt x="8" y="7"/>
                          <a:pt x="9" y="6"/>
                        </a:cubicBezTo>
                        <a:cubicBezTo>
                          <a:pt x="9" y="5"/>
                          <a:pt x="9" y="4"/>
                          <a:pt x="9" y="3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9" y="1"/>
                          <a:pt x="9" y="1"/>
                          <a:pt x="9" y="1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8" y="1"/>
                          <a:pt x="8" y="1"/>
                          <a:pt x="7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6" y="0"/>
                          <a:pt x="6" y="0"/>
                          <a:pt x="5" y="0"/>
                        </a:cubicBezTo>
                        <a:cubicBezTo>
                          <a:pt x="5" y="0"/>
                          <a:pt x="4" y="0"/>
                          <a:pt x="4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2" name="Freeform 39"/>
                  <p:cNvSpPr>
                    <a:spLocks/>
                  </p:cNvSpPr>
                  <p:nvPr/>
                </p:nvSpPr>
                <p:spPr bwMode="auto">
                  <a:xfrm>
                    <a:off x="3959" y="1864"/>
                    <a:ext cx="22" cy="14"/>
                  </a:xfrm>
                  <a:custGeom>
                    <a:avLst/>
                    <a:gdLst>
                      <a:gd name="T0" fmla="*/ 6 w 9"/>
                      <a:gd name="T1" fmla="*/ 0 h 6"/>
                      <a:gd name="T2" fmla="*/ 4 w 9"/>
                      <a:gd name="T3" fmla="*/ 0 h 6"/>
                      <a:gd name="T4" fmla="*/ 1 w 9"/>
                      <a:gd name="T5" fmla="*/ 0 h 6"/>
                      <a:gd name="T6" fmla="*/ 0 w 9"/>
                      <a:gd name="T7" fmla="*/ 1 h 6"/>
                      <a:gd name="T8" fmla="*/ 0 w 9"/>
                      <a:gd name="T9" fmla="*/ 2 h 6"/>
                      <a:gd name="T10" fmla="*/ 0 w 9"/>
                      <a:gd name="T11" fmla="*/ 2 h 6"/>
                      <a:gd name="T12" fmla="*/ 0 w 9"/>
                      <a:gd name="T13" fmla="*/ 5 h 6"/>
                      <a:gd name="T14" fmla="*/ 3 w 9"/>
                      <a:gd name="T15" fmla="*/ 5 h 6"/>
                      <a:gd name="T16" fmla="*/ 3 w 9"/>
                      <a:gd name="T17" fmla="*/ 6 h 6"/>
                      <a:gd name="T18" fmla="*/ 8 w 9"/>
                      <a:gd name="T19" fmla="*/ 6 h 6"/>
                      <a:gd name="T20" fmla="*/ 8 w 9"/>
                      <a:gd name="T21" fmla="*/ 6 h 6"/>
                      <a:gd name="T22" fmla="*/ 9 w 9"/>
                      <a:gd name="T23" fmla="*/ 6 h 6"/>
                      <a:gd name="T24" fmla="*/ 9 w 9"/>
                      <a:gd name="T25" fmla="*/ 5 h 6"/>
                      <a:gd name="T26" fmla="*/ 9 w 9"/>
                      <a:gd name="T27" fmla="*/ 5 h 6"/>
                      <a:gd name="T28" fmla="*/ 9 w 9"/>
                      <a:gd name="T29" fmla="*/ 3 h 6"/>
                      <a:gd name="T30" fmla="*/ 7 w 9"/>
                      <a:gd name="T31" fmla="*/ 2 h 6"/>
                      <a:gd name="T32" fmla="*/ 7 w 9"/>
                      <a:gd name="T33" fmla="*/ 2 h 6"/>
                      <a:gd name="T34" fmla="*/ 7 w 9"/>
                      <a:gd name="T35" fmla="*/ 2 h 6"/>
                      <a:gd name="T36" fmla="*/ 6 w 9"/>
                      <a:gd name="T37" fmla="*/ 2 h 6"/>
                      <a:gd name="T38" fmla="*/ 6 w 9"/>
                      <a:gd name="T39" fmla="*/ 1 h 6"/>
                      <a:gd name="T40" fmla="*/ 6 w 9"/>
                      <a:gd name="T41" fmla="*/ 1 h 6"/>
                      <a:gd name="T42" fmla="*/ 6 w 9"/>
                      <a:gd name="T4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9" h="6">
                        <a:moveTo>
                          <a:pt x="6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8" y="6"/>
                          <a:pt x="9" y="6"/>
                          <a:pt x="9" y="6"/>
                        </a:cubicBezTo>
                        <a:cubicBezTo>
                          <a:pt x="9" y="6"/>
                          <a:pt x="9" y="5"/>
                          <a:pt x="9" y="5"/>
                        </a:cubicBezTo>
                        <a:cubicBezTo>
                          <a:pt x="9" y="5"/>
                          <a:pt x="9" y="5"/>
                          <a:pt x="9" y="5"/>
                        </a:cubicBezTo>
                        <a:cubicBezTo>
                          <a:pt x="9" y="4"/>
                          <a:pt x="9" y="4"/>
                          <a:pt x="9" y="3"/>
                        </a:cubicBezTo>
                        <a:cubicBezTo>
                          <a:pt x="9" y="2"/>
                          <a:pt x="8" y="2"/>
                          <a:pt x="7" y="2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3" name="Freeform 40"/>
                  <p:cNvSpPr>
                    <a:spLocks/>
                  </p:cNvSpPr>
                  <p:nvPr/>
                </p:nvSpPr>
                <p:spPr bwMode="auto">
                  <a:xfrm>
                    <a:off x="3764" y="1809"/>
                    <a:ext cx="81" cy="57"/>
                  </a:xfrm>
                  <a:custGeom>
                    <a:avLst/>
                    <a:gdLst>
                      <a:gd name="T0" fmla="*/ 14 w 34"/>
                      <a:gd name="T1" fmla="*/ 1 h 24"/>
                      <a:gd name="T2" fmla="*/ 2 w 34"/>
                      <a:gd name="T3" fmla="*/ 2 h 24"/>
                      <a:gd name="T4" fmla="*/ 2 w 34"/>
                      <a:gd name="T5" fmla="*/ 5 h 24"/>
                      <a:gd name="T6" fmla="*/ 4 w 34"/>
                      <a:gd name="T7" fmla="*/ 6 h 24"/>
                      <a:gd name="T8" fmla="*/ 4 w 34"/>
                      <a:gd name="T9" fmla="*/ 9 h 24"/>
                      <a:gd name="T10" fmla="*/ 4 w 34"/>
                      <a:gd name="T11" fmla="*/ 12 h 24"/>
                      <a:gd name="T12" fmla="*/ 3 w 34"/>
                      <a:gd name="T13" fmla="*/ 13 h 24"/>
                      <a:gd name="T14" fmla="*/ 0 w 34"/>
                      <a:gd name="T15" fmla="*/ 15 h 24"/>
                      <a:gd name="T16" fmla="*/ 0 w 34"/>
                      <a:gd name="T17" fmla="*/ 18 h 24"/>
                      <a:gd name="T18" fmla="*/ 2 w 34"/>
                      <a:gd name="T19" fmla="*/ 20 h 24"/>
                      <a:gd name="T20" fmla="*/ 5 w 34"/>
                      <a:gd name="T21" fmla="*/ 24 h 24"/>
                      <a:gd name="T22" fmla="*/ 11 w 34"/>
                      <a:gd name="T23" fmla="*/ 24 h 24"/>
                      <a:gd name="T24" fmla="*/ 13 w 34"/>
                      <a:gd name="T25" fmla="*/ 22 h 24"/>
                      <a:gd name="T26" fmla="*/ 14 w 34"/>
                      <a:gd name="T27" fmla="*/ 19 h 24"/>
                      <a:gd name="T28" fmla="*/ 15 w 34"/>
                      <a:gd name="T29" fmla="*/ 18 h 24"/>
                      <a:gd name="T30" fmla="*/ 16 w 34"/>
                      <a:gd name="T31" fmla="*/ 18 h 24"/>
                      <a:gd name="T32" fmla="*/ 17 w 34"/>
                      <a:gd name="T33" fmla="*/ 18 h 24"/>
                      <a:gd name="T34" fmla="*/ 21 w 34"/>
                      <a:gd name="T35" fmla="*/ 17 h 24"/>
                      <a:gd name="T36" fmla="*/ 21 w 34"/>
                      <a:gd name="T37" fmla="*/ 16 h 24"/>
                      <a:gd name="T38" fmla="*/ 22 w 34"/>
                      <a:gd name="T39" fmla="*/ 16 h 24"/>
                      <a:gd name="T40" fmla="*/ 25 w 34"/>
                      <a:gd name="T41" fmla="*/ 14 h 24"/>
                      <a:gd name="T42" fmla="*/ 28 w 34"/>
                      <a:gd name="T43" fmla="*/ 14 h 24"/>
                      <a:gd name="T44" fmla="*/ 29 w 34"/>
                      <a:gd name="T45" fmla="*/ 12 h 24"/>
                      <a:gd name="T46" fmla="*/ 29 w 34"/>
                      <a:gd name="T47" fmla="*/ 12 h 24"/>
                      <a:gd name="T48" fmla="*/ 31 w 34"/>
                      <a:gd name="T49" fmla="*/ 11 h 24"/>
                      <a:gd name="T50" fmla="*/ 31 w 34"/>
                      <a:gd name="T51" fmla="*/ 9 h 24"/>
                      <a:gd name="T52" fmla="*/ 31 w 34"/>
                      <a:gd name="T53" fmla="*/ 7 h 24"/>
                      <a:gd name="T54" fmla="*/ 33 w 34"/>
                      <a:gd name="T55" fmla="*/ 5 h 24"/>
                      <a:gd name="T56" fmla="*/ 34 w 34"/>
                      <a:gd name="T57" fmla="*/ 3 h 24"/>
                      <a:gd name="T58" fmla="*/ 34 w 34"/>
                      <a:gd name="T59" fmla="*/ 2 h 24"/>
                      <a:gd name="T60" fmla="*/ 32 w 34"/>
                      <a:gd name="T61" fmla="*/ 0 h 24"/>
                      <a:gd name="T62" fmla="*/ 27 w 34"/>
                      <a:gd name="T63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34" h="24">
                        <a:moveTo>
                          <a:pt x="27" y="0"/>
                        </a:moveTo>
                        <a:cubicBezTo>
                          <a:pt x="23" y="0"/>
                          <a:pt x="18" y="0"/>
                          <a:pt x="14" y="1"/>
                        </a:cubicBezTo>
                        <a:cubicBezTo>
                          <a:pt x="10" y="1"/>
                          <a:pt x="6" y="2"/>
                          <a:pt x="3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2" y="5"/>
                          <a:pt x="2" y="5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5"/>
                          <a:pt x="3" y="5"/>
                          <a:pt x="4" y="6"/>
                        </a:cubicBezTo>
                        <a:cubicBezTo>
                          <a:pt x="4" y="6"/>
                          <a:pt x="4" y="7"/>
                          <a:pt x="4" y="8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5" y="10"/>
                          <a:pt x="5" y="11"/>
                          <a:pt x="4" y="12"/>
                        </a:cubicBezTo>
                        <a:cubicBezTo>
                          <a:pt x="4" y="12"/>
                          <a:pt x="4" y="12"/>
                          <a:pt x="4" y="12"/>
                        </a:cubicBezTo>
                        <a:cubicBezTo>
                          <a:pt x="4" y="12"/>
                          <a:pt x="3" y="12"/>
                          <a:pt x="3" y="12"/>
                        </a:cubicBezTo>
                        <a:cubicBezTo>
                          <a:pt x="3" y="13"/>
                          <a:pt x="3" y="13"/>
                          <a:pt x="3" y="13"/>
                        </a:cubicBezTo>
                        <a:cubicBezTo>
                          <a:pt x="2" y="14"/>
                          <a:pt x="2" y="14"/>
                          <a:pt x="1" y="15"/>
                        </a:cubicBezTo>
                        <a:cubicBezTo>
                          <a:pt x="0" y="15"/>
                          <a:pt x="0" y="15"/>
                          <a:pt x="0" y="15"/>
                        </a:cubicBez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0" y="18"/>
                          <a:pt x="0" y="19"/>
                          <a:pt x="1" y="19"/>
                        </a:cubicBezTo>
                        <a:cubicBezTo>
                          <a:pt x="2" y="20"/>
                          <a:pt x="2" y="20"/>
                          <a:pt x="2" y="20"/>
                        </a:cubicBezTo>
                        <a:cubicBezTo>
                          <a:pt x="3" y="21"/>
                          <a:pt x="4" y="22"/>
                          <a:pt x="5" y="23"/>
                        </a:cubicBezTo>
                        <a:cubicBezTo>
                          <a:pt x="5" y="24"/>
                          <a:pt x="5" y="24"/>
                          <a:pt x="5" y="24"/>
                        </a:cubicBezTo>
                        <a:cubicBezTo>
                          <a:pt x="10" y="24"/>
                          <a:pt x="10" y="24"/>
                          <a:pt x="10" y="24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3" y="24"/>
                          <a:pt x="13" y="23"/>
                          <a:pt x="13" y="22"/>
                        </a:cubicBezTo>
                        <a:cubicBezTo>
                          <a:pt x="13" y="22"/>
                          <a:pt x="14" y="21"/>
                          <a:pt x="14" y="21"/>
                        </a:cubicBezTo>
                        <a:cubicBezTo>
                          <a:pt x="14" y="20"/>
                          <a:pt x="14" y="20"/>
                          <a:pt x="14" y="19"/>
                        </a:cubicBezTo>
                        <a:cubicBezTo>
                          <a:pt x="14" y="19"/>
                          <a:pt x="14" y="19"/>
                          <a:pt x="14" y="19"/>
                        </a:cubicBezTo>
                        <a:cubicBezTo>
                          <a:pt x="15" y="19"/>
                          <a:pt x="15" y="19"/>
                          <a:pt x="15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5" y="18"/>
                          <a:pt x="15" y="18"/>
                          <a:pt x="16" y="18"/>
                        </a:cubicBezTo>
                        <a:cubicBezTo>
                          <a:pt x="16" y="18"/>
                          <a:pt x="16" y="18"/>
                          <a:pt x="16" y="18"/>
                        </a:cubicBezTo>
                        <a:cubicBezTo>
                          <a:pt x="17" y="18"/>
                          <a:pt x="17" y="18"/>
                          <a:pt x="17" y="18"/>
                        </a:cubicBezTo>
                        <a:cubicBezTo>
                          <a:pt x="19" y="18"/>
                          <a:pt x="19" y="18"/>
                          <a:pt x="19" y="18"/>
                        </a:cubicBezTo>
                        <a:cubicBezTo>
                          <a:pt x="20" y="18"/>
                          <a:pt x="21" y="18"/>
                          <a:pt x="21" y="17"/>
                        </a:cubicBezTo>
                        <a:cubicBezTo>
                          <a:pt x="21" y="16"/>
                          <a:pt x="21" y="16"/>
                          <a:pt x="21" y="16"/>
                        </a:cubicBezTo>
                        <a:cubicBezTo>
                          <a:pt x="21" y="16"/>
                          <a:pt x="21" y="16"/>
                          <a:pt x="21" y="16"/>
                        </a:cubicBezTo>
                        <a:cubicBezTo>
                          <a:pt x="21" y="16"/>
                          <a:pt x="22" y="16"/>
                          <a:pt x="22" y="16"/>
                        </a:cubicBezTo>
                        <a:cubicBezTo>
                          <a:pt x="22" y="16"/>
                          <a:pt x="22" y="16"/>
                          <a:pt x="22" y="16"/>
                        </a:cubicBezTo>
                        <a:cubicBezTo>
                          <a:pt x="23" y="16"/>
                          <a:pt x="23" y="16"/>
                          <a:pt x="24" y="15"/>
                        </a:cubicBezTo>
                        <a:cubicBezTo>
                          <a:pt x="24" y="15"/>
                          <a:pt x="25" y="14"/>
                          <a:pt x="25" y="14"/>
                        </a:cubicBezTo>
                        <a:cubicBezTo>
                          <a:pt x="25" y="14"/>
                          <a:pt x="26" y="14"/>
                          <a:pt x="26" y="14"/>
                        </a:cubicBezTo>
                        <a:cubicBezTo>
                          <a:pt x="28" y="14"/>
                          <a:pt x="28" y="14"/>
                          <a:pt x="28" y="14"/>
                        </a:cubicBezTo>
                        <a:cubicBezTo>
                          <a:pt x="28" y="14"/>
                          <a:pt x="28" y="14"/>
                          <a:pt x="28" y="14"/>
                        </a:cubicBezTo>
                        <a:cubicBezTo>
                          <a:pt x="29" y="14"/>
                          <a:pt x="29" y="13"/>
                          <a:pt x="29" y="12"/>
                        </a:cubicBezTo>
                        <a:cubicBezTo>
                          <a:pt x="29" y="12"/>
                          <a:pt x="29" y="12"/>
                          <a:pt x="29" y="12"/>
                        </a:cubicBezTo>
                        <a:cubicBezTo>
                          <a:pt x="29" y="12"/>
                          <a:pt x="29" y="12"/>
                          <a:pt x="29" y="12"/>
                        </a:cubicBezTo>
                        <a:cubicBezTo>
                          <a:pt x="30" y="12"/>
                          <a:pt x="30" y="12"/>
                          <a:pt x="30" y="12"/>
                        </a:cubicBezTo>
                        <a:cubicBezTo>
                          <a:pt x="30" y="12"/>
                          <a:pt x="31" y="12"/>
                          <a:pt x="31" y="11"/>
                        </a:cubicBezTo>
                        <a:cubicBezTo>
                          <a:pt x="32" y="11"/>
                          <a:pt x="32" y="10"/>
                          <a:pt x="31" y="10"/>
                        </a:cubicBezTo>
                        <a:cubicBezTo>
                          <a:pt x="31" y="9"/>
                          <a:pt x="31" y="9"/>
                          <a:pt x="31" y="9"/>
                        </a:cubicBezTo>
                        <a:cubicBezTo>
                          <a:pt x="31" y="9"/>
                          <a:pt x="31" y="9"/>
                          <a:pt x="31" y="9"/>
                        </a:cubicBezTo>
                        <a:cubicBezTo>
                          <a:pt x="31" y="8"/>
                          <a:pt x="31" y="7"/>
                          <a:pt x="31" y="7"/>
                        </a:cubicBezTo>
                        <a:cubicBezTo>
                          <a:pt x="31" y="6"/>
                          <a:pt x="31" y="6"/>
                          <a:pt x="32" y="5"/>
                        </a:cubicBezTo>
                        <a:cubicBezTo>
                          <a:pt x="33" y="5"/>
                          <a:pt x="33" y="5"/>
                          <a:pt x="33" y="5"/>
                        </a:cubicBezTo>
                        <a:cubicBezTo>
                          <a:pt x="34" y="5"/>
                          <a:pt x="34" y="3"/>
                          <a:pt x="34" y="3"/>
                        </a:cubicBezTo>
                        <a:cubicBezTo>
                          <a:pt x="34" y="3"/>
                          <a:pt x="34" y="3"/>
                          <a:pt x="34" y="3"/>
                        </a:cubicBezTo>
                        <a:cubicBezTo>
                          <a:pt x="34" y="2"/>
                          <a:pt x="34" y="2"/>
                          <a:pt x="34" y="2"/>
                        </a:cubicBezTo>
                        <a:cubicBezTo>
                          <a:pt x="34" y="2"/>
                          <a:pt x="34" y="2"/>
                          <a:pt x="34" y="2"/>
                        </a:cubicBezTo>
                        <a:cubicBezTo>
                          <a:pt x="34" y="1"/>
                          <a:pt x="34" y="1"/>
                          <a:pt x="33" y="1"/>
                        </a:cubicBezTo>
                        <a:cubicBezTo>
                          <a:pt x="33" y="0"/>
                          <a:pt x="33" y="0"/>
                          <a:pt x="32" y="0"/>
                        </a:cubicBezTo>
                        <a:cubicBezTo>
                          <a:pt x="32" y="0"/>
                          <a:pt x="31" y="0"/>
                          <a:pt x="31" y="0"/>
                        </a:cubicBezTo>
                        <a:cubicBezTo>
                          <a:pt x="29" y="0"/>
                          <a:pt x="28" y="0"/>
                          <a:pt x="27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4" name="Freeform 41"/>
                  <p:cNvSpPr>
                    <a:spLocks noEditPoints="1"/>
                  </p:cNvSpPr>
                  <p:nvPr/>
                </p:nvSpPr>
                <p:spPr bwMode="auto">
                  <a:xfrm>
                    <a:off x="3902" y="1838"/>
                    <a:ext cx="301" cy="585"/>
                  </a:xfrm>
                  <a:custGeom>
                    <a:avLst/>
                    <a:gdLst>
                      <a:gd name="T0" fmla="*/ 51 w 126"/>
                      <a:gd name="T1" fmla="*/ 38 h 245"/>
                      <a:gd name="T2" fmla="*/ 34 w 126"/>
                      <a:gd name="T3" fmla="*/ 3 h 245"/>
                      <a:gd name="T4" fmla="*/ 35 w 126"/>
                      <a:gd name="T5" fmla="*/ 9 h 245"/>
                      <a:gd name="T6" fmla="*/ 34 w 126"/>
                      <a:gd name="T7" fmla="*/ 18 h 245"/>
                      <a:gd name="T8" fmla="*/ 22 w 126"/>
                      <a:gd name="T9" fmla="*/ 26 h 245"/>
                      <a:gd name="T10" fmla="*/ 39 w 126"/>
                      <a:gd name="T11" fmla="*/ 42 h 245"/>
                      <a:gd name="T12" fmla="*/ 48 w 126"/>
                      <a:gd name="T13" fmla="*/ 45 h 245"/>
                      <a:gd name="T14" fmla="*/ 59 w 126"/>
                      <a:gd name="T15" fmla="*/ 54 h 245"/>
                      <a:gd name="T16" fmla="*/ 58 w 126"/>
                      <a:gd name="T17" fmla="*/ 43 h 245"/>
                      <a:gd name="T18" fmla="*/ 65 w 126"/>
                      <a:gd name="T19" fmla="*/ 49 h 245"/>
                      <a:gd name="T20" fmla="*/ 67 w 126"/>
                      <a:gd name="T21" fmla="*/ 34 h 245"/>
                      <a:gd name="T22" fmla="*/ 74 w 126"/>
                      <a:gd name="T23" fmla="*/ 44 h 245"/>
                      <a:gd name="T24" fmla="*/ 78 w 126"/>
                      <a:gd name="T25" fmla="*/ 55 h 245"/>
                      <a:gd name="T26" fmla="*/ 85 w 126"/>
                      <a:gd name="T27" fmla="*/ 56 h 245"/>
                      <a:gd name="T28" fmla="*/ 90 w 126"/>
                      <a:gd name="T29" fmla="*/ 63 h 245"/>
                      <a:gd name="T30" fmla="*/ 80 w 126"/>
                      <a:gd name="T31" fmla="*/ 65 h 245"/>
                      <a:gd name="T32" fmla="*/ 71 w 126"/>
                      <a:gd name="T33" fmla="*/ 66 h 245"/>
                      <a:gd name="T34" fmla="*/ 64 w 126"/>
                      <a:gd name="T35" fmla="*/ 63 h 245"/>
                      <a:gd name="T36" fmla="*/ 56 w 126"/>
                      <a:gd name="T37" fmla="*/ 58 h 245"/>
                      <a:gd name="T38" fmla="*/ 48 w 126"/>
                      <a:gd name="T39" fmla="*/ 53 h 245"/>
                      <a:gd name="T40" fmla="*/ 32 w 126"/>
                      <a:gd name="T41" fmla="*/ 54 h 245"/>
                      <a:gd name="T42" fmla="*/ 24 w 126"/>
                      <a:gd name="T43" fmla="*/ 58 h 245"/>
                      <a:gd name="T44" fmla="*/ 14 w 126"/>
                      <a:gd name="T45" fmla="*/ 72 h 245"/>
                      <a:gd name="T46" fmla="*/ 6 w 126"/>
                      <a:gd name="T47" fmla="*/ 80 h 245"/>
                      <a:gd name="T48" fmla="*/ 1 w 126"/>
                      <a:gd name="T49" fmla="*/ 96 h 245"/>
                      <a:gd name="T50" fmla="*/ 1 w 126"/>
                      <a:gd name="T51" fmla="*/ 109 h 245"/>
                      <a:gd name="T52" fmla="*/ 9 w 126"/>
                      <a:gd name="T53" fmla="*/ 120 h 245"/>
                      <a:gd name="T54" fmla="*/ 21 w 126"/>
                      <a:gd name="T55" fmla="*/ 132 h 245"/>
                      <a:gd name="T56" fmla="*/ 33 w 126"/>
                      <a:gd name="T57" fmla="*/ 138 h 245"/>
                      <a:gd name="T58" fmla="*/ 43 w 126"/>
                      <a:gd name="T59" fmla="*/ 139 h 245"/>
                      <a:gd name="T60" fmla="*/ 57 w 126"/>
                      <a:gd name="T61" fmla="*/ 135 h 245"/>
                      <a:gd name="T62" fmla="*/ 67 w 126"/>
                      <a:gd name="T63" fmla="*/ 140 h 245"/>
                      <a:gd name="T64" fmla="*/ 68 w 126"/>
                      <a:gd name="T65" fmla="*/ 153 h 245"/>
                      <a:gd name="T66" fmla="*/ 76 w 126"/>
                      <a:gd name="T67" fmla="*/ 168 h 245"/>
                      <a:gd name="T68" fmla="*/ 77 w 126"/>
                      <a:gd name="T69" fmla="*/ 181 h 245"/>
                      <a:gd name="T70" fmla="*/ 71 w 126"/>
                      <a:gd name="T71" fmla="*/ 194 h 245"/>
                      <a:gd name="T72" fmla="*/ 71 w 126"/>
                      <a:gd name="T73" fmla="*/ 214 h 245"/>
                      <a:gd name="T74" fmla="*/ 72 w 126"/>
                      <a:gd name="T75" fmla="*/ 234 h 245"/>
                      <a:gd name="T76" fmla="*/ 81 w 126"/>
                      <a:gd name="T77" fmla="*/ 242 h 245"/>
                      <a:gd name="T78" fmla="*/ 97 w 126"/>
                      <a:gd name="T79" fmla="*/ 232 h 245"/>
                      <a:gd name="T80" fmla="*/ 100 w 126"/>
                      <a:gd name="T81" fmla="*/ 221 h 245"/>
                      <a:gd name="T82" fmla="*/ 108 w 126"/>
                      <a:gd name="T83" fmla="*/ 206 h 245"/>
                      <a:gd name="T84" fmla="*/ 119 w 126"/>
                      <a:gd name="T85" fmla="*/ 181 h 245"/>
                      <a:gd name="T86" fmla="*/ 122 w 126"/>
                      <a:gd name="T87" fmla="*/ 158 h 245"/>
                      <a:gd name="T88" fmla="*/ 124 w 126"/>
                      <a:gd name="T89" fmla="*/ 142 h 245"/>
                      <a:gd name="T90" fmla="*/ 122 w 126"/>
                      <a:gd name="T91" fmla="*/ 116 h 245"/>
                      <a:gd name="T92" fmla="*/ 116 w 126"/>
                      <a:gd name="T93" fmla="*/ 107 h 245"/>
                      <a:gd name="T94" fmla="*/ 106 w 126"/>
                      <a:gd name="T95" fmla="*/ 90 h 245"/>
                      <a:gd name="T96" fmla="*/ 99 w 126"/>
                      <a:gd name="T97" fmla="*/ 76 h 245"/>
                      <a:gd name="T98" fmla="*/ 103 w 126"/>
                      <a:gd name="T99" fmla="*/ 82 h 245"/>
                      <a:gd name="T100" fmla="*/ 111 w 126"/>
                      <a:gd name="T101" fmla="*/ 95 h 245"/>
                      <a:gd name="T102" fmla="*/ 116 w 126"/>
                      <a:gd name="T103" fmla="*/ 105 h 245"/>
                      <a:gd name="T104" fmla="*/ 118 w 126"/>
                      <a:gd name="T105" fmla="*/ 84 h 245"/>
                      <a:gd name="T106" fmla="*/ 115 w 126"/>
                      <a:gd name="T107" fmla="*/ 77 h 245"/>
                      <a:gd name="T108" fmla="*/ 110 w 126"/>
                      <a:gd name="T109" fmla="*/ 69 h 245"/>
                      <a:gd name="T110" fmla="*/ 106 w 126"/>
                      <a:gd name="T111" fmla="*/ 62 h 245"/>
                      <a:gd name="T112" fmla="*/ 99 w 126"/>
                      <a:gd name="T113" fmla="*/ 52 h 245"/>
                      <a:gd name="T114" fmla="*/ 80 w 126"/>
                      <a:gd name="T115" fmla="*/ 31 h 245"/>
                      <a:gd name="T116" fmla="*/ 62 w 126"/>
                      <a:gd name="T117" fmla="*/ 17 h 2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26" h="245">
                        <a:moveTo>
                          <a:pt x="49" y="38"/>
                        </a:moveTo>
                        <a:cubicBezTo>
                          <a:pt x="49" y="38"/>
                          <a:pt x="49" y="38"/>
                          <a:pt x="49" y="38"/>
                        </a:cubicBezTo>
                        <a:cubicBezTo>
                          <a:pt x="49" y="37"/>
                          <a:pt x="49" y="37"/>
                          <a:pt x="49" y="37"/>
                        </a:cubicBezTo>
                        <a:cubicBezTo>
                          <a:pt x="48" y="37"/>
                          <a:pt x="48" y="37"/>
                          <a:pt x="48" y="37"/>
                        </a:cubicBezTo>
                        <a:cubicBezTo>
                          <a:pt x="47" y="37"/>
                          <a:pt x="46" y="36"/>
                          <a:pt x="46" y="35"/>
                        </a:cubicBezTo>
                        <a:cubicBezTo>
                          <a:pt x="46" y="34"/>
                          <a:pt x="46" y="34"/>
                          <a:pt x="46" y="34"/>
                        </a:cubicBezTo>
                        <a:cubicBezTo>
                          <a:pt x="46" y="34"/>
                          <a:pt x="46" y="34"/>
                          <a:pt x="46" y="34"/>
                        </a:cubicBezTo>
                        <a:cubicBezTo>
                          <a:pt x="47" y="34"/>
                          <a:pt x="47" y="35"/>
                          <a:pt x="47" y="35"/>
                        </a:cubicBezTo>
                        <a:cubicBezTo>
                          <a:pt x="47" y="35"/>
                          <a:pt x="47" y="35"/>
                          <a:pt x="47" y="35"/>
                        </a:cubicBezTo>
                        <a:cubicBezTo>
                          <a:pt x="47" y="36"/>
                          <a:pt x="47" y="36"/>
                          <a:pt x="47" y="36"/>
                        </a:cubicBezTo>
                        <a:cubicBezTo>
                          <a:pt x="48" y="36"/>
                          <a:pt x="48" y="36"/>
                          <a:pt x="48" y="36"/>
                        </a:cubicBezTo>
                        <a:cubicBezTo>
                          <a:pt x="48" y="36"/>
                          <a:pt x="48" y="36"/>
                          <a:pt x="49" y="37"/>
                        </a:cubicBezTo>
                        <a:cubicBezTo>
                          <a:pt x="50" y="37"/>
                          <a:pt x="50" y="37"/>
                          <a:pt x="50" y="37"/>
                        </a:cubicBezTo>
                        <a:cubicBezTo>
                          <a:pt x="50" y="37"/>
                          <a:pt x="50" y="37"/>
                          <a:pt x="51" y="38"/>
                        </a:cubicBezTo>
                        <a:cubicBezTo>
                          <a:pt x="51" y="38"/>
                          <a:pt x="52" y="38"/>
                          <a:pt x="52" y="38"/>
                        </a:cubicBezTo>
                        <a:cubicBezTo>
                          <a:pt x="52" y="39"/>
                          <a:pt x="52" y="39"/>
                          <a:pt x="52" y="39"/>
                        </a:cubicBezTo>
                        <a:cubicBezTo>
                          <a:pt x="53" y="39"/>
                          <a:pt x="53" y="39"/>
                          <a:pt x="53" y="39"/>
                        </a:cubicBezTo>
                        <a:cubicBezTo>
                          <a:pt x="53" y="40"/>
                          <a:pt x="53" y="40"/>
                          <a:pt x="53" y="40"/>
                        </a:cubicBezTo>
                        <a:cubicBezTo>
                          <a:pt x="52" y="40"/>
                          <a:pt x="52" y="40"/>
                          <a:pt x="52" y="40"/>
                        </a:cubicBezTo>
                        <a:cubicBezTo>
                          <a:pt x="52" y="40"/>
                          <a:pt x="52" y="40"/>
                          <a:pt x="52" y="40"/>
                        </a:cubicBezTo>
                        <a:cubicBezTo>
                          <a:pt x="52" y="38"/>
                          <a:pt x="52" y="38"/>
                          <a:pt x="52" y="38"/>
                        </a:cubicBezTo>
                        <a:cubicBezTo>
                          <a:pt x="51" y="38"/>
                          <a:pt x="51" y="38"/>
                          <a:pt x="51" y="38"/>
                        </a:cubicBezTo>
                        <a:cubicBezTo>
                          <a:pt x="50" y="38"/>
                          <a:pt x="50" y="38"/>
                          <a:pt x="50" y="38"/>
                        </a:cubicBezTo>
                        <a:cubicBezTo>
                          <a:pt x="50" y="38"/>
                          <a:pt x="50" y="38"/>
                          <a:pt x="50" y="38"/>
                        </a:cubicBezTo>
                        <a:cubicBezTo>
                          <a:pt x="49" y="38"/>
                          <a:pt x="49" y="38"/>
                          <a:pt x="49" y="38"/>
                        </a:cubicBezTo>
                        <a:cubicBezTo>
                          <a:pt x="49" y="38"/>
                          <a:pt x="49" y="38"/>
                          <a:pt x="49" y="38"/>
                        </a:cubicBezTo>
                        <a:moveTo>
                          <a:pt x="34" y="0"/>
                        </a:moveTo>
                        <a:cubicBezTo>
                          <a:pt x="34" y="3"/>
                          <a:pt x="34" y="3"/>
                          <a:pt x="34" y="3"/>
                        </a:cubicBezTo>
                        <a:cubicBezTo>
                          <a:pt x="34" y="4"/>
                          <a:pt x="34" y="4"/>
                          <a:pt x="35" y="4"/>
                        </a:cubicBezTo>
                        <a:cubicBezTo>
                          <a:pt x="35" y="4"/>
                          <a:pt x="35" y="4"/>
                          <a:pt x="35" y="4"/>
                        </a:cubicBezTo>
                        <a:cubicBezTo>
                          <a:pt x="35" y="5"/>
                          <a:pt x="35" y="5"/>
                          <a:pt x="35" y="5"/>
                        </a:cubicBezTo>
                        <a:cubicBezTo>
                          <a:pt x="35" y="5"/>
                          <a:pt x="35" y="5"/>
                          <a:pt x="35" y="5"/>
                        </a:cubicBezTo>
                        <a:cubicBezTo>
                          <a:pt x="35" y="6"/>
                          <a:pt x="35" y="6"/>
                          <a:pt x="35" y="6"/>
                        </a:cubicBezTo>
                        <a:cubicBezTo>
                          <a:pt x="35" y="6"/>
                          <a:pt x="35" y="6"/>
                          <a:pt x="35" y="6"/>
                        </a:cubicBezTo>
                        <a:cubicBezTo>
                          <a:pt x="35" y="6"/>
                          <a:pt x="35" y="6"/>
                          <a:pt x="36" y="7"/>
                        </a:cubicBezTo>
                        <a:cubicBezTo>
                          <a:pt x="36" y="7"/>
                          <a:pt x="36" y="7"/>
                          <a:pt x="36" y="7"/>
                        </a:cubicBezTo>
                        <a:cubicBezTo>
                          <a:pt x="37" y="7"/>
                          <a:pt x="37" y="7"/>
                          <a:pt x="37" y="7"/>
                        </a:cubicBezTo>
                        <a:cubicBezTo>
                          <a:pt x="37" y="9"/>
                          <a:pt x="37" y="9"/>
                          <a:pt x="37" y="9"/>
                        </a:cubicBezTo>
                        <a:cubicBezTo>
                          <a:pt x="37" y="9"/>
                          <a:pt x="37" y="9"/>
                          <a:pt x="37" y="9"/>
                        </a:cubicBezTo>
                        <a:cubicBezTo>
                          <a:pt x="37" y="10"/>
                          <a:pt x="37" y="10"/>
                          <a:pt x="37" y="10"/>
                        </a:cubicBezTo>
                        <a:cubicBezTo>
                          <a:pt x="37" y="10"/>
                          <a:pt x="37" y="10"/>
                          <a:pt x="37" y="10"/>
                        </a:cubicBezTo>
                        <a:cubicBezTo>
                          <a:pt x="35" y="9"/>
                          <a:pt x="35" y="9"/>
                          <a:pt x="35" y="9"/>
                        </a:cubicBezTo>
                        <a:cubicBezTo>
                          <a:pt x="35" y="12"/>
                          <a:pt x="35" y="12"/>
                          <a:pt x="35" y="12"/>
                        </a:cubicBezTo>
                        <a:cubicBezTo>
                          <a:pt x="35" y="12"/>
                          <a:pt x="35" y="12"/>
                          <a:pt x="35" y="12"/>
                        </a:cubicBezTo>
                        <a:cubicBezTo>
                          <a:pt x="35" y="13"/>
                          <a:pt x="35" y="14"/>
                          <a:pt x="36" y="14"/>
                        </a:cubicBezTo>
                        <a:cubicBezTo>
                          <a:pt x="37" y="15"/>
                          <a:pt x="37" y="15"/>
                          <a:pt x="38" y="15"/>
                        </a:cubicBezTo>
                        <a:cubicBezTo>
                          <a:pt x="38" y="16"/>
                          <a:pt x="38" y="16"/>
                          <a:pt x="38" y="16"/>
                        </a:cubicBezTo>
                        <a:cubicBezTo>
                          <a:pt x="38" y="16"/>
                          <a:pt x="38" y="17"/>
                          <a:pt x="39" y="17"/>
                        </a:cubicBezTo>
                        <a:cubicBezTo>
                          <a:pt x="40" y="18"/>
                          <a:pt x="40" y="18"/>
                          <a:pt x="40" y="18"/>
                        </a:cubicBezTo>
                        <a:cubicBezTo>
                          <a:pt x="40" y="18"/>
                          <a:pt x="40" y="18"/>
                          <a:pt x="40" y="18"/>
                        </a:cubicBezTo>
                        <a:cubicBezTo>
                          <a:pt x="39" y="18"/>
                          <a:pt x="39" y="18"/>
                          <a:pt x="39" y="18"/>
                        </a:cubicBezTo>
                        <a:cubicBezTo>
                          <a:pt x="39" y="19"/>
                          <a:pt x="39" y="19"/>
                          <a:pt x="39" y="19"/>
                        </a:cubicBezTo>
                        <a:cubicBezTo>
                          <a:pt x="38" y="18"/>
                          <a:pt x="38" y="18"/>
                          <a:pt x="38" y="18"/>
                        </a:cubicBezTo>
                        <a:cubicBezTo>
                          <a:pt x="35" y="18"/>
                          <a:pt x="35" y="18"/>
                          <a:pt x="35" y="18"/>
                        </a:cubicBezTo>
                        <a:cubicBezTo>
                          <a:pt x="34" y="18"/>
                          <a:pt x="34" y="18"/>
                          <a:pt x="34" y="18"/>
                        </a:cubicBezTo>
                        <a:cubicBezTo>
                          <a:pt x="34" y="18"/>
                          <a:pt x="34" y="18"/>
                          <a:pt x="34" y="18"/>
                        </a:cubicBezTo>
                        <a:cubicBezTo>
                          <a:pt x="33" y="18"/>
                          <a:pt x="33" y="19"/>
                          <a:pt x="32" y="19"/>
                        </a:cubicBezTo>
                        <a:cubicBezTo>
                          <a:pt x="32" y="20"/>
                          <a:pt x="32" y="20"/>
                          <a:pt x="32" y="20"/>
                        </a:cubicBezTo>
                        <a:cubicBezTo>
                          <a:pt x="32" y="20"/>
                          <a:pt x="32" y="20"/>
                          <a:pt x="32" y="20"/>
                        </a:cubicBezTo>
                        <a:cubicBezTo>
                          <a:pt x="32" y="20"/>
                          <a:pt x="32" y="20"/>
                          <a:pt x="32" y="20"/>
                        </a:cubicBezTo>
                        <a:cubicBezTo>
                          <a:pt x="31" y="20"/>
                          <a:pt x="31" y="20"/>
                          <a:pt x="31" y="20"/>
                        </a:cubicBezTo>
                        <a:cubicBezTo>
                          <a:pt x="29" y="20"/>
                          <a:pt x="29" y="20"/>
                          <a:pt x="29" y="20"/>
                        </a:cubicBezTo>
                        <a:cubicBezTo>
                          <a:pt x="28" y="20"/>
                          <a:pt x="28" y="20"/>
                          <a:pt x="28" y="21"/>
                        </a:cubicBezTo>
                        <a:cubicBezTo>
                          <a:pt x="28" y="21"/>
                          <a:pt x="28" y="21"/>
                          <a:pt x="28" y="21"/>
                        </a:cubicBezTo>
                        <a:cubicBezTo>
                          <a:pt x="27" y="21"/>
                          <a:pt x="27" y="21"/>
                          <a:pt x="27" y="21"/>
                        </a:cubicBezTo>
                        <a:cubicBezTo>
                          <a:pt x="27" y="21"/>
                          <a:pt x="27" y="21"/>
                          <a:pt x="27" y="21"/>
                        </a:cubicBezTo>
                        <a:cubicBezTo>
                          <a:pt x="26" y="21"/>
                          <a:pt x="25" y="21"/>
                          <a:pt x="24" y="22"/>
                        </a:cubicBezTo>
                        <a:cubicBezTo>
                          <a:pt x="24" y="23"/>
                          <a:pt x="23" y="23"/>
                          <a:pt x="23" y="24"/>
                        </a:cubicBezTo>
                        <a:cubicBezTo>
                          <a:pt x="22" y="25"/>
                          <a:pt x="22" y="25"/>
                          <a:pt x="22" y="25"/>
                        </a:cubicBezTo>
                        <a:cubicBezTo>
                          <a:pt x="22" y="25"/>
                          <a:pt x="22" y="26"/>
                          <a:pt x="22" y="26"/>
                        </a:cubicBezTo>
                        <a:cubicBezTo>
                          <a:pt x="21" y="26"/>
                          <a:pt x="21" y="27"/>
                          <a:pt x="20" y="27"/>
                        </a:cubicBezTo>
                        <a:cubicBezTo>
                          <a:pt x="19" y="27"/>
                          <a:pt x="19" y="27"/>
                          <a:pt x="19" y="27"/>
                        </a:cubicBezTo>
                        <a:cubicBezTo>
                          <a:pt x="20" y="28"/>
                          <a:pt x="20" y="28"/>
                          <a:pt x="20" y="28"/>
                        </a:cubicBezTo>
                        <a:cubicBezTo>
                          <a:pt x="21" y="31"/>
                          <a:pt x="23" y="33"/>
                          <a:pt x="25" y="34"/>
                        </a:cubicBezTo>
                        <a:cubicBezTo>
                          <a:pt x="25" y="35"/>
                          <a:pt x="26" y="36"/>
                          <a:pt x="27" y="36"/>
                        </a:cubicBezTo>
                        <a:cubicBezTo>
                          <a:pt x="29" y="39"/>
                          <a:pt x="31" y="42"/>
                          <a:pt x="31" y="45"/>
                        </a:cubicBezTo>
                        <a:cubicBezTo>
                          <a:pt x="31" y="46"/>
                          <a:pt x="31" y="46"/>
                          <a:pt x="31" y="46"/>
                        </a:cubicBezTo>
                        <a:cubicBezTo>
                          <a:pt x="32" y="46"/>
                          <a:pt x="32" y="46"/>
                          <a:pt x="32" y="46"/>
                        </a:cubicBezTo>
                        <a:cubicBezTo>
                          <a:pt x="34" y="46"/>
                          <a:pt x="34" y="44"/>
                          <a:pt x="34" y="43"/>
                        </a:cubicBezTo>
                        <a:cubicBezTo>
                          <a:pt x="34" y="42"/>
                          <a:pt x="34" y="42"/>
                          <a:pt x="34" y="42"/>
                        </a:cubicBezTo>
                        <a:cubicBezTo>
                          <a:pt x="35" y="42"/>
                          <a:pt x="35" y="42"/>
                          <a:pt x="35" y="42"/>
                        </a:cubicBezTo>
                        <a:cubicBezTo>
                          <a:pt x="35" y="42"/>
                          <a:pt x="35" y="42"/>
                          <a:pt x="35" y="42"/>
                        </a:cubicBezTo>
                        <a:cubicBezTo>
                          <a:pt x="38" y="42"/>
                          <a:pt x="38" y="42"/>
                          <a:pt x="38" y="42"/>
                        </a:cubicBezTo>
                        <a:cubicBezTo>
                          <a:pt x="39" y="42"/>
                          <a:pt x="39" y="42"/>
                          <a:pt x="39" y="42"/>
                        </a:cubicBezTo>
                        <a:cubicBezTo>
                          <a:pt x="39" y="42"/>
                          <a:pt x="39" y="42"/>
                          <a:pt x="39" y="42"/>
                        </a:cubicBezTo>
                        <a:cubicBezTo>
                          <a:pt x="39" y="42"/>
                          <a:pt x="40" y="42"/>
                          <a:pt x="40" y="41"/>
                        </a:cubicBezTo>
                        <a:cubicBezTo>
                          <a:pt x="40" y="41"/>
                          <a:pt x="41" y="40"/>
                          <a:pt x="41" y="40"/>
                        </a:cubicBezTo>
                        <a:cubicBezTo>
                          <a:pt x="41" y="40"/>
                          <a:pt x="41" y="40"/>
                          <a:pt x="41" y="40"/>
                        </a:cubicBezTo>
                        <a:cubicBezTo>
                          <a:pt x="42" y="40"/>
                          <a:pt x="42" y="40"/>
                          <a:pt x="42" y="41"/>
                        </a:cubicBezTo>
                        <a:cubicBezTo>
                          <a:pt x="43" y="41"/>
                          <a:pt x="43" y="41"/>
                          <a:pt x="43" y="41"/>
                        </a:cubicBezTo>
                        <a:cubicBezTo>
                          <a:pt x="43" y="41"/>
                          <a:pt x="43" y="42"/>
                          <a:pt x="44" y="42"/>
                        </a:cubicBezTo>
                        <a:cubicBezTo>
                          <a:pt x="44" y="42"/>
                          <a:pt x="44" y="42"/>
                          <a:pt x="44" y="42"/>
                        </a:cubicBezTo>
                        <a:cubicBezTo>
                          <a:pt x="44" y="42"/>
                          <a:pt x="44" y="42"/>
                          <a:pt x="44" y="42"/>
                        </a:cubicBezTo>
                        <a:cubicBezTo>
                          <a:pt x="45" y="42"/>
                          <a:pt x="45" y="42"/>
                          <a:pt x="46" y="42"/>
                        </a:cubicBezTo>
                        <a:cubicBezTo>
                          <a:pt x="46" y="42"/>
                          <a:pt x="46" y="43"/>
                          <a:pt x="46" y="43"/>
                        </a:cubicBezTo>
                        <a:cubicBezTo>
                          <a:pt x="47" y="44"/>
                          <a:pt x="47" y="44"/>
                          <a:pt x="47" y="44"/>
                        </a:cubicBezTo>
                        <a:cubicBezTo>
                          <a:pt x="47" y="44"/>
                          <a:pt x="47" y="45"/>
                          <a:pt x="48" y="45"/>
                        </a:cubicBezTo>
                        <a:cubicBezTo>
                          <a:pt x="48" y="45"/>
                          <a:pt x="48" y="45"/>
                          <a:pt x="48" y="45"/>
                        </a:cubicBezTo>
                        <a:cubicBezTo>
                          <a:pt x="50" y="45"/>
                          <a:pt x="50" y="45"/>
                          <a:pt x="50" y="45"/>
                        </a:cubicBezTo>
                        <a:cubicBezTo>
                          <a:pt x="50" y="45"/>
                          <a:pt x="50" y="45"/>
                          <a:pt x="50" y="45"/>
                        </a:cubicBezTo>
                        <a:cubicBezTo>
                          <a:pt x="49" y="46"/>
                          <a:pt x="49" y="46"/>
                          <a:pt x="49" y="46"/>
                        </a:cubicBezTo>
                        <a:cubicBezTo>
                          <a:pt x="51" y="46"/>
                          <a:pt x="51" y="46"/>
                          <a:pt x="51" y="46"/>
                        </a:cubicBezTo>
                        <a:cubicBezTo>
                          <a:pt x="52" y="46"/>
                          <a:pt x="52" y="46"/>
                          <a:pt x="53" y="47"/>
                        </a:cubicBezTo>
                        <a:cubicBezTo>
                          <a:pt x="54" y="47"/>
                          <a:pt x="54" y="48"/>
                          <a:pt x="54" y="48"/>
                        </a:cubicBezTo>
                        <a:cubicBezTo>
                          <a:pt x="54" y="53"/>
                          <a:pt x="54" y="53"/>
                          <a:pt x="54" y="53"/>
                        </a:cubicBezTo>
                        <a:cubicBezTo>
                          <a:pt x="55" y="53"/>
                          <a:pt x="55" y="53"/>
                          <a:pt x="55" y="53"/>
                        </a:cubicBezTo>
                        <a:cubicBezTo>
                          <a:pt x="55" y="53"/>
                          <a:pt x="55" y="53"/>
                          <a:pt x="55" y="53"/>
                        </a:cubicBezTo>
                        <a:cubicBezTo>
                          <a:pt x="55" y="53"/>
                          <a:pt x="55" y="53"/>
                          <a:pt x="55" y="53"/>
                        </a:cubicBezTo>
                        <a:cubicBezTo>
                          <a:pt x="55" y="53"/>
                          <a:pt x="55" y="53"/>
                          <a:pt x="55" y="53"/>
                        </a:cubicBezTo>
                        <a:cubicBezTo>
                          <a:pt x="55" y="55"/>
                          <a:pt x="55" y="55"/>
                          <a:pt x="55" y="55"/>
                        </a:cubicBezTo>
                        <a:cubicBezTo>
                          <a:pt x="59" y="55"/>
                          <a:pt x="59" y="55"/>
                          <a:pt x="59" y="55"/>
                        </a:cubicBezTo>
                        <a:cubicBezTo>
                          <a:pt x="59" y="54"/>
                          <a:pt x="59" y="54"/>
                          <a:pt x="59" y="54"/>
                        </a:cubicBezTo>
                        <a:cubicBezTo>
                          <a:pt x="59" y="53"/>
                          <a:pt x="59" y="53"/>
                          <a:pt x="59" y="53"/>
                        </a:cubicBezTo>
                        <a:cubicBezTo>
                          <a:pt x="59" y="53"/>
                          <a:pt x="59" y="53"/>
                          <a:pt x="59" y="53"/>
                        </a:cubicBezTo>
                        <a:cubicBezTo>
                          <a:pt x="60" y="52"/>
                          <a:pt x="60" y="52"/>
                          <a:pt x="60" y="51"/>
                        </a:cubicBezTo>
                        <a:cubicBezTo>
                          <a:pt x="60" y="51"/>
                          <a:pt x="60" y="51"/>
                          <a:pt x="60" y="51"/>
                        </a:cubicBezTo>
                        <a:cubicBezTo>
                          <a:pt x="60" y="45"/>
                          <a:pt x="60" y="45"/>
                          <a:pt x="60" y="45"/>
                        </a:cubicBezTo>
                        <a:cubicBezTo>
                          <a:pt x="60" y="44"/>
                          <a:pt x="59" y="44"/>
                          <a:pt x="59" y="44"/>
                        </a:cubicBezTo>
                        <a:cubicBezTo>
                          <a:pt x="59" y="44"/>
                          <a:pt x="59" y="44"/>
                          <a:pt x="59" y="44"/>
                        </a:cubicBezTo>
                        <a:cubicBezTo>
                          <a:pt x="58" y="43"/>
                          <a:pt x="57" y="43"/>
                          <a:pt x="56" y="42"/>
                        </a:cubicBezTo>
                        <a:cubicBezTo>
                          <a:pt x="57" y="42"/>
                          <a:pt x="57" y="42"/>
                          <a:pt x="57" y="42"/>
                        </a:cubicBezTo>
                        <a:cubicBezTo>
                          <a:pt x="57" y="42"/>
                          <a:pt x="57" y="42"/>
                          <a:pt x="57" y="42"/>
                        </a:cubicBezTo>
                        <a:cubicBezTo>
                          <a:pt x="58" y="42"/>
                          <a:pt x="58" y="42"/>
                          <a:pt x="58" y="42"/>
                        </a:cubicBezTo>
                        <a:cubicBezTo>
                          <a:pt x="58" y="42"/>
                          <a:pt x="58" y="42"/>
                          <a:pt x="58" y="42"/>
                        </a:cubicBezTo>
                        <a:cubicBezTo>
                          <a:pt x="58" y="42"/>
                          <a:pt x="58" y="42"/>
                          <a:pt x="58" y="42"/>
                        </a:cubicBezTo>
                        <a:cubicBezTo>
                          <a:pt x="58" y="43"/>
                          <a:pt x="58" y="43"/>
                          <a:pt x="58" y="43"/>
                        </a:cubicBezTo>
                        <a:cubicBezTo>
                          <a:pt x="59" y="43"/>
                          <a:pt x="59" y="43"/>
                          <a:pt x="59" y="43"/>
                        </a:cubicBezTo>
                        <a:cubicBezTo>
                          <a:pt x="60" y="43"/>
                          <a:pt x="60" y="43"/>
                          <a:pt x="60" y="43"/>
                        </a:cubicBezTo>
                        <a:cubicBezTo>
                          <a:pt x="60" y="43"/>
                          <a:pt x="60" y="43"/>
                          <a:pt x="60" y="43"/>
                        </a:cubicBezTo>
                        <a:cubicBezTo>
                          <a:pt x="61" y="43"/>
                          <a:pt x="61" y="43"/>
                          <a:pt x="61" y="43"/>
                        </a:cubicBezTo>
                        <a:cubicBezTo>
                          <a:pt x="61" y="43"/>
                          <a:pt x="61" y="43"/>
                          <a:pt x="61" y="43"/>
                        </a:cubicBezTo>
                        <a:cubicBezTo>
                          <a:pt x="61" y="43"/>
                          <a:pt x="61" y="43"/>
                          <a:pt x="61" y="43"/>
                        </a:cubicBezTo>
                        <a:cubicBezTo>
                          <a:pt x="61" y="44"/>
                          <a:pt x="61" y="44"/>
                          <a:pt x="61" y="44"/>
                        </a:cubicBezTo>
                        <a:cubicBezTo>
                          <a:pt x="61" y="45"/>
                          <a:pt x="62" y="46"/>
                          <a:pt x="62" y="46"/>
                        </a:cubicBezTo>
                        <a:cubicBezTo>
                          <a:pt x="63" y="47"/>
                          <a:pt x="63" y="47"/>
                          <a:pt x="63" y="47"/>
                        </a:cubicBezTo>
                        <a:cubicBezTo>
                          <a:pt x="63" y="47"/>
                          <a:pt x="63" y="47"/>
                          <a:pt x="63" y="47"/>
                        </a:cubicBezTo>
                        <a:cubicBezTo>
                          <a:pt x="63" y="47"/>
                          <a:pt x="63" y="47"/>
                          <a:pt x="63" y="47"/>
                        </a:cubicBezTo>
                        <a:cubicBezTo>
                          <a:pt x="64" y="48"/>
                          <a:pt x="64" y="48"/>
                          <a:pt x="64" y="48"/>
                        </a:cubicBezTo>
                        <a:cubicBezTo>
                          <a:pt x="65" y="48"/>
                          <a:pt x="65" y="48"/>
                          <a:pt x="65" y="49"/>
                        </a:cubicBezTo>
                        <a:cubicBezTo>
                          <a:pt x="65" y="49"/>
                          <a:pt x="65" y="49"/>
                          <a:pt x="65" y="49"/>
                        </a:cubicBezTo>
                        <a:cubicBezTo>
                          <a:pt x="65" y="49"/>
                          <a:pt x="65" y="49"/>
                          <a:pt x="65" y="49"/>
                        </a:cubicBezTo>
                        <a:cubicBezTo>
                          <a:pt x="66" y="50"/>
                          <a:pt x="66" y="50"/>
                          <a:pt x="67" y="50"/>
                        </a:cubicBezTo>
                        <a:cubicBezTo>
                          <a:pt x="67" y="50"/>
                          <a:pt x="67" y="50"/>
                          <a:pt x="67" y="50"/>
                        </a:cubicBezTo>
                        <a:cubicBezTo>
                          <a:pt x="67" y="50"/>
                          <a:pt x="68" y="50"/>
                          <a:pt x="69" y="49"/>
                        </a:cubicBezTo>
                        <a:cubicBezTo>
                          <a:pt x="69" y="49"/>
                          <a:pt x="69" y="49"/>
                          <a:pt x="69" y="48"/>
                        </a:cubicBezTo>
                        <a:cubicBezTo>
                          <a:pt x="69" y="48"/>
                          <a:pt x="69" y="48"/>
                          <a:pt x="69" y="48"/>
                        </a:cubicBezTo>
                        <a:cubicBezTo>
                          <a:pt x="70" y="47"/>
                          <a:pt x="70" y="46"/>
                          <a:pt x="70" y="44"/>
                        </a:cubicBezTo>
                        <a:cubicBezTo>
                          <a:pt x="70" y="42"/>
                          <a:pt x="69" y="40"/>
                          <a:pt x="67" y="38"/>
                        </a:cubicBezTo>
                        <a:cubicBezTo>
                          <a:pt x="67" y="38"/>
                          <a:pt x="67" y="38"/>
                          <a:pt x="67" y="38"/>
                        </a:cubicBezTo>
                        <a:cubicBezTo>
                          <a:pt x="67" y="37"/>
                          <a:pt x="66" y="37"/>
                          <a:pt x="66" y="36"/>
                        </a:cubicBezTo>
                        <a:cubicBezTo>
                          <a:pt x="66" y="36"/>
                          <a:pt x="66" y="36"/>
                          <a:pt x="66" y="36"/>
                        </a:cubicBezTo>
                        <a:cubicBezTo>
                          <a:pt x="66" y="36"/>
                          <a:pt x="66" y="35"/>
                          <a:pt x="66" y="35"/>
                        </a:cubicBezTo>
                        <a:cubicBezTo>
                          <a:pt x="67" y="34"/>
                          <a:pt x="67" y="34"/>
                          <a:pt x="67" y="34"/>
                        </a:cubicBezTo>
                        <a:cubicBezTo>
                          <a:pt x="67" y="34"/>
                          <a:pt x="67" y="34"/>
                          <a:pt x="67" y="34"/>
                        </a:cubicBezTo>
                        <a:cubicBezTo>
                          <a:pt x="68" y="34"/>
                          <a:pt x="69" y="35"/>
                          <a:pt x="70" y="35"/>
                        </a:cubicBezTo>
                        <a:cubicBezTo>
                          <a:pt x="71" y="36"/>
                          <a:pt x="71" y="36"/>
                          <a:pt x="72" y="36"/>
                        </a:cubicBezTo>
                        <a:cubicBezTo>
                          <a:pt x="73" y="37"/>
                          <a:pt x="73" y="37"/>
                          <a:pt x="73" y="37"/>
                        </a:cubicBezTo>
                        <a:cubicBezTo>
                          <a:pt x="73" y="37"/>
                          <a:pt x="74" y="37"/>
                          <a:pt x="74" y="37"/>
                        </a:cubicBezTo>
                        <a:cubicBezTo>
                          <a:pt x="74" y="37"/>
                          <a:pt x="74" y="37"/>
                          <a:pt x="74" y="37"/>
                        </a:cubicBezTo>
                        <a:cubicBezTo>
                          <a:pt x="74" y="38"/>
                          <a:pt x="74" y="39"/>
                          <a:pt x="75" y="39"/>
                        </a:cubicBezTo>
                        <a:cubicBezTo>
                          <a:pt x="76" y="39"/>
                          <a:pt x="76" y="39"/>
                          <a:pt x="76" y="39"/>
                        </a:cubicBezTo>
                        <a:cubicBezTo>
                          <a:pt x="76" y="40"/>
                          <a:pt x="77" y="40"/>
                          <a:pt x="78" y="41"/>
                        </a:cubicBezTo>
                        <a:cubicBezTo>
                          <a:pt x="78" y="42"/>
                          <a:pt x="78" y="42"/>
                          <a:pt x="78" y="42"/>
                        </a:cubicBezTo>
                        <a:cubicBezTo>
                          <a:pt x="78" y="42"/>
                          <a:pt x="78" y="42"/>
                          <a:pt x="79" y="43"/>
                        </a:cubicBezTo>
                        <a:cubicBezTo>
                          <a:pt x="76" y="43"/>
                          <a:pt x="76" y="43"/>
                          <a:pt x="76" y="43"/>
                        </a:cubicBezTo>
                        <a:cubicBezTo>
                          <a:pt x="75" y="43"/>
                          <a:pt x="74" y="43"/>
                          <a:pt x="74" y="44"/>
                        </a:cubicBezTo>
                        <a:cubicBezTo>
                          <a:pt x="74" y="44"/>
                          <a:pt x="74" y="44"/>
                          <a:pt x="74" y="44"/>
                        </a:cubicBezTo>
                        <a:cubicBezTo>
                          <a:pt x="74" y="44"/>
                          <a:pt x="74" y="44"/>
                          <a:pt x="74" y="44"/>
                        </a:cubicBezTo>
                        <a:cubicBezTo>
                          <a:pt x="74" y="44"/>
                          <a:pt x="74" y="44"/>
                          <a:pt x="74" y="44"/>
                        </a:cubicBezTo>
                        <a:cubicBezTo>
                          <a:pt x="74" y="44"/>
                          <a:pt x="74" y="44"/>
                          <a:pt x="74" y="44"/>
                        </a:cubicBezTo>
                        <a:cubicBezTo>
                          <a:pt x="73" y="44"/>
                          <a:pt x="73" y="44"/>
                          <a:pt x="73" y="44"/>
                        </a:cubicBezTo>
                        <a:cubicBezTo>
                          <a:pt x="73" y="45"/>
                          <a:pt x="73" y="45"/>
                          <a:pt x="73" y="45"/>
                        </a:cubicBezTo>
                        <a:cubicBezTo>
                          <a:pt x="73" y="46"/>
                          <a:pt x="73" y="48"/>
                          <a:pt x="74" y="49"/>
                        </a:cubicBezTo>
                        <a:cubicBezTo>
                          <a:pt x="74" y="49"/>
                          <a:pt x="74" y="49"/>
                          <a:pt x="74" y="49"/>
                        </a:cubicBezTo>
                        <a:cubicBezTo>
                          <a:pt x="74" y="50"/>
                          <a:pt x="74" y="50"/>
                          <a:pt x="75" y="50"/>
                        </a:cubicBezTo>
                        <a:cubicBezTo>
                          <a:pt x="76" y="50"/>
                          <a:pt x="76" y="50"/>
                          <a:pt x="76" y="50"/>
                        </a:cubicBezTo>
                        <a:cubicBezTo>
                          <a:pt x="76" y="51"/>
                          <a:pt x="76" y="51"/>
                          <a:pt x="76" y="51"/>
                        </a:cubicBezTo>
                        <a:cubicBezTo>
                          <a:pt x="76" y="51"/>
                          <a:pt x="76" y="53"/>
                          <a:pt x="77" y="53"/>
                        </a:cubicBezTo>
                        <a:cubicBezTo>
                          <a:pt x="78" y="53"/>
                          <a:pt x="78" y="53"/>
                          <a:pt x="78" y="53"/>
                        </a:cubicBezTo>
                        <a:cubicBezTo>
                          <a:pt x="78" y="53"/>
                          <a:pt x="78" y="53"/>
                          <a:pt x="78" y="53"/>
                        </a:cubicBezTo>
                        <a:cubicBezTo>
                          <a:pt x="78" y="53"/>
                          <a:pt x="78" y="53"/>
                          <a:pt x="78" y="53"/>
                        </a:cubicBezTo>
                        <a:cubicBezTo>
                          <a:pt x="78" y="55"/>
                          <a:pt x="78" y="55"/>
                          <a:pt x="78" y="55"/>
                        </a:cubicBezTo>
                        <a:cubicBezTo>
                          <a:pt x="79" y="55"/>
                          <a:pt x="79" y="55"/>
                          <a:pt x="79" y="55"/>
                        </a:cubicBezTo>
                        <a:cubicBezTo>
                          <a:pt x="80" y="55"/>
                          <a:pt x="80" y="55"/>
                          <a:pt x="81" y="55"/>
                        </a:cubicBezTo>
                        <a:cubicBezTo>
                          <a:pt x="81" y="56"/>
                          <a:pt x="82" y="56"/>
                          <a:pt x="83" y="56"/>
                        </a:cubicBezTo>
                        <a:cubicBezTo>
                          <a:pt x="84" y="56"/>
                          <a:pt x="84" y="56"/>
                          <a:pt x="84" y="56"/>
                        </a:cubicBezTo>
                        <a:cubicBezTo>
                          <a:pt x="85" y="56"/>
                          <a:pt x="85" y="56"/>
                          <a:pt x="85" y="56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6" y="55"/>
                          <a:pt x="86" y="55"/>
                        </a:cubicBezTo>
                        <a:cubicBezTo>
                          <a:pt x="86" y="55"/>
                          <a:pt x="86" y="55"/>
                          <a:pt x="86" y="55"/>
                        </a:cubicBezTo>
                        <a:cubicBezTo>
                          <a:pt x="85" y="56"/>
                          <a:pt x="85" y="56"/>
                          <a:pt x="85" y="56"/>
                        </a:cubicBezTo>
                        <a:cubicBezTo>
                          <a:pt x="86" y="56"/>
                          <a:pt x="86" y="56"/>
                          <a:pt x="86" y="56"/>
                        </a:cubicBezTo>
                        <a:cubicBezTo>
                          <a:pt x="87" y="56"/>
                          <a:pt x="87" y="56"/>
                          <a:pt x="87" y="56"/>
                        </a:cubicBezTo>
                        <a:cubicBezTo>
                          <a:pt x="87" y="56"/>
                          <a:pt x="87" y="56"/>
                          <a:pt x="87" y="56"/>
                        </a:cubicBezTo>
                        <a:cubicBezTo>
                          <a:pt x="87" y="57"/>
                          <a:pt x="87" y="57"/>
                          <a:pt x="87" y="57"/>
                        </a:cubicBezTo>
                        <a:cubicBezTo>
                          <a:pt x="87" y="59"/>
                          <a:pt x="87" y="59"/>
                          <a:pt x="87" y="59"/>
                        </a:cubicBezTo>
                        <a:cubicBezTo>
                          <a:pt x="87" y="59"/>
                          <a:pt x="87" y="59"/>
                          <a:pt x="87" y="59"/>
                        </a:cubicBezTo>
                        <a:cubicBezTo>
                          <a:pt x="87" y="59"/>
                          <a:pt x="87" y="60"/>
                          <a:pt x="88" y="60"/>
                        </a:cubicBezTo>
                        <a:cubicBezTo>
                          <a:pt x="88" y="60"/>
                          <a:pt x="88" y="60"/>
                          <a:pt x="88" y="60"/>
                        </a:cubicBezTo>
                        <a:cubicBezTo>
                          <a:pt x="88" y="60"/>
                          <a:pt x="88" y="60"/>
                          <a:pt x="88" y="60"/>
                        </a:cubicBezTo>
                        <a:cubicBezTo>
                          <a:pt x="88" y="62"/>
                          <a:pt x="88" y="62"/>
                          <a:pt x="88" y="62"/>
                        </a:cubicBezTo>
                        <a:cubicBezTo>
                          <a:pt x="88" y="62"/>
                          <a:pt x="88" y="62"/>
                          <a:pt x="88" y="62"/>
                        </a:cubicBezTo>
                        <a:cubicBezTo>
                          <a:pt x="88" y="63"/>
                          <a:pt x="88" y="63"/>
                          <a:pt x="88" y="63"/>
                        </a:cubicBezTo>
                        <a:cubicBezTo>
                          <a:pt x="89" y="63"/>
                          <a:pt x="89" y="63"/>
                          <a:pt x="89" y="63"/>
                        </a:cubicBezTo>
                        <a:cubicBezTo>
                          <a:pt x="90" y="63"/>
                          <a:pt x="90" y="63"/>
                          <a:pt x="90" y="63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6"/>
                          <a:pt x="89" y="66"/>
                          <a:pt x="89" y="66"/>
                        </a:cubicBezTo>
                        <a:cubicBezTo>
                          <a:pt x="88" y="66"/>
                          <a:pt x="88" y="66"/>
                          <a:pt x="88" y="66"/>
                        </a:cubicBezTo>
                        <a:cubicBezTo>
                          <a:pt x="87" y="65"/>
                          <a:pt x="87" y="65"/>
                          <a:pt x="87" y="65"/>
                        </a:cubicBezTo>
                        <a:cubicBezTo>
                          <a:pt x="87" y="67"/>
                          <a:pt x="87" y="67"/>
                          <a:pt x="87" y="67"/>
                        </a:cubicBezTo>
                        <a:cubicBezTo>
                          <a:pt x="87" y="67"/>
                          <a:pt x="86" y="67"/>
                          <a:pt x="86" y="67"/>
                        </a:cubicBezTo>
                        <a:cubicBezTo>
                          <a:pt x="85" y="67"/>
                          <a:pt x="85" y="67"/>
                          <a:pt x="85" y="67"/>
                        </a:cubicBezTo>
                        <a:cubicBezTo>
                          <a:pt x="85" y="66"/>
                          <a:pt x="85" y="66"/>
                          <a:pt x="85" y="66"/>
                        </a:cubicBezTo>
                        <a:cubicBezTo>
                          <a:pt x="84" y="66"/>
                          <a:pt x="83" y="66"/>
                          <a:pt x="83" y="66"/>
                        </a:cubicBezTo>
                        <a:cubicBezTo>
                          <a:pt x="82" y="66"/>
                          <a:pt x="82" y="66"/>
                          <a:pt x="82" y="66"/>
                        </a:cubicBezTo>
                        <a:cubicBezTo>
                          <a:pt x="81" y="66"/>
                          <a:pt x="81" y="66"/>
                          <a:pt x="81" y="66"/>
                        </a:cubicBezTo>
                        <a:cubicBezTo>
                          <a:pt x="80" y="66"/>
                          <a:pt x="80" y="66"/>
                          <a:pt x="80" y="66"/>
                        </a:cubicBezTo>
                        <a:cubicBezTo>
                          <a:pt x="80" y="65"/>
                          <a:pt x="80" y="65"/>
                          <a:pt x="80" y="65"/>
                        </a:cubicBezTo>
                        <a:cubicBezTo>
                          <a:pt x="80" y="64"/>
                          <a:pt x="80" y="64"/>
                          <a:pt x="80" y="64"/>
                        </a:cubicBezTo>
                        <a:cubicBezTo>
                          <a:pt x="79" y="64"/>
                          <a:pt x="79" y="64"/>
                          <a:pt x="79" y="64"/>
                        </a:cubicBezTo>
                        <a:cubicBezTo>
                          <a:pt x="79" y="64"/>
                          <a:pt x="79" y="64"/>
                          <a:pt x="78" y="64"/>
                        </a:cubicBezTo>
                        <a:cubicBezTo>
                          <a:pt x="78" y="63"/>
                          <a:pt x="77" y="63"/>
                          <a:pt x="77" y="63"/>
                        </a:cubicBezTo>
                        <a:cubicBezTo>
                          <a:pt x="76" y="63"/>
                          <a:pt x="76" y="63"/>
                          <a:pt x="76" y="63"/>
                        </a:cubicBezTo>
                        <a:cubicBezTo>
                          <a:pt x="76" y="64"/>
                          <a:pt x="76" y="64"/>
                          <a:pt x="76" y="64"/>
                        </a:cubicBezTo>
                        <a:cubicBezTo>
                          <a:pt x="76" y="65"/>
                          <a:pt x="76" y="66"/>
                          <a:pt x="75" y="67"/>
                        </a:cubicBezTo>
                        <a:cubicBezTo>
                          <a:pt x="75" y="67"/>
                          <a:pt x="75" y="67"/>
                          <a:pt x="74" y="67"/>
                        </a:cubicBezTo>
                        <a:cubicBezTo>
                          <a:pt x="74" y="67"/>
                          <a:pt x="74" y="67"/>
                          <a:pt x="74" y="67"/>
                        </a:cubicBezTo>
                        <a:cubicBezTo>
                          <a:pt x="73" y="67"/>
                          <a:pt x="73" y="67"/>
                          <a:pt x="73" y="67"/>
                        </a:cubicBezTo>
                        <a:cubicBezTo>
                          <a:pt x="73" y="67"/>
                          <a:pt x="73" y="67"/>
                          <a:pt x="73" y="67"/>
                        </a:cubicBezTo>
                        <a:cubicBezTo>
                          <a:pt x="72" y="67"/>
                          <a:pt x="72" y="67"/>
                          <a:pt x="72" y="67"/>
                        </a:cubicBezTo>
                        <a:cubicBezTo>
                          <a:pt x="72" y="66"/>
                          <a:pt x="72" y="66"/>
                          <a:pt x="72" y="66"/>
                        </a:cubicBezTo>
                        <a:cubicBezTo>
                          <a:pt x="71" y="66"/>
                          <a:pt x="71" y="66"/>
                          <a:pt x="71" y="66"/>
                        </a:cubicBezTo>
                        <a:cubicBezTo>
                          <a:pt x="70" y="66"/>
                          <a:pt x="70" y="66"/>
                          <a:pt x="70" y="66"/>
                        </a:cubicBezTo>
                        <a:cubicBezTo>
                          <a:pt x="70" y="66"/>
                          <a:pt x="70" y="66"/>
                          <a:pt x="70" y="66"/>
                        </a:cubicBezTo>
                        <a:cubicBezTo>
                          <a:pt x="69" y="66"/>
                          <a:pt x="69" y="66"/>
                          <a:pt x="69" y="66"/>
                        </a:cubicBezTo>
                        <a:cubicBezTo>
                          <a:pt x="69" y="66"/>
                          <a:pt x="69" y="66"/>
                          <a:pt x="69" y="66"/>
                        </a:cubicBezTo>
                        <a:cubicBezTo>
                          <a:pt x="69" y="65"/>
                          <a:pt x="69" y="65"/>
                          <a:pt x="69" y="65"/>
                        </a:cubicBezTo>
                        <a:cubicBezTo>
                          <a:pt x="69" y="64"/>
                          <a:pt x="69" y="64"/>
                          <a:pt x="69" y="64"/>
                        </a:cubicBezTo>
                        <a:cubicBezTo>
                          <a:pt x="68" y="64"/>
                          <a:pt x="68" y="64"/>
                          <a:pt x="68" y="64"/>
                        </a:cubicBezTo>
                        <a:cubicBezTo>
                          <a:pt x="68" y="64"/>
                          <a:pt x="67" y="64"/>
                          <a:pt x="67" y="64"/>
                        </a:cubicBezTo>
                        <a:cubicBezTo>
                          <a:pt x="67" y="64"/>
                          <a:pt x="67" y="64"/>
                          <a:pt x="67" y="64"/>
                        </a:cubicBezTo>
                        <a:cubicBezTo>
                          <a:pt x="67" y="64"/>
                          <a:pt x="67" y="64"/>
                          <a:pt x="67" y="64"/>
                        </a:cubicBezTo>
                        <a:cubicBezTo>
                          <a:pt x="68" y="63"/>
                          <a:pt x="68" y="63"/>
                          <a:pt x="68" y="63"/>
                        </a:cubicBezTo>
                        <a:cubicBezTo>
                          <a:pt x="66" y="63"/>
                          <a:pt x="66" y="63"/>
                          <a:pt x="66" y="63"/>
                        </a:cubicBezTo>
                        <a:cubicBezTo>
                          <a:pt x="66" y="63"/>
                          <a:pt x="66" y="63"/>
                          <a:pt x="66" y="63"/>
                        </a:cubicBezTo>
                        <a:cubicBezTo>
                          <a:pt x="65" y="63"/>
                          <a:pt x="65" y="63"/>
                          <a:pt x="64" y="63"/>
                        </a:cubicBezTo>
                        <a:cubicBezTo>
                          <a:pt x="63" y="63"/>
                          <a:pt x="63" y="63"/>
                          <a:pt x="63" y="63"/>
                        </a:cubicBezTo>
                        <a:cubicBezTo>
                          <a:pt x="63" y="63"/>
                          <a:pt x="63" y="63"/>
                          <a:pt x="63" y="63"/>
                        </a:cubicBezTo>
                        <a:cubicBezTo>
                          <a:pt x="63" y="62"/>
                          <a:pt x="63" y="62"/>
                          <a:pt x="63" y="62"/>
                        </a:cubicBezTo>
                        <a:cubicBezTo>
                          <a:pt x="63" y="61"/>
                          <a:pt x="63" y="61"/>
                          <a:pt x="63" y="61"/>
                        </a:cubicBezTo>
                        <a:cubicBezTo>
                          <a:pt x="62" y="61"/>
                          <a:pt x="62" y="61"/>
                          <a:pt x="62" y="61"/>
                        </a:cubicBezTo>
                        <a:cubicBezTo>
                          <a:pt x="61" y="61"/>
                          <a:pt x="61" y="61"/>
                          <a:pt x="61" y="61"/>
                        </a:cubicBezTo>
                        <a:cubicBezTo>
                          <a:pt x="61" y="61"/>
                          <a:pt x="60" y="61"/>
                          <a:pt x="60" y="61"/>
                        </a:cubicBezTo>
                        <a:cubicBezTo>
                          <a:pt x="59" y="61"/>
                          <a:pt x="59" y="61"/>
                          <a:pt x="58" y="61"/>
                        </a:cubicBezTo>
                        <a:cubicBezTo>
                          <a:pt x="58" y="61"/>
                          <a:pt x="58" y="61"/>
                          <a:pt x="58" y="61"/>
                        </a:cubicBezTo>
                        <a:cubicBezTo>
                          <a:pt x="57" y="61"/>
                          <a:pt x="57" y="61"/>
                          <a:pt x="57" y="61"/>
                        </a:cubicBezTo>
                        <a:cubicBezTo>
                          <a:pt x="57" y="61"/>
                          <a:pt x="57" y="60"/>
                          <a:pt x="57" y="60"/>
                        </a:cubicBezTo>
                        <a:cubicBezTo>
                          <a:pt x="58" y="59"/>
                          <a:pt x="58" y="59"/>
                          <a:pt x="58" y="59"/>
                        </a:cubicBezTo>
                        <a:cubicBezTo>
                          <a:pt x="56" y="58"/>
                          <a:pt x="56" y="58"/>
                          <a:pt x="56" y="58"/>
                        </a:cubicBezTo>
                        <a:cubicBezTo>
                          <a:pt x="56" y="58"/>
                          <a:pt x="56" y="58"/>
                          <a:pt x="56" y="58"/>
                        </a:cubicBezTo>
                        <a:cubicBezTo>
                          <a:pt x="56" y="58"/>
                          <a:pt x="56" y="58"/>
                          <a:pt x="56" y="58"/>
                        </a:cubicBezTo>
                        <a:cubicBezTo>
                          <a:pt x="56" y="58"/>
                          <a:pt x="56" y="58"/>
                          <a:pt x="56" y="58"/>
                        </a:cubicBezTo>
                        <a:cubicBezTo>
                          <a:pt x="56" y="56"/>
                          <a:pt x="56" y="56"/>
                          <a:pt x="56" y="56"/>
                        </a:cubicBezTo>
                        <a:cubicBezTo>
                          <a:pt x="55" y="56"/>
                          <a:pt x="55" y="56"/>
                          <a:pt x="55" y="56"/>
                        </a:cubicBezTo>
                        <a:cubicBezTo>
                          <a:pt x="55" y="56"/>
                          <a:pt x="55" y="56"/>
                          <a:pt x="55" y="56"/>
                        </a:cubicBezTo>
                        <a:cubicBezTo>
                          <a:pt x="54" y="56"/>
                          <a:pt x="54" y="56"/>
                          <a:pt x="54" y="56"/>
                        </a:cubicBezTo>
                        <a:cubicBezTo>
                          <a:pt x="54" y="55"/>
                          <a:pt x="54" y="55"/>
                          <a:pt x="54" y="55"/>
                        </a:cubicBezTo>
                        <a:cubicBezTo>
                          <a:pt x="55" y="55"/>
                          <a:pt x="55" y="54"/>
                          <a:pt x="54" y="54"/>
                        </a:cubicBezTo>
                        <a:cubicBezTo>
                          <a:pt x="54" y="53"/>
                          <a:pt x="53" y="53"/>
                          <a:pt x="52" y="53"/>
                        </a:cubicBezTo>
                        <a:cubicBezTo>
                          <a:pt x="52" y="53"/>
                          <a:pt x="52" y="53"/>
                          <a:pt x="52" y="53"/>
                        </a:cubicBezTo>
                        <a:cubicBezTo>
                          <a:pt x="52" y="52"/>
                          <a:pt x="52" y="52"/>
                          <a:pt x="52" y="52"/>
                        </a:cubicBezTo>
                        <a:cubicBezTo>
                          <a:pt x="52" y="51"/>
                          <a:pt x="52" y="51"/>
                          <a:pt x="52" y="51"/>
                        </a:cubicBezTo>
                        <a:cubicBezTo>
                          <a:pt x="51" y="51"/>
                          <a:pt x="51" y="51"/>
                          <a:pt x="51" y="51"/>
                        </a:cubicBezTo>
                        <a:cubicBezTo>
                          <a:pt x="49" y="51"/>
                          <a:pt x="48" y="52"/>
                          <a:pt x="48" y="53"/>
                        </a:cubicBezTo>
                        <a:cubicBezTo>
                          <a:pt x="47" y="54"/>
                          <a:pt x="47" y="54"/>
                          <a:pt x="46" y="54"/>
                        </a:cubicBezTo>
                        <a:cubicBezTo>
                          <a:pt x="46" y="54"/>
                          <a:pt x="46" y="54"/>
                          <a:pt x="46" y="54"/>
                        </a:cubicBezTo>
                        <a:cubicBezTo>
                          <a:pt x="46" y="54"/>
                          <a:pt x="45" y="54"/>
                          <a:pt x="44" y="54"/>
                        </a:cubicBezTo>
                        <a:cubicBezTo>
                          <a:pt x="44" y="53"/>
                          <a:pt x="43" y="53"/>
                          <a:pt x="43" y="53"/>
                        </a:cubicBezTo>
                        <a:cubicBezTo>
                          <a:pt x="41" y="53"/>
                          <a:pt x="40" y="53"/>
                          <a:pt x="39" y="53"/>
                        </a:cubicBezTo>
                        <a:cubicBezTo>
                          <a:pt x="39" y="53"/>
                          <a:pt x="38" y="53"/>
                          <a:pt x="38" y="53"/>
                        </a:cubicBezTo>
                        <a:cubicBezTo>
                          <a:pt x="37" y="53"/>
                          <a:pt x="37" y="53"/>
                          <a:pt x="36" y="53"/>
                        </a:cubicBezTo>
                        <a:cubicBezTo>
                          <a:pt x="35" y="53"/>
                          <a:pt x="35" y="53"/>
                          <a:pt x="35" y="53"/>
                        </a:cubicBezTo>
                        <a:cubicBezTo>
                          <a:pt x="35" y="54"/>
                          <a:pt x="35" y="54"/>
                          <a:pt x="35" y="54"/>
                        </a:cubicBezTo>
                        <a:cubicBezTo>
                          <a:pt x="35" y="54"/>
                          <a:pt x="35" y="54"/>
                          <a:pt x="35" y="54"/>
                        </a:cubicBezTo>
                        <a:cubicBezTo>
                          <a:pt x="35" y="54"/>
                          <a:pt x="35" y="54"/>
                          <a:pt x="34" y="54"/>
                        </a:cubicBezTo>
                        <a:cubicBezTo>
                          <a:pt x="34" y="54"/>
                          <a:pt x="34" y="54"/>
                          <a:pt x="34" y="54"/>
                        </a:cubicBezTo>
                        <a:cubicBezTo>
                          <a:pt x="33" y="54"/>
                          <a:pt x="33" y="54"/>
                          <a:pt x="33" y="54"/>
                        </a:cubicBezTo>
                        <a:cubicBezTo>
                          <a:pt x="32" y="54"/>
                          <a:pt x="32" y="54"/>
                          <a:pt x="32" y="54"/>
                        </a:cubicBezTo>
                        <a:cubicBezTo>
                          <a:pt x="32" y="55"/>
                          <a:pt x="32" y="55"/>
                          <a:pt x="32" y="55"/>
                        </a:cubicBezTo>
                        <a:cubicBezTo>
                          <a:pt x="32" y="56"/>
                          <a:pt x="32" y="56"/>
                          <a:pt x="32" y="56"/>
                        </a:cubicBezTo>
                        <a:cubicBezTo>
                          <a:pt x="32" y="56"/>
                          <a:pt x="32" y="56"/>
                          <a:pt x="31" y="56"/>
                        </a:cubicBezTo>
                        <a:cubicBezTo>
                          <a:pt x="31" y="56"/>
                          <a:pt x="30" y="56"/>
                          <a:pt x="30" y="56"/>
                        </a:cubicBezTo>
                        <a:cubicBezTo>
                          <a:pt x="29" y="56"/>
                          <a:pt x="29" y="56"/>
                          <a:pt x="29" y="56"/>
                        </a:cubicBezTo>
                        <a:cubicBezTo>
                          <a:pt x="29" y="55"/>
                          <a:pt x="28" y="55"/>
                          <a:pt x="27" y="55"/>
                        </a:cubicBezTo>
                        <a:cubicBezTo>
                          <a:pt x="27" y="55"/>
                          <a:pt x="27" y="55"/>
                          <a:pt x="26" y="56"/>
                        </a:cubicBezTo>
                        <a:cubicBezTo>
                          <a:pt x="26" y="56"/>
                          <a:pt x="26" y="56"/>
                          <a:pt x="26" y="56"/>
                        </a:cubicBezTo>
                        <a:cubicBezTo>
                          <a:pt x="26" y="57"/>
                          <a:pt x="26" y="57"/>
                          <a:pt x="26" y="57"/>
                        </a:cubicBezTo>
                        <a:cubicBezTo>
                          <a:pt x="26" y="56"/>
                          <a:pt x="26" y="56"/>
                          <a:pt x="26" y="56"/>
                        </a:cubicBezTo>
                        <a:cubicBezTo>
                          <a:pt x="26" y="56"/>
                          <a:pt x="25" y="56"/>
                          <a:pt x="24" y="57"/>
                        </a:cubicBezTo>
                        <a:cubicBezTo>
                          <a:pt x="24" y="57"/>
                          <a:pt x="24" y="57"/>
                          <a:pt x="24" y="58"/>
                        </a:cubicBezTo>
                        <a:cubicBezTo>
                          <a:pt x="24" y="58"/>
                          <a:pt x="24" y="58"/>
                          <a:pt x="24" y="58"/>
                        </a:cubicBezTo>
                        <a:cubicBezTo>
                          <a:pt x="24" y="58"/>
                          <a:pt x="24" y="58"/>
                          <a:pt x="24" y="58"/>
                        </a:cubicBezTo>
                        <a:cubicBezTo>
                          <a:pt x="23" y="60"/>
                          <a:pt x="22" y="60"/>
                          <a:pt x="21" y="60"/>
                        </a:cubicBezTo>
                        <a:cubicBezTo>
                          <a:pt x="20" y="60"/>
                          <a:pt x="20" y="60"/>
                          <a:pt x="20" y="61"/>
                        </a:cubicBezTo>
                        <a:cubicBezTo>
                          <a:pt x="20" y="61"/>
                          <a:pt x="20" y="61"/>
                          <a:pt x="20" y="61"/>
                        </a:cubicBezTo>
                        <a:cubicBezTo>
                          <a:pt x="19" y="61"/>
                          <a:pt x="19" y="61"/>
                          <a:pt x="19" y="61"/>
                        </a:cubicBezTo>
                        <a:cubicBezTo>
                          <a:pt x="19" y="61"/>
                          <a:pt x="19" y="61"/>
                          <a:pt x="19" y="61"/>
                        </a:cubicBezTo>
                        <a:cubicBezTo>
                          <a:pt x="19" y="61"/>
                          <a:pt x="19" y="61"/>
                          <a:pt x="19" y="61"/>
                        </a:cubicBezTo>
                        <a:cubicBezTo>
                          <a:pt x="18" y="61"/>
                          <a:pt x="18" y="61"/>
                          <a:pt x="18" y="61"/>
                        </a:cubicBezTo>
                        <a:cubicBezTo>
                          <a:pt x="17" y="62"/>
                          <a:pt x="17" y="64"/>
                          <a:pt x="17" y="65"/>
                        </a:cubicBezTo>
                        <a:cubicBezTo>
                          <a:pt x="17" y="65"/>
                          <a:pt x="17" y="65"/>
                          <a:pt x="17" y="65"/>
                        </a:cubicBezTo>
                        <a:cubicBezTo>
                          <a:pt x="17" y="66"/>
                          <a:pt x="16" y="67"/>
                          <a:pt x="16" y="67"/>
                        </a:cubicBezTo>
                        <a:cubicBezTo>
                          <a:pt x="15" y="67"/>
                          <a:pt x="15" y="67"/>
                          <a:pt x="15" y="67"/>
                        </a:cubicBezTo>
                        <a:cubicBezTo>
                          <a:pt x="15" y="68"/>
                          <a:pt x="15" y="68"/>
                          <a:pt x="15" y="68"/>
                        </a:cubicBezTo>
                        <a:cubicBezTo>
                          <a:pt x="16" y="70"/>
                          <a:pt x="16" y="71"/>
                          <a:pt x="15" y="71"/>
                        </a:cubicBezTo>
                        <a:cubicBezTo>
                          <a:pt x="15" y="72"/>
                          <a:pt x="14" y="72"/>
                          <a:pt x="14" y="72"/>
                        </a:cubicBezTo>
                        <a:cubicBezTo>
                          <a:pt x="13" y="72"/>
                          <a:pt x="13" y="72"/>
                          <a:pt x="13" y="72"/>
                        </a:cubicBezTo>
                        <a:cubicBezTo>
                          <a:pt x="13" y="72"/>
                          <a:pt x="13" y="72"/>
                          <a:pt x="13" y="72"/>
                        </a:cubicBezTo>
                        <a:cubicBezTo>
                          <a:pt x="12" y="71"/>
                          <a:pt x="12" y="71"/>
                          <a:pt x="12" y="71"/>
                        </a:cubicBezTo>
                        <a:cubicBezTo>
                          <a:pt x="11" y="71"/>
                          <a:pt x="11" y="72"/>
                          <a:pt x="11" y="72"/>
                        </a:cubicBezTo>
                        <a:cubicBezTo>
                          <a:pt x="11" y="73"/>
                          <a:pt x="11" y="73"/>
                          <a:pt x="11" y="73"/>
                        </a:cubicBezTo>
                        <a:cubicBezTo>
                          <a:pt x="10" y="73"/>
                          <a:pt x="10" y="73"/>
                          <a:pt x="10" y="73"/>
                        </a:cubicBezTo>
                        <a:cubicBezTo>
                          <a:pt x="10" y="73"/>
                          <a:pt x="10" y="73"/>
                          <a:pt x="10" y="73"/>
                        </a:cubicBezTo>
                        <a:cubicBezTo>
                          <a:pt x="10" y="73"/>
                          <a:pt x="10" y="73"/>
                          <a:pt x="10" y="73"/>
                        </a:cubicBezTo>
                        <a:cubicBezTo>
                          <a:pt x="9" y="73"/>
                          <a:pt x="9" y="73"/>
                          <a:pt x="9" y="73"/>
                        </a:cubicBezTo>
                        <a:cubicBezTo>
                          <a:pt x="9" y="73"/>
                          <a:pt x="8" y="73"/>
                          <a:pt x="8" y="73"/>
                        </a:cubicBezTo>
                        <a:cubicBezTo>
                          <a:pt x="8" y="74"/>
                          <a:pt x="8" y="74"/>
                          <a:pt x="8" y="74"/>
                        </a:cubicBezTo>
                        <a:cubicBezTo>
                          <a:pt x="7" y="75"/>
                          <a:pt x="7" y="77"/>
                          <a:pt x="7" y="78"/>
                        </a:cubicBezTo>
                        <a:cubicBezTo>
                          <a:pt x="7" y="79"/>
                          <a:pt x="7" y="79"/>
                          <a:pt x="7" y="79"/>
                        </a:cubicBezTo>
                        <a:cubicBezTo>
                          <a:pt x="6" y="79"/>
                          <a:pt x="6" y="80"/>
                          <a:pt x="6" y="80"/>
                        </a:cubicBezTo>
                        <a:cubicBezTo>
                          <a:pt x="6" y="80"/>
                          <a:pt x="6" y="80"/>
                          <a:pt x="6" y="80"/>
                        </a:cubicBezTo>
                        <a:cubicBezTo>
                          <a:pt x="5" y="80"/>
                          <a:pt x="5" y="80"/>
                          <a:pt x="5" y="80"/>
                        </a:cubicBezTo>
                        <a:cubicBezTo>
                          <a:pt x="5" y="83"/>
                          <a:pt x="5" y="83"/>
                          <a:pt x="5" y="83"/>
                        </a:cubicBezTo>
                        <a:cubicBezTo>
                          <a:pt x="5" y="84"/>
                          <a:pt x="5" y="85"/>
                          <a:pt x="4" y="85"/>
                        </a:cubicBezTo>
                        <a:cubicBezTo>
                          <a:pt x="3" y="86"/>
                          <a:pt x="3" y="86"/>
                          <a:pt x="3" y="86"/>
                        </a:cubicBezTo>
                        <a:cubicBezTo>
                          <a:pt x="2" y="86"/>
                          <a:pt x="2" y="86"/>
                          <a:pt x="2" y="86"/>
                        </a:cubicBezTo>
                        <a:cubicBezTo>
                          <a:pt x="2" y="87"/>
                          <a:pt x="2" y="87"/>
                          <a:pt x="2" y="87"/>
                        </a:cubicBezTo>
                        <a:cubicBezTo>
                          <a:pt x="2" y="87"/>
                          <a:pt x="2" y="88"/>
                          <a:pt x="2" y="88"/>
                        </a:cubicBezTo>
                        <a:cubicBezTo>
                          <a:pt x="2" y="89"/>
                          <a:pt x="2" y="89"/>
                          <a:pt x="1" y="90"/>
                        </a:cubicBezTo>
                        <a:cubicBezTo>
                          <a:pt x="1" y="90"/>
                          <a:pt x="1" y="90"/>
                          <a:pt x="0" y="90"/>
                        </a:cubicBezTo>
                        <a:cubicBezTo>
                          <a:pt x="0" y="90"/>
                          <a:pt x="0" y="90"/>
                          <a:pt x="0" y="90"/>
                        </a:cubicBezTo>
                        <a:cubicBezTo>
                          <a:pt x="0" y="93"/>
                          <a:pt x="0" y="93"/>
                          <a:pt x="0" y="93"/>
                        </a:cubicBezTo>
                        <a:cubicBezTo>
                          <a:pt x="0" y="94"/>
                          <a:pt x="0" y="95"/>
                          <a:pt x="0" y="96"/>
                        </a:cubicBezTo>
                        <a:cubicBezTo>
                          <a:pt x="1" y="96"/>
                          <a:pt x="1" y="96"/>
                          <a:pt x="1" y="96"/>
                        </a:cubicBezTo>
                        <a:cubicBezTo>
                          <a:pt x="1" y="97"/>
                          <a:pt x="1" y="97"/>
                          <a:pt x="1" y="97"/>
                        </a:cubicBezTo>
                        <a:cubicBezTo>
                          <a:pt x="1" y="97"/>
                          <a:pt x="1" y="98"/>
                          <a:pt x="2" y="98"/>
                        </a:cubicBezTo>
                        <a:cubicBezTo>
                          <a:pt x="2" y="98"/>
                          <a:pt x="2" y="98"/>
                          <a:pt x="2" y="98"/>
                        </a:cubicBezTo>
                        <a:cubicBezTo>
                          <a:pt x="2" y="98"/>
                          <a:pt x="2" y="98"/>
                          <a:pt x="2" y="98"/>
                        </a:cubicBezTo>
                        <a:cubicBezTo>
                          <a:pt x="2" y="99"/>
                          <a:pt x="2" y="99"/>
                          <a:pt x="2" y="99"/>
                        </a:cubicBezTo>
                        <a:cubicBezTo>
                          <a:pt x="2" y="99"/>
                          <a:pt x="2" y="99"/>
                          <a:pt x="2" y="99"/>
                        </a:cubicBezTo>
                        <a:cubicBezTo>
                          <a:pt x="2" y="100"/>
                          <a:pt x="3" y="100"/>
                          <a:pt x="4" y="101"/>
                        </a:cubicBezTo>
                        <a:cubicBezTo>
                          <a:pt x="4" y="101"/>
                          <a:pt x="4" y="101"/>
                          <a:pt x="4" y="101"/>
                        </a:cubicBezTo>
                        <a:cubicBezTo>
                          <a:pt x="4" y="101"/>
                          <a:pt x="4" y="101"/>
                          <a:pt x="4" y="101"/>
                        </a:cubicBezTo>
                        <a:cubicBezTo>
                          <a:pt x="4" y="101"/>
                          <a:pt x="4" y="102"/>
                          <a:pt x="4" y="102"/>
                        </a:cubicBezTo>
                        <a:cubicBezTo>
                          <a:pt x="4" y="103"/>
                          <a:pt x="4" y="103"/>
                          <a:pt x="4" y="103"/>
                        </a:cubicBezTo>
                        <a:cubicBezTo>
                          <a:pt x="4" y="104"/>
                          <a:pt x="4" y="105"/>
                          <a:pt x="3" y="106"/>
                        </a:cubicBezTo>
                        <a:cubicBezTo>
                          <a:pt x="3" y="106"/>
                          <a:pt x="3" y="107"/>
                          <a:pt x="2" y="107"/>
                        </a:cubicBezTo>
                        <a:cubicBezTo>
                          <a:pt x="2" y="108"/>
                          <a:pt x="1" y="108"/>
                          <a:pt x="1" y="10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2" y="111"/>
                          <a:pt x="2" y="111"/>
                          <a:pt x="2" y="111"/>
                        </a:cubicBezTo>
                        <a:cubicBezTo>
                          <a:pt x="2" y="111"/>
                          <a:pt x="2" y="111"/>
                          <a:pt x="2" y="111"/>
                        </a:cubicBezTo>
                        <a:cubicBezTo>
                          <a:pt x="2" y="111"/>
                          <a:pt x="2" y="111"/>
                          <a:pt x="2" y="111"/>
                        </a:cubicBezTo>
                        <a:cubicBezTo>
                          <a:pt x="2" y="112"/>
                          <a:pt x="2" y="112"/>
                          <a:pt x="2" y="112"/>
                        </a:cubicBezTo>
                        <a:cubicBezTo>
                          <a:pt x="2" y="112"/>
                          <a:pt x="2" y="112"/>
                          <a:pt x="2" y="112"/>
                        </a:cubicBezTo>
                        <a:cubicBezTo>
                          <a:pt x="2" y="112"/>
                          <a:pt x="2" y="113"/>
                          <a:pt x="3" y="113"/>
                        </a:cubicBezTo>
                        <a:cubicBezTo>
                          <a:pt x="4" y="114"/>
                          <a:pt x="4" y="114"/>
                          <a:pt x="4" y="114"/>
                        </a:cubicBezTo>
                        <a:cubicBezTo>
                          <a:pt x="4" y="114"/>
                          <a:pt x="4" y="115"/>
                          <a:pt x="5" y="116"/>
                        </a:cubicBezTo>
                        <a:cubicBezTo>
                          <a:pt x="5" y="116"/>
                          <a:pt x="5" y="116"/>
                          <a:pt x="5" y="116"/>
                        </a:cubicBezTo>
                        <a:cubicBezTo>
                          <a:pt x="5" y="117"/>
                          <a:pt x="5" y="117"/>
                          <a:pt x="6" y="118"/>
                        </a:cubicBezTo>
                        <a:cubicBezTo>
                          <a:pt x="6" y="118"/>
                          <a:pt x="7" y="118"/>
                          <a:pt x="7" y="118"/>
                        </a:cubicBezTo>
                        <a:cubicBezTo>
                          <a:pt x="7" y="119"/>
                          <a:pt x="7" y="119"/>
                          <a:pt x="7" y="119"/>
                        </a:cubicBezTo>
                        <a:cubicBezTo>
                          <a:pt x="8" y="119"/>
                          <a:pt x="9" y="120"/>
                          <a:pt x="9" y="120"/>
                        </a:cubicBezTo>
                        <a:cubicBezTo>
                          <a:pt x="11" y="121"/>
                          <a:pt x="11" y="123"/>
                          <a:pt x="11" y="125"/>
                        </a:cubicBezTo>
                        <a:cubicBezTo>
                          <a:pt x="11" y="125"/>
                          <a:pt x="11" y="125"/>
                          <a:pt x="11" y="125"/>
                        </a:cubicBezTo>
                        <a:cubicBezTo>
                          <a:pt x="11" y="126"/>
                          <a:pt x="11" y="129"/>
                          <a:pt x="13" y="129"/>
                        </a:cubicBezTo>
                        <a:cubicBezTo>
                          <a:pt x="13" y="129"/>
                          <a:pt x="13" y="129"/>
                          <a:pt x="13" y="129"/>
                        </a:cubicBezTo>
                        <a:cubicBezTo>
                          <a:pt x="14" y="129"/>
                          <a:pt x="14" y="129"/>
                          <a:pt x="14" y="129"/>
                        </a:cubicBezTo>
                        <a:cubicBezTo>
                          <a:pt x="14" y="129"/>
                          <a:pt x="14" y="129"/>
                          <a:pt x="14" y="129"/>
                        </a:cubicBezTo>
                        <a:cubicBezTo>
                          <a:pt x="14" y="131"/>
                          <a:pt x="14" y="131"/>
                          <a:pt x="14" y="131"/>
                        </a:cubicBezTo>
                        <a:cubicBezTo>
                          <a:pt x="15" y="131"/>
                          <a:pt x="15" y="131"/>
                          <a:pt x="15" y="131"/>
                        </a:cubicBezTo>
                        <a:cubicBezTo>
                          <a:pt x="16" y="131"/>
                          <a:pt x="16" y="131"/>
                          <a:pt x="16" y="131"/>
                        </a:cubicBezTo>
                        <a:cubicBezTo>
                          <a:pt x="18" y="131"/>
                          <a:pt x="18" y="131"/>
                          <a:pt x="18" y="131"/>
                        </a:cubicBezTo>
                        <a:cubicBezTo>
                          <a:pt x="18" y="131"/>
                          <a:pt x="18" y="132"/>
                          <a:pt x="20" y="132"/>
                        </a:cubicBezTo>
                        <a:cubicBezTo>
                          <a:pt x="20" y="132"/>
                          <a:pt x="20" y="132"/>
                          <a:pt x="20" y="132"/>
                        </a:cubicBezTo>
                        <a:cubicBezTo>
                          <a:pt x="20" y="132"/>
                          <a:pt x="20" y="132"/>
                          <a:pt x="20" y="132"/>
                        </a:cubicBezTo>
                        <a:cubicBezTo>
                          <a:pt x="21" y="132"/>
                          <a:pt x="21" y="132"/>
                          <a:pt x="21" y="132"/>
                        </a:cubicBezTo>
                        <a:cubicBezTo>
                          <a:pt x="21" y="132"/>
                          <a:pt x="21" y="132"/>
                          <a:pt x="21" y="132"/>
                        </a:cubicBezTo>
                        <a:cubicBezTo>
                          <a:pt x="21" y="132"/>
                          <a:pt x="21" y="132"/>
                          <a:pt x="21" y="132"/>
                        </a:cubicBezTo>
                        <a:cubicBezTo>
                          <a:pt x="21" y="133"/>
                          <a:pt x="21" y="134"/>
                          <a:pt x="22" y="134"/>
                        </a:cubicBezTo>
                        <a:cubicBezTo>
                          <a:pt x="22" y="134"/>
                          <a:pt x="22" y="134"/>
                          <a:pt x="22" y="134"/>
                        </a:cubicBezTo>
                        <a:cubicBezTo>
                          <a:pt x="22" y="135"/>
                          <a:pt x="23" y="136"/>
                          <a:pt x="24" y="136"/>
                        </a:cubicBezTo>
                        <a:cubicBezTo>
                          <a:pt x="25" y="136"/>
                          <a:pt x="26" y="137"/>
                          <a:pt x="26" y="137"/>
                        </a:cubicBezTo>
                        <a:cubicBezTo>
                          <a:pt x="27" y="138"/>
                          <a:pt x="27" y="138"/>
                          <a:pt x="27" y="138"/>
                        </a:cubicBezTo>
                        <a:cubicBezTo>
                          <a:pt x="27" y="138"/>
                          <a:pt x="27" y="138"/>
                          <a:pt x="27" y="138"/>
                        </a:cubicBezTo>
                        <a:cubicBezTo>
                          <a:pt x="27" y="139"/>
                          <a:pt x="28" y="139"/>
                          <a:pt x="28" y="139"/>
                        </a:cubicBezTo>
                        <a:cubicBezTo>
                          <a:pt x="30" y="139"/>
                          <a:pt x="30" y="139"/>
                          <a:pt x="30" y="139"/>
                        </a:cubicBezTo>
                        <a:cubicBezTo>
                          <a:pt x="30" y="138"/>
                          <a:pt x="30" y="138"/>
                          <a:pt x="30" y="138"/>
                        </a:cubicBezTo>
                        <a:cubicBezTo>
                          <a:pt x="30" y="138"/>
                          <a:pt x="30" y="138"/>
                          <a:pt x="30" y="138"/>
                        </a:cubicBezTo>
                        <a:cubicBezTo>
                          <a:pt x="31" y="138"/>
                          <a:pt x="31" y="138"/>
                          <a:pt x="32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33" y="137"/>
                          <a:pt x="33" y="137"/>
                          <a:pt x="33" y="137"/>
                        </a:cubicBezTo>
                        <a:cubicBezTo>
                          <a:pt x="33" y="137"/>
                          <a:pt x="33" y="137"/>
                          <a:pt x="33" y="137"/>
                        </a:cubicBezTo>
                        <a:cubicBezTo>
                          <a:pt x="33" y="137"/>
                          <a:pt x="34" y="136"/>
                          <a:pt x="34" y="136"/>
                        </a:cubicBezTo>
                        <a:cubicBezTo>
                          <a:pt x="34" y="136"/>
                          <a:pt x="35" y="137"/>
                          <a:pt x="35" y="137"/>
                        </a:cubicBezTo>
                        <a:cubicBezTo>
                          <a:pt x="35" y="137"/>
                          <a:pt x="35" y="137"/>
                          <a:pt x="35" y="137"/>
                        </a:cubicBezTo>
                        <a:cubicBezTo>
                          <a:pt x="35" y="137"/>
                          <a:pt x="36" y="138"/>
                          <a:pt x="37" y="138"/>
                        </a:cubicBezTo>
                        <a:cubicBezTo>
                          <a:pt x="38" y="138"/>
                          <a:pt x="38" y="138"/>
                          <a:pt x="38" y="138"/>
                        </a:cubicBezTo>
                        <a:cubicBezTo>
                          <a:pt x="38" y="138"/>
                          <a:pt x="38" y="138"/>
                          <a:pt x="38" y="138"/>
                        </a:cubicBezTo>
                        <a:cubicBezTo>
                          <a:pt x="38" y="138"/>
                          <a:pt x="38" y="138"/>
                          <a:pt x="38" y="138"/>
                        </a:cubicBezTo>
                        <a:cubicBezTo>
                          <a:pt x="39" y="138"/>
                          <a:pt x="39" y="138"/>
                          <a:pt x="39" y="139"/>
                        </a:cubicBezTo>
                        <a:cubicBezTo>
                          <a:pt x="40" y="139"/>
                          <a:pt x="41" y="139"/>
                          <a:pt x="42" y="139"/>
                        </a:cubicBezTo>
                        <a:cubicBezTo>
                          <a:pt x="42" y="139"/>
                          <a:pt x="42" y="139"/>
                          <a:pt x="42" y="139"/>
                        </a:cubicBezTo>
                        <a:cubicBezTo>
                          <a:pt x="43" y="139"/>
                          <a:pt x="43" y="139"/>
                          <a:pt x="43" y="139"/>
                        </a:cubicBezTo>
                        <a:cubicBezTo>
                          <a:pt x="43" y="139"/>
                          <a:pt x="43" y="139"/>
                          <a:pt x="43" y="139"/>
                        </a:cubicBezTo>
                        <a:cubicBezTo>
                          <a:pt x="44" y="139"/>
                          <a:pt x="44" y="139"/>
                          <a:pt x="44" y="139"/>
                        </a:cubicBezTo>
                        <a:cubicBezTo>
                          <a:pt x="46" y="139"/>
                          <a:pt x="46" y="139"/>
                          <a:pt x="46" y="138"/>
                        </a:cubicBezTo>
                        <a:cubicBezTo>
                          <a:pt x="46" y="138"/>
                          <a:pt x="46" y="138"/>
                          <a:pt x="46" y="138"/>
                        </a:cubicBezTo>
                        <a:cubicBezTo>
                          <a:pt x="46" y="138"/>
                          <a:pt x="46" y="138"/>
                          <a:pt x="46" y="138"/>
                        </a:cubicBezTo>
                        <a:cubicBezTo>
                          <a:pt x="46" y="138"/>
                          <a:pt x="46" y="138"/>
                          <a:pt x="46" y="138"/>
                        </a:cubicBezTo>
                        <a:cubicBezTo>
                          <a:pt x="47" y="138"/>
                          <a:pt x="47" y="138"/>
                          <a:pt x="47" y="138"/>
                        </a:cubicBezTo>
                        <a:cubicBezTo>
                          <a:pt x="47" y="137"/>
                          <a:pt x="47" y="137"/>
                          <a:pt x="47" y="137"/>
                        </a:cubicBezTo>
                        <a:cubicBezTo>
                          <a:pt x="47" y="136"/>
                          <a:pt x="47" y="136"/>
                          <a:pt x="48" y="135"/>
                        </a:cubicBezTo>
                        <a:cubicBezTo>
                          <a:pt x="48" y="134"/>
                          <a:pt x="48" y="134"/>
                          <a:pt x="49" y="134"/>
                        </a:cubicBezTo>
                        <a:cubicBezTo>
                          <a:pt x="49" y="134"/>
                          <a:pt x="49" y="133"/>
                          <a:pt x="50" y="133"/>
                        </a:cubicBezTo>
                        <a:cubicBezTo>
                          <a:pt x="50" y="133"/>
                          <a:pt x="50" y="133"/>
                          <a:pt x="50" y="133"/>
                        </a:cubicBezTo>
                        <a:cubicBezTo>
                          <a:pt x="51" y="133"/>
                          <a:pt x="51" y="133"/>
                          <a:pt x="51" y="133"/>
                        </a:cubicBezTo>
                        <a:cubicBezTo>
                          <a:pt x="54" y="133"/>
                          <a:pt x="54" y="133"/>
                          <a:pt x="54" y="133"/>
                        </a:cubicBezTo>
                        <a:cubicBezTo>
                          <a:pt x="55" y="133"/>
                          <a:pt x="56" y="134"/>
                          <a:pt x="57" y="135"/>
                        </a:cubicBezTo>
                        <a:cubicBezTo>
                          <a:pt x="57" y="136"/>
                          <a:pt x="57" y="136"/>
                          <a:pt x="58" y="136"/>
                        </a:cubicBezTo>
                        <a:cubicBezTo>
                          <a:pt x="59" y="136"/>
                          <a:pt x="59" y="136"/>
                          <a:pt x="59" y="136"/>
                        </a:cubicBezTo>
                        <a:cubicBezTo>
                          <a:pt x="60" y="136"/>
                          <a:pt x="60" y="136"/>
                          <a:pt x="60" y="136"/>
                        </a:cubicBezTo>
                        <a:cubicBezTo>
                          <a:pt x="60" y="136"/>
                          <a:pt x="60" y="136"/>
                          <a:pt x="60" y="136"/>
                        </a:cubicBezTo>
                        <a:cubicBezTo>
                          <a:pt x="60" y="137"/>
                          <a:pt x="60" y="137"/>
                          <a:pt x="60" y="137"/>
                        </a:cubicBezTo>
                        <a:cubicBezTo>
                          <a:pt x="60" y="138"/>
                          <a:pt x="60" y="138"/>
                          <a:pt x="60" y="138"/>
                        </a:cubicBezTo>
                        <a:cubicBezTo>
                          <a:pt x="61" y="138"/>
                          <a:pt x="61" y="138"/>
                          <a:pt x="61" y="138"/>
                        </a:cubicBezTo>
                        <a:cubicBezTo>
                          <a:pt x="61" y="138"/>
                          <a:pt x="61" y="138"/>
                          <a:pt x="61" y="138"/>
                        </a:cubicBezTo>
                        <a:cubicBezTo>
                          <a:pt x="62" y="138"/>
                          <a:pt x="62" y="138"/>
                          <a:pt x="63" y="138"/>
                        </a:cubicBezTo>
                        <a:cubicBezTo>
                          <a:pt x="64" y="138"/>
                          <a:pt x="64" y="138"/>
                          <a:pt x="64" y="138"/>
                        </a:cubicBezTo>
                        <a:cubicBezTo>
                          <a:pt x="64" y="138"/>
                          <a:pt x="64" y="138"/>
                          <a:pt x="64" y="138"/>
                        </a:cubicBezTo>
                        <a:cubicBezTo>
                          <a:pt x="64" y="139"/>
                          <a:pt x="64" y="139"/>
                          <a:pt x="64" y="139"/>
                        </a:cubicBezTo>
                        <a:cubicBezTo>
                          <a:pt x="65" y="139"/>
                          <a:pt x="65" y="139"/>
                          <a:pt x="65" y="139"/>
                        </a:cubicBezTo>
                        <a:cubicBezTo>
                          <a:pt x="66" y="139"/>
                          <a:pt x="66" y="139"/>
                          <a:pt x="67" y="140"/>
                        </a:cubicBezTo>
                        <a:cubicBezTo>
                          <a:pt x="67" y="140"/>
                          <a:pt x="68" y="140"/>
                          <a:pt x="68" y="141"/>
                        </a:cubicBezTo>
                        <a:cubicBezTo>
                          <a:pt x="69" y="141"/>
                          <a:pt x="70" y="143"/>
                          <a:pt x="70" y="144"/>
                        </a:cubicBezTo>
                        <a:cubicBezTo>
                          <a:pt x="70" y="145"/>
                          <a:pt x="70" y="145"/>
                          <a:pt x="69" y="146"/>
                        </a:cubicBezTo>
                        <a:cubicBezTo>
                          <a:pt x="69" y="147"/>
                          <a:pt x="69" y="147"/>
                          <a:pt x="69" y="147"/>
                        </a:cubicBezTo>
                        <a:cubicBezTo>
                          <a:pt x="69" y="147"/>
                          <a:pt x="69" y="148"/>
                          <a:pt x="68" y="148"/>
                        </a:cubicBezTo>
                        <a:cubicBezTo>
                          <a:pt x="68" y="149"/>
                          <a:pt x="68" y="149"/>
                          <a:pt x="68" y="149"/>
                        </a:cubicBezTo>
                        <a:cubicBezTo>
                          <a:pt x="68" y="149"/>
                          <a:pt x="68" y="149"/>
                          <a:pt x="68" y="149"/>
                        </a:cubicBezTo>
                        <a:cubicBezTo>
                          <a:pt x="67" y="149"/>
                          <a:pt x="67" y="149"/>
                          <a:pt x="67" y="149"/>
                        </a:cubicBezTo>
                        <a:cubicBezTo>
                          <a:pt x="67" y="151"/>
                          <a:pt x="67" y="151"/>
                          <a:pt x="67" y="151"/>
                        </a:cubicBezTo>
                        <a:cubicBezTo>
                          <a:pt x="67" y="152"/>
                          <a:pt x="67" y="152"/>
                          <a:pt x="67" y="152"/>
                        </a:cubicBezTo>
                        <a:cubicBezTo>
                          <a:pt x="68" y="152"/>
                          <a:pt x="68" y="152"/>
                          <a:pt x="68" y="152"/>
                        </a:cubicBezTo>
                        <a:cubicBezTo>
                          <a:pt x="68" y="152"/>
                          <a:pt x="68" y="152"/>
                          <a:pt x="68" y="152"/>
                        </a:cubicBezTo>
                        <a:cubicBezTo>
                          <a:pt x="68" y="153"/>
                          <a:pt x="68" y="153"/>
                          <a:pt x="68" y="153"/>
                        </a:cubicBezTo>
                        <a:cubicBezTo>
                          <a:pt x="68" y="153"/>
                          <a:pt x="68" y="153"/>
                          <a:pt x="68" y="153"/>
                        </a:cubicBezTo>
                        <a:cubicBezTo>
                          <a:pt x="68" y="154"/>
                          <a:pt x="68" y="154"/>
                          <a:pt x="68" y="154"/>
                        </a:cubicBezTo>
                        <a:cubicBezTo>
                          <a:pt x="68" y="154"/>
                          <a:pt x="69" y="155"/>
                          <a:pt x="70" y="155"/>
                        </a:cubicBezTo>
                        <a:cubicBezTo>
                          <a:pt x="70" y="155"/>
                          <a:pt x="70" y="155"/>
                          <a:pt x="70" y="155"/>
                        </a:cubicBezTo>
                        <a:cubicBezTo>
                          <a:pt x="70" y="156"/>
                          <a:pt x="71" y="156"/>
                          <a:pt x="71" y="157"/>
                        </a:cubicBezTo>
                        <a:cubicBezTo>
                          <a:pt x="71" y="157"/>
                          <a:pt x="71" y="157"/>
                          <a:pt x="72" y="158"/>
                        </a:cubicBezTo>
                        <a:cubicBezTo>
                          <a:pt x="72" y="159"/>
                          <a:pt x="72" y="159"/>
                          <a:pt x="73" y="160"/>
                        </a:cubicBezTo>
                        <a:cubicBezTo>
                          <a:pt x="73" y="161"/>
                          <a:pt x="73" y="161"/>
                          <a:pt x="73" y="161"/>
                        </a:cubicBezTo>
                        <a:cubicBezTo>
                          <a:pt x="73" y="161"/>
                          <a:pt x="73" y="162"/>
                          <a:pt x="73" y="162"/>
                        </a:cubicBezTo>
                        <a:cubicBezTo>
                          <a:pt x="73" y="163"/>
                          <a:pt x="73" y="163"/>
                          <a:pt x="74" y="164"/>
                        </a:cubicBezTo>
                        <a:cubicBezTo>
                          <a:pt x="75" y="164"/>
                          <a:pt x="75" y="164"/>
                          <a:pt x="75" y="164"/>
                        </a:cubicBezTo>
                        <a:cubicBezTo>
                          <a:pt x="75" y="165"/>
                          <a:pt x="75" y="165"/>
                          <a:pt x="76" y="165"/>
                        </a:cubicBezTo>
                        <a:cubicBezTo>
                          <a:pt x="76" y="165"/>
                          <a:pt x="76" y="166"/>
                          <a:pt x="76" y="166"/>
                        </a:cubicBezTo>
                        <a:cubicBezTo>
                          <a:pt x="76" y="166"/>
                          <a:pt x="76" y="166"/>
                          <a:pt x="76" y="166"/>
                        </a:cubicBezTo>
                        <a:cubicBezTo>
                          <a:pt x="76" y="167"/>
                          <a:pt x="76" y="167"/>
                          <a:pt x="76" y="168"/>
                        </a:cubicBezTo>
                        <a:cubicBezTo>
                          <a:pt x="76" y="169"/>
                          <a:pt x="76" y="169"/>
                          <a:pt x="76" y="169"/>
                        </a:cubicBezTo>
                        <a:cubicBezTo>
                          <a:pt x="76" y="169"/>
                          <a:pt x="76" y="169"/>
                          <a:pt x="76" y="169"/>
                        </a:cubicBezTo>
                        <a:cubicBezTo>
                          <a:pt x="77" y="169"/>
                          <a:pt x="77" y="169"/>
                          <a:pt x="77" y="169"/>
                        </a:cubicBezTo>
                        <a:cubicBezTo>
                          <a:pt x="77" y="169"/>
                          <a:pt x="77" y="169"/>
                          <a:pt x="77" y="169"/>
                        </a:cubicBezTo>
                        <a:cubicBezTo>
                          <a:pt x="77" y="170"/>
                          <a:pt x="77" y="170"/>
                          <a:pt x="77" y="170"/>
                        </a:cubicBezTo>
                        <a:cubicBezTo>
                          <a:pt x="77" y="170"/>
                          <a:pt x="77" y="170"/>
                          <a:pt x="77" y="170"/>
                        </a:cubicBezTo>
                        <a:cubicBezTo>
                          <a:pt x="77" y="173"/>
                          <a:pt x="77" y="173"/>
                          <a:pt x="77" y="173"/>
                        </a:cubicBezTo>
                        <a:cubicBezTo>
                          <a:pt x="77" y="174"/>
                          <a:pt x="77" y="174"/>
                          <a:pt x="77" y="174"/>
                        </a:cubicBezTo>
                        <a:cubicBezTo>
                          <a:pt x="77" y="174"/>
                          <a:pt x="77" y="176"/>
                          <a:pt x="77" y="176"/>
                        </a:cubicBezTo>
                        <a:cubicBezTo>
                          <a:pt x="77" y="176"/>
                          <a:pt x="77" y="176"/>
                          <a:pt x="77" y="176"/>
                        </a:cubicBezTo>
                        <a:cubicBezTo>
                          <a:pt x="76" y="176"/>
                          <a:pt x="76" y="176"/>
                          <a:pt x="76" y="176"/>
                        </a:cubicBezTo>
                        <a:cubicBezTo>
                          <a:pt x="76" y="181"/>
                          <a:pt x="76" y="181"/>
                          <a:pt x="76" y="181"/>
                        </a:cubicBezTo>
                        <a:cubicBezTo>
                          <a:pt x="76" y="181"/>
                          <a:pt x="76" y="181"/>
                          <a:pt x="76" y="181"/>
                        </a:cubicBezTo>
                        <a:cubicBezTo>
                          <a:pt x="77" y="181"/>
                          <a:pt x="77" y="181"/>
                          <a:pt x="77" y="181"/>
                        </a:cubicBezTo>
                        <a:cubicBezTo>
                          <a:pt x="78" y="182"/>
                          <a:pt x="78" y="182"/>
                          <a:pt x="78" y="182"/>
                        </a:cubicBezTo>
                        <a:cubicBezTo>
                          <a:pt x="77" y="182"/>
                          <a:pt x="77" y="182"/>
                          <a:pt x="77" y="183"/>
                        </a:cubicBezTo>
                        <a:cubicBezTo>
                          <a:pt x="77" y="183"/>
                          <a:pt x="77" y="183"/>
                          <a:pt x="77" y="183"/>
                        </a:cubicBezTo>
                        <a:cubicBezTo>
                          <a:pt x="77" y="183"/>
                          <a:pt x="76" y="184"/>
                          <a:pt x="76" y="184"/>
                        </a:cubicBezTo>
                        <a:cubicBezTo>
                          <a:pt x="75" y="185"/>
                          <a:pt x="75" y="185"/>
                          <a:pt x="75" y="185"/>
                        </a:cubicBezTo>
                        <a:cubicBezTo>
                          <a:pt x="74" y="186"/>
                          <a:pt x="74" y="186"/>
                          <a:pt x="74" y="187"/>
                        </a:cubicBezTo>
                        <a:cubicBezTo>
                          <a:pt x="74" y="188"/>
                          <a:pt x="74" y="188"/>
                          <a:pt x="74" y="188"/>
                        </a:cubicBezTo>
                        <a:cubicBezTo>
                          <a:pt x="74" y="188"/>
                          <a:pt x="74" y="188"/>
                          <a:pt x="74" y="188"/>
                        </a:cubicBezTo>
                        <a:cubicBezTo>
                          <a:pt x="73" y="187"/>
                          <a:pt x="73" y="187"/>
                          <a:pt x="73" y="187"/>
                        </a:cubicBezTo>
                        <a:cubicBezTo>
                          <a:pt x="73" y="193"/>
                          <a:pt x="73" y="193"/>
                          <a:pt x="73" y="193"/>
                        </a:cubicBezTo>
                        <a:cubicBezTo>
                          <a:pt x="73" y="193"/>
                          <a:pt x="73" y="193"/>
                          <a:pt x="73" y="193"/>
                        </a:cubicBezTo>
                        <a:cubicBezTo>
                          <a:pt x="72" y="193"/>
                          <a:pt x="72" y="193"/>
                          <a:pt x="72" y="193"/>
                        </a:cubicBezTo>
                        <a:cubicBezTo>
                          <a:pt x="71" y="193"/>
                          <a:pt x="71" y="193"/>
                          <a:pt x="71" y="193"/>
                        </a:cubicBezTo>
                        <a:cubicBezTo>
                          <a:pt x="71" y="194"/>
                          <a:pt x="71" y="194"/>
                          <a:pt x="71" y="194"/>
                        </a:cubicBezTo>
                        <a:cubicBezTo>
                          <a:pt x="71" y="195"/>
                          <a:pt x="71" y="195"/>
                          <a:pt x="71" y="195"/>
                        </a:cubicBezTo>
                        <a:cubicBezTo>
                          <a:pt x="70" y="196"/>
                          <a:pt x="70" y="196"/>
                          <a:pt x="70" y="196"/>
                        </a:cubicBezTo>
                        <a:cubicBezTo>
                          <a:pt x="70" y="197"/>
                          <a:pt x="70" y="197"/>
                          <a:pt x="70" y="197"/>
                        </a:cubicBezTo>
                        <a:cubicBezTo>
                          <a:pt x="70" y="198"/>
                          <a:pt x="70" y="198"/>
                          <a:pt x="70" y="198"/>
                        </a:cubicBezTo>
                        <a:cubicBezTo>
                          <a:pt x="69" y="198"/>
                          <a:pt x="69" y="198"/>
                          <a:pt x="69" y="198"/>
                        </a:cubicBezTo>
                        <a:cubicBezTo>
                          <a:pt x="68" y="197"/>
                          <a:pt x="68" y="197"/>
                          <a:pt x="68" y="197"/>
                        </a:cubicBezTo>
                        <a:cubicBezTo>
                          <a:pt x="68" y="211"/>
                          <a:pt x="68" y="211"/>
                          <a:pt x="68" y="211"/>
                        </a:cubicBezTo>
                        <a:cubicBezTo>
                          <a:pt x="69" y="211"/>
                          <a:pt x="69" y="211"/>
                          <a:pt x="69" y="211"/>
                        </a:cubicBezTo>
                        <a:cubicBezTo>
                          <a:pt x="70" y="211"/>
                          <a:pt x="70" y="211"/>
                          <a:pt x="70" y="211"/>
                        </a:cubicBezTo>
                        <a:cubicBezTo>
                          <a:pt x="70" y="211"/>
                          <a:pt x="70" y="211"/>
                          <a:pt x="70" y="211"/>
                        </a:cubicBezTo>
                        <a:cubicBezTo>
                          <a:pt x="70" y="211"/>
                          <a:pt x="70" y="211"/>
                          <a:pt x="70" y="211"/>
                        </a:cubicBezTo>
                        <a:cubicBezTo>
                          <a:pt x="70" y="212"/>
                          <a:pt x="70" y="212"/>
                          <a:pt x="70" y="212"/>
                        </a:cubicBezTo>
                        <a:cubicBezTo>
                          <a:pt x="70" y="213"/>
                          <a:pt x="70" y="213"/>
                          <a:pt x="70" y="213"/>
                        </a:cubicBezTo>
                        <a:cubicBezTo>
                          <a:pt x="70" y="213"/>
                          <a:pt x="70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5"/>
                          <a:pt x="71" y="215"/>
                          <a:pt x="71" y="215"/>
                        </a:cubicBezTo>
                        <a:cubicBezTo>
                          <a:pt x="71" y="217"/>
                          <a:pt x="71" y="217"/>
                          <a:pt x="71" y="218"/>
                        </a:cubicBezTo>
                        <a:cubicBezTo>
                          <a:pt x="71" y="218"/>
                          <a:pt x="71" y="218"/>
                          <a:pt x="71" y="218"/>
                        </a:cubicBezTo>
                        <a:cubicBezTo>
                          <a:pt x="70" y="217"/>
                          <a:pt x="70" y="217"/>
                          <a:pt x="70" y="217"/>
                        </a:cubicBezTo>
                        <a:cubicBezTo>
                          <a:pt x="70" y="231"/>
                          <a:pt x="70" y="231"/>
                          <a:pt x="70" y="231"/>
                        </a:cubicBezTo>
                        <a:cubicBezTo>
                          <a:pt x="70" y="231"/>
                          <a:pt x="70" y="231"/>
                          <a:pt x="70" y="231"/>
                        </a:cubicBezTo>
                        <a:cubicBezTo>
                          <a:pt x="71" y="232"/>
                          <a:pt x="71" y="232"/>
                          <a:pt x="71" y="232"/>
                        </a:cubicBezTo>
                        <a:cubicBezTo>
                          <a:pt x="72" y="232"/>
                          <a:pt x="72" y="233"/>
                          <a:pt x="72" y="234"/>
                        </a:cubicBezTo>
                        <a:cubicBezTo>
                          <a:pt x="73" y="235"/>
                          <a:pt x="73" y="236"/>
                          <a:pt x="72" y="236"/>
                        </a:cubicBezTo>
                        <a:cubicBezTo>
                          <a:pt x="72" y="237"/>
                          <a:pt x="72" y="237"/>
                          <a:pt x="71" y="238"/>
                        </a:cubicBezTo>
                        <a:cubicBezTo>
                          <a:pt x="71" y="238"/>
                          <a:pt x="70" y="238"/>
                          <a:pt x="70" y="238"/>
                        </a:cubicBezTo>
                        <a:cubicBezTo>
                          <a:pt x="69" y="239"/>
                          <a:pt x="69" y="239"/>
                          <a:pt x="69" y="239"/>
                        </a:cubicBezTo>
                        <a:cubicBezTo>
                          <a:pt x="68" y="239"/>
                          <a:pt x="68" y="239"/>
                          <a:pt x="67" y="239"/>
                        </a:cubicBezTo>
                        <a:cubicBezTo>
                          <a:pt x="67" y="240"/>
                          <a:pt x="67" y="241"/>
                          <a:pt x="67" y="242"/>
                        </a:cubicBezTo>
                        <a:cubicBezTo>
                          <a:pt x="67" y="243"/>
                          <a:pt x="67" y="243"/>
                          <a:pt x="67" y="243"/>
                        </a:cubicBezTo>
                        <a:cubicBezTo>
                          <a:pt x="67" y="243"/>
                          <a:pt x="67" y="244"/>
                          <a:pt x="68" y="245"/>
                        </a:cubicBezTo>
                        <a:cubicBezTo>
                          <a:pt x="68" y="245"/>
                          <a:pt x="69" y="245"/>
                          <a:pt x="69" y="245"/>
                        </a:cubicBezTo>
                        <a:cubicBezTo>
                          <a:pt x="70" y="245"/>
                          <a:pt x="70" y="245"/>
                          <a:pt x="71" y="245"/>
                        </a:cubicBezTo>
                        <a:cubicBezTo>
                          <a:pt x="71" y="244"/>
                          <a:pt x="71" y="244"/>
                          <a:pt x="71" y="244"/>
                        </a:cubicBezTo>
                        <a:cubicBezTo>
                          <a:pt x="72" y="244"/>
                          <a:pt x="74" y="244"/>
                          <a:pt x="75" y="244"/>
                        </a:cubicBezTo>
                        <a:cubicBezTo>
                          <a:pt x="76" y="244"/>
                          <a:pt x="76" y="244"/>
                          <a:pt x="76" y="244"/>
                        </a:cubicBezTo>
                        <a:cubicBezTo>
                          <a:pt x="78" y="244"/>
                          <a:pt x="80" y="243"/>
                          <a:pt x="81" y="242"/>
                        </a:cubicBezTo>
                        <a:cubicBezTo>
                          <a:pt x="83" y="242"/>
                          <a:pt x="83" y="242"/>
                          <a:pt x="83" y="242"/>
                        </a:cubicBezTo>
                        <a:cubicBezTo>
                          <a:pt x="83" y="242"/>
                          <a:pt x="83" y="242"/>
                          <a:pt x="83" y="242"/>
                        </a:cubicBezTo>
                        <a:cubicBezTo>
                          <a:pt x="83" y="243"/>
                          <a:pt x="83" y="243"/>
                          <a:pt x="83" y="243"/>
                        </a:cubicBezTo>
                        <a:cubicBezTo>
                          <a:pt x="84" y="243"/>
                          <a:pt x="84" y="242"/>
                          <a:pt x="85" y="242"/>
                        </a:cubicBezTo>
                        <a:cubicBezTo>
                          <a:pt x="85" y="241"/>
                          <a:pt x="85" y="241"/>
                          <a:pt x="85" y="241"/>
                        </a:cubicBezTo>
                        <a:cubicBezTo>
                          <a:pt x="85" y="240"/>
                          <a:pt x="86" y="240"/>
                          <a:pt x="87" y="240"/>
                        </a:cubicBezTo>
                        <a:cubicBezTo>
                          <a:pt x="87" y="239"/>
                          <a:pt x="87" y="239"/>
                          <a:pt x="87" y="239"/>
                        </a:cubicBezTo>
                        <a:cubicBezTo>
                          <a:pt x="87" y="239"/>
                          <a:pt x="87" y="239"/>
                          <a:pt x="87" y="239"/>
                        </a:cubicBezTo>
                        <a:cubicBezTo>
                          <a:pt x="87" y="236"/>
                          <a:pt x="88" y="234"/>
                          <a:pt x="90" y="233"/>
                        </a:cubicBezTo>
                        <a:cubicBezTo>
                          <a:pt x="90" y="233"/>
                          <a:pt x="91" y="232"/>
                          <a:pt x="93" y="232"/>
                        </a:cubicBezTo>
                        <a:cubicBezTo>
                          <a:pt x="93" y="232"/>
                          <a:pt x="93" y="232"/>
                          <a:pt x="93" y="232"/>
                        </a:cubicBezTo>
                        <a:cubicBezTo>
                          <a:pt x="94" y="232"/>
                          <a:pt x="94" y="232"/>
                          <a:pt x="95" y="232"/>
                        </a:cubicBezTo>
                        <a:cubicBezTo>
                          <a:pt x="95" y="232"/>
                          <a:pt x="95" y="232"/>
                          <a:pt x="96" y="232"/>
                        </a:cubicBezTo>
                        <a:cubicBezTo>
                          <a:pt x="96" y="232"/>
                          <a:pt x="97" y="232"/>
                          <a:pt x="97" y="232"/>
                        </a:cubicBezTo>
                        <a:cubicBezTo>
                          <a:pt x="99" y="232"/>
                          <a:pt x="99" y="231"/>
                          <a:pt x="99" y="231"/>
                        </a:cubicBezTo>
                        <a:cubicBezTo>
                          <a:pt x="99" y="230"/>
                          <a:pt x="99" y="229"/>
                          <a:pt x="99" y="229"/>
                        </a:cubicBezTo>
                        <a:cubicBezTo>
                          <a:pt x="99" y="228"/>
                          <a:pt x="99" y="228"/>
                          <a:pt x="99" y="228"/>
                        </a:cubicBezTo>
                        <a:cubicBezTo>
                          <a:pt x="99" y="226"/>
                          <a:pt x="99" y="226"/>
                          <a:pt x="99" y="226"/>
                        </a:cubicBezTo>
                        <a:cubicBezTo>
                          <a:pt x="99" y="225"/>
                          <a:pt x="99" y="225"/>
                          <a:pt x="98" y="225"/>
                        </a:cubicBezTo>
                        <a:cubicBezTo>
                          <a:pt x="98" y="224"/>
                          <a:pt x="98" y="224"/>
                          <a:pt x="98" y="224"/>
                        </a:cubicBezTo>
                        <a:cubicBezTo>
                          <a:pt x="97" y="224"/>
                          <a:pt x="98" y="223"/>
                          <a:pt x="98" y="223"/>
                        </a:cubicBezTo>
                        <a:cubicBezTo>
                          <a:pt x="98" y="222"/>
                          <a:pt x="98" y="222"/>
                          <a:pt x="98" y="222"/>
                        </a:cubicBezTo>
                        <a:cubicBezTo>
                          <a:pt x="99" y="222"/>
                          <a:pt x="99" y="222"/>
                          <a:pt x="99" y="221"/>
                        </a:cubicBezTo>
                        <a:cubicBezTo>
                          <a:pt x="99" y="221"/>
                          <a:pt x="99" y="221"/>
                          <a:pt x="99" y="221"/>
                        </a:cubicBezTo>
                        <a:cubicBezTo>
                          <a:pt x="99" y="221"/>
                          <a:pt x="99" y="221"/>
                          <a:pt x="99" y="221"/>
                        </a:cubicBezTo>
                        <a:cubicBezTo>
                          <a:pt x="99" y="221"/>
                          <a:pt x="99" y="221"/>
                          <a:pt x="99" y="221"/>
                        </a:cubicBezTo>
                        <a:cubicBezTo>
                          <a:pt x="99" y="221"/>
                          <a:pt x="99" y="221"/>
                          <a:pt x="99" y="221"/>
                        </a:cubicBezTo>
                        <a:cubicBezTo>
                          <a:pt x="100" y="221"/>
                          <a:pt x="100" y="221"/>
                          <a:pt x="100" y="221"/>
                        </a:cubicBezTo>
                        <a:cubicBezTo>
                          <a:pt x="100" y="220"/>
                          <a:pt x="100" y="220"/>
                          <a:pt x="100" y="220"/>
                        </a:cubicBezTo>
                        <a:cubicBezTo>
                          <a:pt x="100" y="219"/>
                          <a:pt x="100" y="219"/>
                          <a:pt x="100" y="219"/>
                        </a:cubicBezTo>
                        <a:cubicBezTo>
                          <a:pt x="101" y="219"/>
                          <a:pt x="101" y="219"/>
                          <a:pt x="101" y="219"/>
                        </a:cubicBezTo>
                        <a:cubicBezTo>
                          <a:pt x="101" y="219"/>
                          <a:pt x="101" y="219"/>
                          <a:pt x="101" y="219"/>
                        </a:cubicBezTo>
                        <a:cubicBezTo>
                          <a:pt x="101" y="219"/>
                          <a:pt x="102" y="219"/>
                          <a:pt x="102" y="219"/>
                        </a:cubicBezTo>
                        <a:cubicBezTo>
                          <a:pt x="103" y="219"/>
                          <a:pt x="104" y="218"/>
                          <a:pt x="105" y="216"/>
                        </a:cubicBezTo>
                        <a:cubicBezTo>
                          <a:pt x="105" y="215"/>
                          <a:pt x="105" y="213"/>
                          <a:pt x="105" y="212"/>
                        </a:cubicBezTo>
                        <a:cubicBezTo>
                          <a:pt x="105" y="211"/>
                          <a:pt x="105" y="211"/>
                          <a:pt x="105" y="211"/>
                        </a:cubicBezTo>
                        <a:cubicBezTo>
                          <a:pt x="105" y="211"/>
                          <a:pt x="105" y="210"/>
                          <a:pt x="105" y="209"/>
                        </a:cubicBezTo>
                        <a:cubicBezTo>
                          <a:pt x="105" y="209"/>
                          <a:pt x="105" y="209"/>
                          <a:pt x="105" y="209"/>
                        </a:cubicBezTo>
                        <a:cubicBezTo>
                          <a:pt x="106" y="210"/>
                          <a:pt x="106" y="210"/>
                          <a:pt x="106" y="210"/>
                        </a:cubicBezTo>
                        <a:cubicBezTo>
                          <a:pt x="106" y="208"/>
                          <a:pt x="106" y="208"/>
                          <a:pt x="106" y="208"/>
                        </a:cubicBezTo>
                        <a:cubicBezTo>
                          <a:pt x="106" y="208"/>
                          <a:pt x="106" y="207"/>
                          <a:pt x="106" y="207"/>
                        </a:cubicBezTo>
                        <a:cubicBezTo>
                          <a:pt x="107" y="206"/>
                          <a:pt x="107" y="206"/>
                          <a:pt x="108" y="206"/>
                        </a:cubicBezTo>
                        <a:cubicBezTo>
                          <a:pt x="108" y="205"/>
                          <a:pt x="108" y="205"/>
                          <a:pt x="108" y="205"/>
                        </a:cubicBezTo>
                        <a:cubicBezTo>
                          <a:pt x="109" y="205"/>
                          <a:pt x="109" y="205"/>
                          <a:pt x="110" y="204"/>
                        </a:cubicBezTo>
                        <a:cubicBezTo>
                          <a:pt x="110" y="204"/>
                          <a:pt x="110" y="203"/>
                          <a:pt x="110" y="202"/>
                        </a:cubicBezTo>
                        <a:cubicBezTo>
                          <a:pt x="110" y="201"/>
                          <a:pt x="110" y="201"/>
                          <a:pt x="110" y="201"/>
                        </a:cubicBezTo>
                        <a:cubicBezTo>
                          <a:pt x="110" y="200"/>
                          <a:pt x="110" y="200"/>
                          <a:pt x="110" y="200"/>
                        </a:cubicBezTo>
                        <a:cubicBezTo>
                          <a:pt x="111" y="199"/>
                          <a:pt x="111" y="199"/>
                          <a:pt x="112" y="198"/>
                        </a:cubicBezTo>
                        <a:cubicBezTo>
                          <a:pt x="113" y="197"/>
                          <a:pt x="114" y="196"/>
                          <a:pt x="116" y="195"/>
                        </a:cubicBezTo>
                        <a:cubicBezTo>
                          <a:pt x="116" y="194"/>
                          <a:pt x="116" y="194"/>
                          <a:pt x="117" y="194"/>
                        </a:cubicBezTo>
                        <a:cubicBezTo>
                          <a:pt x="117" y="193"/>
                          <a:pt x="118" y="193"/>
                          <a:pt x="118" y="192"/>
                        </a:cubicBezTo>
                        <a:cubicBezTo>
                          <a:pt x="118" y="191"/>
                          <a:pt x="118" y="191"/>
                          <a:pt x="118" y="190"/>
                        </a:cubicBezTo>
                        <a:cubicBezTo>
                          <a:pt x="118" y="189"/>
                          <a:pt x="118" y="189"/>
                          <a:pt x="118" y="188"/>
                        </a:cubicBezTo>
                        <a:cubicBezTo>
                          <a:pt x="117" y="187"/>
                          <a:pt x="117" y="186"/>
                          <a:pt x="118" y="185"/>
                        </a:cubicBezTo>
                        <a:cubicBezTo>
                          <a:pt x="118" y="184"/>
                          <a:pt x="118" y="182"/>
                          <a:pt x="118" y="181"/>
                        </a:cubicBezTo>
                        <a:cubicBezTo>
                          <a:pt x="119" y="181"/>
                          <a:pt x="119" y="181"/>
                          <a:pt x="119" y="181"/>
                        </a:cubicBezTo>
                        <a:cubicBezTo>
                          <a:pt x="119" y="180"/>
                          <a:pt x="119" y="180"/>
                          <a:pt x="119" y="180"/>
                        </a:cubicBezTo>
                        <a:cubicBezTo>
                          <a:pt x="119" y="179"/>
                          <a:pt x="119" y="179"/>
                          <a:pt x="119" y="179"/>
                        </a:cubicBezTo>
                        <a:cubicBezTo>
                          <a:pt x="119" y="179"/>
                          <a:pt x="119" y="179"/>
                          <a:pt x="119" y="179"/>
                        </a:cubicBezTo>
                        <a:cubicBezTo>
                          <a:pt x="119" y="179"/>
                          <a:pt x="119" y="179"/>
                          <a:pt x="119" y="179"/>
                        </a:cubicBezTo>
                        <a:cubicBezTo>
                          <a:pt x="119" y="179"/>
                          <a:pt x="119" y="179"/>
                          <a:pt x="119" y="179"/>
                        </a:cubicBezTo>
                        <a:cubicBezTo>
                          <a:pt x="120" y="180"/>
                          <a:pt x="120" y="180"/>
                          <a:pt x="120" y="180"/>
                        </a:cubicBezTo>
                        <a:cubicBezTo>
                          <a:pt x="120" y="179"/>
                          <a:pt x="120" y="179"/>
                          <a:pt x="120" y="179"/>
                        </a:cubicBezTo>
                        <a:cubicBezTo>
                          <a:pt x="121" y="176"/>
                          <a:pt x="121" y="173"/>
                          <a:pt x="120" y="171"/>
                        </a:cubicBezTo>
                        <a:cubicBezTo>
                          <a:pt x="120" y="169"/>
                          <a:pt x="120" y="168"/>
                          <a:pt x="120" y="166"/>
                        </a:cubicBezTo>
                        <a:cubicBezTo>
                          <a:pt x="120" y="164"/>
                          <a:pt x="120" y="162"/>
                          <a:pt x="121" y="161"/>
                        </a:cubicBezTo>
                        <a:cubicBezTo>
                          <a:pt x="121" y="160"/>
                          <a:pt x="121" y="159"/>
                          <a:pt x="122" y="159"/>
                        </a:cubicBezTo>
                        <a:cubicBezTo>
                          <a:pt x="122" y="159"/>
                          <a:pt x="122" y="159"/>
                          <a:pt x="122" y="159"/>
                        </a:cubicBezTo>
                        <a:cubicBezTo>
                          <a:pt x="122" y="158"/>
                          <a:pt x="122" y="158"/>
                          <a:pt x="122" y="158"/>
                        </a:cubicBezTo>
                        <a:cubicBezTo>
                          <a:pt x="122" y="158"/>
                          <a:pt x="122" y="158"/>
                          <a:pt x="122" y="158"/>
                        </a:cubicBezTo>
                        <a:cubicBezTo>
                          <a:pt x="122" y="158"/>
                          <a:pt x="122" y="158"/>
                          <a:pt x="122" y="158"/>
                        </a:cubicBezTo>
                        <a:cubicBezTo>
                          <a:pt x="123" y="158"/>
                          <a:pt x="123" y="158"/>
                          <a:pt x="123" y="158"/>
                        </a:cubicBezTo>
                        <a:cubicBezTo>
                          <a:pt x="123" y="157"/>
                          <a:pt x="123" y="157"/>
                          <a:pt x="123" y="157"/>
                        </a:cubicBezTo>
                        <a:cubicBezTo>
                          <a:pt x="123" y="156"/>
                          <a:pt x="123" y="156"/>
                          <a:pt x="123" y="156"/>
                        </a:cubicBezTo>
                        <a:cubicBezTo>
                          <a:pt x="123" y="156"/>
                          <a:pt x="123" y="155"/>
                          <a:pt x="123" y="155"/>
                        </a:cubicBezTo>
                        <a:cubicBezTo>
                          <a:pt x="124" y="155"/>
                          <a:pt x="124" y="155"/>
                          <a:pt x="124" y="155"/>
                        </a:cubicBezTo>
                        <a:cubicBezTo>
                          <a:pt x="125" y="155"/>
                          <a:pt x="125" y="155"/>
                          <a:pt x="125" y="155"/>
                        </a:cubicBezTo>
                        <a:cubicBezTo>
                          <a:pt x="125" y="150"/>
                          <a:pt x="125" y="150"/>
                          <a:pt x="125" y="150"/>
                        </a:cubicBezTo>
                        <a:cubicBezTo>
                          <a:pt x="125" y="149"/>
                          <a:pt x="124" y="149"/>
                          <a:pt x="124" y="149"/>
                        </a:cubicBezTo>
                        <a:cubicBezTo>
                          <a:pt x="124" y="149"/>
                          <a:pt x="124" y="149"/>
                          <a:pt x="124" y="149"/>
                        </a:cubicBezTo>
                        <a:cubicBezTo>
                          <a:pt x="123" y="148"/>
                          <a:pt x="123" y="148"/>
                          <a:pt x="123" y="147"/>
                        </a:cubicBezTo>
                        <a:cubicBezTo>
                          <a:pt x="123" y="146"/>
                          <a:pt x="123" y="146"/>
                          <a:pt x="123" y="146"/>
                        </a:cubicBezTo>
                        <a:cubicBezTo>
                          <a:pt x="123" y="145"/>
                          <a:pt x="123" y="145"/>
                          <a:pt x="123" y="145"/>
                        </a:cubicBezTo>
                        <a:cubicBezTo>
                          <a:pt x="123" y="144"/>
                          <a:pt x="123" y="143"/>
                          <a:pt x="124" y="142"/>
                        </a:cubicBezTo>
                        <a:cubicBezTo>
                          <a:pt x="124" y="142"/>
                          <a:pt x="124" y="142"/>
                          <a:pt x="124" y="142"/>
                        </a:cubicBezTo>
                        <a:cubicBezTo>
                          <a:pt x="124" y="142"/>
                          <a:pt x="125" y="142"/>
                          <a:pt x="125" y="141"/>
                        </a:cubicBezTo>
                        <a:cubicBezTo>
                          <a:pt x="125" y="140"/>
                          <a:pt x="125" y="140"/>
                          <a:pt x="125" y="140"/>
                        </a:cubicBezTo>
                        <a:cubicBezTo>
                          <a:pt x="125" y="139"/>
                          <a:pt x="125" y="139"/>
                          <a:pt x="125" y="138"/>
                        </a:cubicBezTo>
                        <a:cubicBezTo>
                          <a:pt x="125" y="138"/>
                          <a:pt x="125" y="137"/>
                          <a:pt x="125" y="137"/>
                        </a:cubicBezTo>
                        <a:cubicBezTo>
                          <a:pt x="125" y="136"/>
                          <a:pt x="125" y="136"/>
                          <a:pt x="125" y="135"/>
                        </a:cubicBezTo>
                        <a:cubicBezTo>
                          <a:pt x="125" y="135"/>
                          <a:pt x="125" y="135"/>
                          <a:pt x="125" y="135"/>
                        </a:cubicBezTo>
                        <a:cubicBezTo>
                          <a:pt x="126" y="135"/>
                          <a:pt x="126" y="135"/>
                          <a:pt x="126" y="135"/>
                        </a:cubicBezTo>
                        <a:cubicBezTo>
                          <a:pt x="126" y="128"/>
                          <a:pt x="126" y="128"/>
                          <a:pt x="126" y="128"/>
                        </a:cubicBezTo>
                        <a:cubicBezTo>
                          <a:pt x="126" y="127"/>
                          <a:pt x="126" y="127"/>
                          <a:pt x="126" y="127"/>
                        </a:cubicBezTo>
                        <a:cubicBezTo>
                          <a:pt x="126" y="126"/>
                          <a:pt x="126" y="125"/>
                          <a:pt x="126" y="124"/>
                        </a:cubicBezTo>
                        <a:cubicBezTo>
                          <a:pt x="125" y="123"/>
                          <a:pt x="124" y="122"/>
                          <a:pt x="122" y="121"/>
                        </a:cubicBezTo>
                        <a:cubicBezTo>
                          <a:pt x="122" y="121"/>
                          <a:pt x="122" y="120"/>
                          <a:pt x="122" y="120"/>
                        </a:cubicBezTo>
                        <a:cubicBezTo>
                          <a:pt x="122" y="116"/>
                          <a:pt x="122" y="116"/>
                          <a:pt x="122" y="116"/>
                        </a:cubicBezTo>
                        <a:cubicBezTo>
                          <a:pt x="120" y="116"/>
                          <a:pt x="120" y="116"/>
                          <a:pt x="120" y="116"/>
                        </a:cubicBezTo>
                        <a:cubicBezTo>
                          <a:pt x="120" y="116"/>
                          <a:pt x="120" y="116"/>
                          <a:pt x="120" y="116"/>
                        </a:cubicBezTo>
                        <a:cubicBezTo>
                          <a:pt x="120" y="115"/>
                          <a:pt x="120" y="115"/>
                          <a:pt x="120" y="115"/>
                        </a:cubicBezTo>
                        <a:cubicBezTo>
                          <a:pt x="120" y="115"/>
                          <a:pt x="120" y="115"/>
                          <a:pt x="120" y="115"/>
                        </a:cubicBezTo>
                        <a:cubicBezTo>
                          <a:pt x="120" y="114"/>
                          <a:pt x="120" y="114"/>
                          <a:pt x="120" y="113"/>
                        </a:cubicBezTo>
                        <a:cubicBezTo>
                          <a:pt x="119" y="113"/>
                          <a:pt x="119" y="113"/>
                          <a:pt x="119" y="113"/>
                        </a:cubicBezTo>
                        <a:cubicBezTo>
                          <a:pt x="119" y="112"/>
                          <a:pt x="119" y="112"/>
                          <a:pt x="118" y="112"/>
                        </a:cubicBezTo>
                        <a:cubicBezTo>
                          <a:pt x="118" y="111"/>
                          <a:pt x="118" y="111"/>
                          <a:pt x="118" y="111"/>
                        </a:cubicBezTo>
                        <a:cubicBezTo>
                          <a:pt x="118" y="111"/>
                          <a:pt x="118" y="111"/>
                          <a:pt x="118" y="111"/>
                        </a:cubicBezTo>
                        <a:cubicBezTo>
                          <a:pt x="118" y="110"/>
                          <a:pt x="118" y="109"/>
                          <a:pt x="117" y="109"/>
                        </a:cubicBezTo>
                        <a:cubicBezTo>
                          <a:pt x="116" y="109"/>
                          <a:pt x="116" y="109"/>
                          <a:pt x="116" y="109"/>
                        </a:cubicBezTo>
                        <a:cubicBezTo>
                          <a:pt x="116" y="109"/>
                          <a:pt x="116" y="109"/>
                          <a:pt x="116" y="109"/>
                        </a:cubicBezTo>
                        <a:cubicBezTo>
                          <a:pt x="116" y="108"/>
                          <a:pt x="116" y="108"/>
                          <a:pt x="116" y="108"/>
                        </a:cubicBezTo>
                        <a:cubicBezTo>
                          <a:pt x="116" y="107"/>
                          <a:pt x="116" y="107"/>
                          <a:pt x="116" y="107"/>
                        </a:cubicBezTo>
                        <a:cubicBezTo>
                          <a:pt x="115" y="106"/>
                          <a:pt x="115" y="106"/>
                          <a:pt x="115" y="106"/>
                        </a:cubicBezTo>
                        <a:cubicBezTo>
                          <a:pt x="114" y="105"/>
                          <a:pt x="114" y="105"/>
                          <a:pt x="114" y="105"/>
                        </a:cubicBezTo>
                        <a:cubicBezTo>
                          <a:pt x="113" y="104"/>
                          <a:pt x="113" y="104"/>
                          <a:pt x="113" y="104"/>
                        </a:cubicBezTo>
                        <a:cubicBezTo>
                          <a:pt x="112" y="102"/>
                          <a:pt x="111" y="101"/>
                          <a:pt x="112" y="98"/>
                        </a:cubicBezTo>
                        <a:cubicBezTo>
                          <a:pt x="112" y="97"/>
                          <a:pt x="112" y="97"/>
                          <a:pt x="112" y="97"/>
                        </a:cubicBezTo>
                        <a:cubicBezTo>
                          <a:pt x="111" y="97"/>
                          <a:pt x="111" y="97"/>
                          <a:pt x="111" y="97"/>
                        </a:cubicBezTo>
                        <a:cubicBezTo>
                          <a:pt x="110" y="97"/>
                          <a:pt x="110" y="97"/>
                          <a:pt x="110" y="97"/>
                        </a:cubicBezTo>
                        <a:cubicBezTo>
                          <a:pt x="110" y="96"/>
                          <a:pt x="110" y="95"/>
                          <a:pt x="109" y="94"/>
                        </a:cubicBezTo>
                        <a:cubicBezTo>
                          <a:pt x="109" y="94"/>
                          <a:pt x="109" y="94"/>
                          <a:pt x="109" y="94"/>
                        </a:cubicBezTo>
                        <a:cubicBezTo>
                          <a:pt x="108" y="93"/>
                          <a:pt x="108" y="93"/>
                          <a:pt x="108" y="92"/>
                        </a:cubicBezTo>
                        <a:cubicBezTo>
                          <a:pt x="107" y="92"/>
                          <a:pt x="107" y="91"/>
                          <a:pt x="106" y="91"/>
                        </a:cubicBezTo>
                        <a:cubicBezTo>
                          <a:pt x="106" y="91"/>
                          <a:pt x="106" y="91"/>
                          <a:pt x="106" y="91"/>
                        </a:cubicBezTo>
                        <a:cubicBezTo>
                          <a:pt x="106" y="91"/>
                          <a:pt x="106" y="90"/>
                          <a:pt x="106" y="90"/>
                        </a:cubicBezTo>
                        <a:cubicBezTo>
                          <a:pt x="106" y="90"/>
                          <a:pt x="106" y="90"/>
                          <a:pt x="106" y="90"/>
                        </a:cubicBezTo>
                        <a:cubicBezTo>
                          <a:pt x="106" y="89"/>
                          <a:pt x="106" y="89"/>
                          <a:pt x="106" y="89"/>
                        </a:cubicBezTo>
                        <a:cubicBezTo>
                          <a:pt x="105" y="89"/>
                          <a:pt x="105" y="89"/>
                          <a:pt x="105" y="89"/>
                        </a:cubicBezTo>
                        <a:cubicBezTo>
                          <a:pt x="105" y="88"/>
                          <a:pt x="105" y="88"/>
                          <a:pt x="105" y="88"/>
                        </a:cubicBezTo>
                        <a:cubicBezTo>
                          <a:pt x="105" y="88"/>
                          <a:pt x="105" y="88"/>
                          <a:pt x="105" y="88"/>
                        </a:cubicBezTo>
                        <a:cubicBezTo>
                          <a:pt x="105" y="88"/>
                          <a:pt x="105" y="88"/>
                          <a:pt x="105" y="88"/>
                        </a:cubicBezTo>
                        <a:cubicBezTo>
                          <a:pt x="104" y="88"/>
                          <a:pt x="104" y="88"/>
                          <a:pt x="104" y="88"/>
                        </a:cubicBezTo>
                        <a:cubicBezTo>
                          <a:pt x="104" y="87"/>
                          <a:pt x="104" y="87"/>
                          <a:pt x="103" y="86"/>
                        </a:cubicBezTo>
                        <a:cubicBezTo>
                          <a:pt x="102" y="84"/>
                          <a:pt x="101" y="83"/>
                          <a:pt x="100" y="81"/>
                        </a:cubicBezTo>
                        <a:cubicBezTo>
                          <a:pt x="99" y="80"/>
                          <a:pt x="99" y="80"/>
                          <a:pt x="99" y="80"/>
                        </a:cubicBezTo>
                        <a:cubicBezTo>
                          <a:pt x="98" y="78"/>
                          <a:pt x="97" y="76"/>
                          <a:pt x="95" y="75"/>
                        </a:cubicBezTo>
                        <a:cubicBezTo>
                          <a:pt x="97" y="75"/>
                          <a:pt x="97" y="75"/>
                          <a:pt x="97" y="75"/>
                        </a:cubicBezTo>
                        <a:cubicBezTo>
                          <a:pt x="97" y="74"/>
                          <a:pt x="97" y="74"/>
                          <a:pt x="97" y="74"/>
                        </a:cubicBezTo>
                        <a:cubicBezTo>
                          <a:pt x="98" y="74"/>
                          <a:pt x="98" y="75"/>
                          <a:pt x="98" y="75"/>
                        </a:cubicBezTo>
                        <a:cubicBezTo>
                          <a:pt x="99" y="76"/>
                          <a:pt x="99" y="76"/>
                          <a:pt x="99" y="76"/>
                        </a:cubicBezTo>
                        <a:cubicBezTo>
                          <a:pt x="99" y="76"/>
                          <a:pt x="99" y="76"/>
                          <a:pt x="99" y="76"/>
                        </a:cubicBezTo>
                        <a:cubicBezTo>
                          <a:pt x="100" y="76"/>
                          <a:pt x="100" y="76"/>
                          <a:pt x="100" y="76"/>
                        </a:cubicBezTo>
                        <a:cubicBezTo>
                          <a:pt x="100" y="76"/>
                          <a:pt x="100" y="76"/>
                          <a:pt x="100" y="76"/>
                        </a:cubicBezTo>
                        <a:cubicBezTo>
                          <a:pt x="100" y="76"/>
                          <a:pt x="100" y="76"/>
                          <a:pt x="100" y="76"/>
                        </a:cubicBezTo>
                        <a:cubicBezTo>
                          <a:pt x="100" y="77"/>
                          <a:pt x="100" y="77"/>
                          <a:pt x="100" y="77"/>
                        </a:cubicBezTo>
                        <a:cubicBezTo>
                          <a:pt x="101" y="78"/>
                          <a:pt x="101" y="78"/>
                          <a:pt x="101" y="78"/>
                        </a:cubicBezTo>
                        <a:cubicBezTo>
                          <a:pt x="101" y="78"/>
                          <a:pt x="101" y="78"/>
                          <a:pt x="101" y="78"/>
                        </a:cubicBezTo>
                        <a:cubicBezTo>
                          <a:pt x="101" y="78"/>
                          <a:pt x="101" y="78"/>
                          <a:pt x="101" y="78"/>
                        </a:cubicBezTo>
                        <a:cubicBezTo>
                          <a:pt x="101" y="78"/>
                          <a:pt x="101" y="79"/>
                          <a:pt x="101" y="79"/>
                        </a:cubicBezTo>
                        <a:cubicBezTo>
                          <a:pt x="101" y="82"/>
                          <a:pt x="101" y="82"/>
                          <a:pt x="101" y="82"/>
                        </a:cubicBezTo>
                        <a:cubicBezTo>
                          <a:pt x="102" y="82"/>
                          <a:pt x="102" y="82"/>
                          <a:pt x="102" y="82"/>
                        </a:cubicBezTo>
                        <a:cubicBezTo>
                          <a:pt x="103" y="82"/>
                          <a:pt x="103" y="82"/>
                          <a:pt x="103" y="82"/>
                        </a:cubicBezTo>
                        <a:cubicBezTo>
                          <a:pt x="103" y="82"/>
                          <a:pt x="103" y="82"/>
                          <a:pt x="103" y="82"/>
                        </a:cubicBezTo>
                        <a:cubicBezTo>
                          <a:pt x="103" y="82"/>
                          <a:pt x="103" y="82"/>
                          <a:pt x="103" y="82"/>
                        </a:cubicBezTo>
                        <a:cubicBezTo>
                          <a:pt x="103" y="83"/>
                          <a:pt x="103" y="83"/>
                          <a:pt x="103" y="83"/>
                        </a:cubicBezTo>
                        <a:cubicBezTo>
                          <a:pt x="103" y="85"/>
                          <a:pt x="104" y="85"/>
                          <a:pt x="105" y="85"/>
                        </a:cubicBezTo>
                        <a:cubicBezTo>
                          <a:pt x="105" y="85"/>
                          <a:pt x="105" y="85"/>
                          <a:pt x="105" y="85"/>
                        </a:cubicBezTo>
                        <a:cubicBezTo>
                          <a:pt x="106" y="85"/>
                          <a:pt x="106" y="86"/>
                          <a:pt x="107" y="86"/>
                        </a:cubicBezTo>
                        <a:cubicBezTo>
                          <a:pt x="107" y="87"/>
                          <a:pt x="107" y="87"/>
                          <a:pt x="107" y="88"/>
                        </a:cubicBezTo>
                        <a:cubicBezTo>
                          <a:pt x="107" y="88"/>
                          <a:pt x="107" y="89"/>
                          <a:pt x="108" y="89"/>
                        </a:cubicBezTo>
                        <a:cubicBezTo>
                          <a:pt x="108" y="89"/>
                          <a:pt x="108" y="89"/>
                          <a:pt x="108" y="89"/>
                        </a:cubicBezTo>
                        <a:cubicBezTo>
                          <a:pt x="108" y="90"/>
                          <a:pt x="108" y="90"/>
                          <a:pt x="108" y="90"/>
                        </a:cubicBezTo>
                        <a:cubicBezTo>
                          <a:pt x="108" y="90"/>
                          <a:pt x="108" y="92"/>
                          <a:pt x="110" y="92"/>
                        </a:cubicBezTo>
                        <a:cubicBezTo>
                          <a:pt x="110" y="92"/>
                          <a:pt x="110" y="92"/>
                          <a:pt x="110" y="92"/>
                        </a:cubicBezTo>
                        <a:cubicBezTo>
                          <a:pt x="110" y="92"/>
                          <a:pt x="110" y="92"/>
                          <a:pt x="110" y="92"/>
                        </a:cubicBezTo>
                        <a:cubicBezTo>
                          <a:pt x="110" y="93"/>
                          <a:pt x="110" y="93"/>
                          <a:pt x="110" y="93"/>
                        </a:cubicBezTo>
                        <a:cubicBezTo>
                          <a:pt x="110" y="93"/>
                          <a:pt x="110" y="93"/>
                          <a:pt x="110" y="93"/>
                        </a:cubicBezTo>
                        <a:cubicBezTo>
                          <a:pt x="110" y="94"/>
                          <a:pt x="110" y="95"/>
                          <a:pt x="111" y="95"/>
                        </a:cubicBezTo>
                        <a:cubicBezTo>
                          <a:pt x="111" y="95"/>
                          <a:pt x="111" y="95"/>
                          <a:pt x="111" y="95"/>
                        </a:cubicBezTo>
                        <a:cubicBezTo>
                          <a:pt x="111" y="95"/>
                          <a:pt x="111" y="95"/>
                          <a:pt x="111" y="95"/>
                        </a:cubicBezTo>
                        <a:cubicBezTo>
                          <a:pt x="111" y="95"/>
                          <a:pt x="111" y="95"/>
                          <a:pt x="111" y="95"/>
                        </a:cubicBezTo>
                        <a:cubicBezTo>
                          <a:pt x="111" y="96"/>
                          <a:pt x="111" y="96"/>
                          <a:pt x="111" y="96"/>
                        </a:cubicBezTo>
                        <a:cubicBezTo>
                          <a:pt x="112" y="97"/>
                          <a:pt x="112" y="97"/>
                          <a:pt x="112" y="98"/>
                        </a:cubicBezTo>
                        <a:cubicBezTo>
                          <a:pt x="113" y="98"/>
                          <a:pt x="113" y="98"/>
                          <a:pt x="113" y="98"/>
                        </a:cubicBezTo>
                        <a:cubicBezTo>
                          <a:pt x="113" y="99"/>
                          <a:pt x="114" y="99"/>
                          <a:pt x="114" y="99"/>
                        </a:cubicBezTo>
                        <a:cubicBezTo>
                          <a:pt x="114" y="99"/>
                          <a:pt x="114" y="99"/>
                          <a:pt x="114" y="99"/>
                        </a:cubicBezTo>
                        <a:cubicBezTo>
                          <a:pt x="114" y="100"/>
                          <a:pt x="114" y="100"/>
                          <a:pt x="114" y="100"/>
                        </a:cubicBezTo>
                        <a:cubicBezTo>
                          <a:pt x="114" y="101"/>
                          <a:pt x="114" y="102"/>
                          <a:pt x="115" y="102"/>
                        </a:cubicBezTo>
                        <a:cubicBezTo>
                          <a:pt x="116" y="102"/>
                          <a:pt x="116" y="102"/>
                          <a:pt x="116" y="102"/>
                        </a:cubicBezTo>
                        <a:cubicBezTo>
                          <a:pt x="116" y="102"/>
                          <a:pt x="116" y="102"/>
                          <a:pt x="116" y="102"/>
                        </a:cubicBezTo>
                        <a:cubicBezTo>
                          <a:pt x="116" y="103"/>
                          <a:pt x="116" y="103"/>
                          <a:pt x="116" y="103"/>
                        </a:cubicBezTo>
                        <a:cubicBezTo>
                          <a:pt x="116" y="105"/>
                          <a:pt x="116" y="105"/>
                          <a:pt x="116" y="105"/>
                        </a:cubicBezTo>
                        <a:cubicBezTo>
                          <a:pt x="116" y="106"/>
                          <a:pt x="116" y="106"/>
                          <a:pt x="117" y="106"/>
                        </a:cubicBezTo>
                        <a:cubicBezTo>
                          <a:pt x="117" y="106"/>
                          <a:pt x="117" y="106"/>
                          <a:pt x="117" y="106"/>
                        </a:cubicBezTo>
                        <a:cubicBezTo>
                          <a:pt x="117" y="107"/>
                          <a:pt x="117" y="108"/>
                          <a:pt x="118" y="108"/>
                        </a:cubicBezTo>
                        <a:cubicBezTo>
                          <a:pt x="118" y="109"/>
                          <a:pt x="119" y="110"/>
                          <a:pt x="120" y="110"/>
                        </a:cubicBezTo>
                        <a:cubicBezTo>
                          <a:pt x="122" y="111"/>
                          <a:pt x="122" y="111"/>
                          <a:pt x="122" y="111"/>
                        </a:cubicBezTo>
                        <a:cubicBezTo>
                          <a:pt x="122" y="109"/>
                          <a:pt x="122" y="109"/>
                          <a:pt x="122" y="109"/>
                        </a:cubicBezTo>
                        <a:cubicBezTo>
                          <a:pt x="121" y="106"/>
                          <a:pt x="120" y="102"/>
                          <a:pt x="119" y="97"/>
                        </a:cubicBezTo>
                        <a:cubicBezTo>
                          <a:pt x="118" y="95"/>
                          <a:pt x="118" y="93"/>
                          <a:pt x="118" y="91"/>
                        </a:cubicBezTo>
                        <a:cubicBezTo>
                          <a:pt x="118" y="90"/>
                          <a:pt x="118" y="90"/>
                          <a:pt x="118" y="89"/>
                        </a:cubicBezTo>
                        <a:cubicBezTo>
                          <a:pt x="119" y="88"/>
                          <a:pt x="119" y="88"/>
                          <a:pt x="119" y="88"/>
                        </a:cubicBezTo>
                        <a:cubicBezTo>
                          <a:pt x="119" y="87"/>
                          <a:pt x="119" y="87"/>
                          <a:pt x="119" y="86"/>
                        </a:cubicBezTo>
                        <a:cubicBezTo>
                          <a:pt x="119" y="86"/>
                          <a:pt x="119" y="86"/>
                          <a:pt x="119" y="86"/>
                        </a:cubicBezTo>
                        <a:cubicBezTo>
                          <a:pt x="119" y="86"/>
                          <a:pt x="119" y="85"/>
                          <a:pt x="119" y="85"/>
                        </a:cubicBezTo>
                        <a:cubicBezTo>
                          <a:pt x="119" y="85"/>
                          <a:pt x="118" y="84"/>
                          <a:pt x="118" y="84"/>
                        </a:cubicBezTo>
                        <a:cubicBezTo>
                          <a:pt x="118" y="84"/>
                          <a:pt x="118" y="84"/>
                          <a:pt x="118" y="84"/>
                        </a:cubicBezTo>
                        <a:cubicBezTo>
                          <a:pt x="118" y="84"/>
                          <a:pt x="118" y="84"/>
                          <a:pt x="118" y="84"/>
                        </a:cubicBezTo>
                        <a:cubicBezTo>
                          <a:pt x="117" y="84"/>
                          <a:pt x="118" y="84"/>
                          <a:pt x="118" y="83"/>
                        </a:cubicBezTo>
                        <a:cubicBezTo>
                          <a:pt x="118" y="82"/>
                          <a:pt x="118" y="82"/>
                          <a:pt x="118" y="82"/>
                        </a:cubicBezTo>
                        <a:cubicBezTo>
                          <a:pt x="117" y="81"/>
                          <a:pt x="117" y="81"/>
                          <a:pt x="117" y="81"/>
                        </a:cubicBezTo>
                        <a:cubicBezTo>
                          <a:pt x="117" y="81"/>
                          <a:pt x="117" y="81"/>
                          <a:pt x="117" y="81"/>
                        </a:cubicBezTo>
                        <a:cubicBezTo>
                          <a:pt x="116" y="81"/>
                          <a:pt x="116" y="81"/>
                          <a:pt x="116" y="81"/>
                        </a:cubicBezTo>
                        <a:cubicBezTo>
                          <a:pt x="116" y="81"/>
                          <a:pt x="116" y="81"/>
                          <a:pt x="116" y="81"/>
                        </a:cubicBezTo>
                        <a:cubicBezTo>
                          <a:pt x="116" y="81"/>
                          <a:pt x="116" y="81"/>
                          <a:pt x="116" y="81"/>
                        </a:cubicBezTo>
                        <a:cubicBezTo>
                          <a:pt x="116" y="79"/>
                          <a:pt x="116" y="79"/>
                          <a:pt x="116" y="79"/>
                        </a:cubicBezTo>
                        <a:cubicBezTo>
                          <a:pt x="115" y="79"/>
                          <a:pt x="115" y="79"/>
                          <a:pt x="115" y="79"/>
                        </a:cubicBezTo>
                        <a:cubicBezTo>
                          <a:pt x="115" y="78"/>
                          <a:pt x="115" y="78"/>
                          <a:pt x="115" y="78"/>
                        </a:cubicBezTo>
                        <a:cubicBezTo>
                          <a:pt x="115" y="77"/>
                          <a:pt x="115" y="77"/>
                          <a:pt x="115" y="77"/>
                        </a:cubicBezTo>
                        <a:cubicBezTo>
                          <a:pt x="115" y="77"/>
                          <a:pt x="115" y="77"/>
                          <a:pt x="115" y="77"/>
                        </a:cubicBezTo>
                        <a:cubicBezTo>
                          <a:pt x="115" y="76"/>
                          <a:pt x="115" y="76"/>
                          <a:pt x="115" y="76"/>
                        </a:cubicBezTo>
                        <a:cubicBezTo>
                          <a:pt x="114" y="76"/>
                          <a:pt x="114" y="76"/>
                          <a:pt x="114" y="76"/>
                        </a:cubicBezTo>
                        <a:cubicBezTo>
                          <a:pt x="113" y="76"/>
                          <a:pt x="113" y="76"/>
                          <a:pt x="113" y="76"/>
                        </a:cubicBezTo>
                        <a:cubicBezTo>
                          <a:pt x="113" y="76"/>
                          <a:pt x="113" y="76"/>
                          <a:pt x="113" y="76"/>
                        </a:cubicBezTo>
                        <a:cubicBezTo>
                          <a:pt x="113" y="75"/>
                          <a:pt x="113" y="75"/>
                          <a:pt x="113" y="75"/>
                        </a:cubicBezTo>
                        <a:cubicBezTo>
                          <a:pt x="113" y="75"/>
                          <a:pt x="113" y="75"/>
                          <a:pt x="113" y="75"/>
                        </a:cubicBezTo>
                        <a:cubicBezTo>
                          <a:pt x="113" y="74"/>
                          <a:pt x="113" y="74"/>
                          <a:pt x="113" y="74"/>
                        </a:cubicBezTo>
                        <a:cubicBezTo>
                          <a:pt x="113" y="73"/>
                          <a:pt x="113" y="73"/>
                          <a:pt x="112" y="73"/>
                        </a:cubicBezTo>
                        <a:cubicBezTo>
                          <a:pt x="112" y="73"/>
                          <a:pt x="112" y="73"/>
                          <a:pt x="112" y="73"/>
                        </a:cubicBezTo>
                        <a:cubicBezTo>
                          <a:pt x="112" y="73"/>
                          <a:pt x="112" y="73"/>
                          <a:pt x="112" y="73"/>
                        </a:cubicBezTo>
                        <a:cubicBezTo>
                          <a:pt x="112" y="72"/>
                          <a:pt x="112" y="72"/>
                          <a:pt x="112" y="72"/>
                        </a:cubicBezTo>
                        <a:cubicBezTo>
                          <a:pt x="112" y="72"/>
                          <a:pt x="112" y="72"/>
                          <a:pt x="112" y="71"/>
                        </a:cubicBezTo>
                        <a:cubicBezTo>
                          <a:pt x="111" y="71"/>
                          <a:pt x="111" y="70"/>
                          <a:pt x="111" y="70"/>
                        </a:cubicBezTo>
                        <a:cubicBezTo>
                          <a:pt x="110" y="69"/>
                          <a:pt x="110" y="69"/>
                          <a:pt x="110" y="69"/>
                        </a:cubicBezTo>
                        <a:cubicBezTo>
                          <a:pt x="110" y="69"/>
                          <a:pt x="110" y="69"/>
                          <a:pt x="110" y="69"/>
                        </a:cubicBezTo>
                        <a:cubicBezTo>
                          <a:pt x="109" y="69"/>
                          <a:pt x="109" y="69"/>
                          <a:pt x="109" y="69"/>
                        </a:cubicBezTo>
                        <a:cubicBezTo>
                          <a:pt x="109" y="68"/>
                          <a:pt x="109" y="68"/>
                          <a:pt x="109" y="68"/>
                        </a:cubicBezTo>
                        <a:cubicBezTo>
                          <a:pt x="109" y="68"/>
                          <a:pt x="109" y="68"/>
                          <a:pt x="109" y="68"/>
                        </a:cubicBezTo>
                        <a:cubicBezTo>
                          <a:pt x="109" y="68"/>
                          <a:pt x="109" y="68"/>
                          <a:pt x="109" y="68"/>
                        </a:cubicBezTo>
                        <a:cubicBezTo>
                          <a:pt x="109" y="66"/>
                          <a:pt x="109" y="66"/>
                          <a:pt x="109" y="66"/>
                        </a:cubicBezTo>
                        <a:cubicBezTo>
                          <a:pt x="108" y="66"/>
                          <a:pt x="108" y="66"/>
                          <a:pt x="108" y="66"/>
                        </a:cubicBezTo>
                        <a:cubicBezTo>
                          <a:pt x="108" y="66"/>
                          <a:pt x="108" y="66"/>
                          <a:pt x="108" y="66"/>
                        </a:cubicBezTo>
                        <a:cubicBezTo>
                          <a:pt x="108" y="66"/>
                          <a:pt x="108" y="66"/>
                          <a:pt x="108" y="66"/>
                        </a:cubicBezTo>
                        <a:cubicBezTo>
                          <a:pt x="107" y="65"/>
                          <a:pt x="107" y="65"/>
                          <a:pt x="107" y="65"/>
                        </a:cubicBezTo>
                        <a:cubicBezTo>
                          <a:pt x="107" y="65"/>
                          <a:pt x="107" y="64"/>
                          <a:pt x="107" y="64"/>
                        </a:cubicBezTo>
                        <a:cubicBezTo>
                          <a:pt x="107" y="63"/>
                          <a:pt x="107" y="63"/>
                          <a:pt x="107" y="63"/>
                        </a:cubicBezTo>
                        <a:cubicBezTo>
                          <a:pt x="106" y="63"/>
                          <a:pt x="106" y="63"/>
                          <a:pt x="106" y="63"/>
                        </a:cubicBezTo>
                        <a:cubicBezTo>
                          <a:pt x="106" y="62"/>
                          <a:pt x="106" y="62"/>
                          <a:pt x="106" y="62"/>
                        </a:cubicBezTo>
                        <a:cubicBezTo>
                          <a:pt x="106" y="62"/>
                          <a:pt x="106" y="61"/>
                          <a:pt x="105" y="61"/>
                        </a:cubicBezTo>
                        <a:cubicBezTo>
                          <a:pt x="105" y="61"/>
                          <a:pt x="105" y="61"/>
                          <a:pt x="105" y="61"/>
                        </a:cubicBezTo>
                        <a:cubicBezTo>
                          <a:pt x="105" y="61"/>
                          <a:pt x="105" y="61"/>
                          <a:pt x="105" y="61"/>
                        </a:cubicBezTo>
                        <a:cubicBezTo>
                          <a:pt x="105" y="60"/>
                          <a:pt x="105" y="60"/>
                          <a:pt x="105" y="60"/>
                        </a:cubicBezTo>
                        <a:cubicBezTo>
                          <a:pt x="104" y="59"/>
                          <a:pt x="104" y="59"/>
                          <a:pt x="104" y="59"/>
                        </a:cubicBezTo>
                        <a:cubicBezTo>
                          <a:pt x="103" y="58"/>
                          <a:pt x="103" y="58"/>
                          <a:pt x="103" y="58"/>
                        </a:cubicBezTo>
                        <a:cubicBezTo>
                          <a:pt x="103" y="57"/>
                          <a:pt x="102" y="57"/>
                          <a:pt x="102" y="57"/>
                        </a:cubicBezTo>
                        <a:cubicBezTo>
                          <a:pt x="102" y="57"/>
                          <a:pt x="102" y="57"/>
                          <a:pt x="102" y="57"/>
                        </a:cubicBezTo>
                        <a:cubicBezTo>
                          <a:pt x="101" y="56"/>
                          <a:pt x="101" y="56"/>
                          <a:pt x="101" y="56"/>
                        </a:cubicBezTo>
                        <a:cubicBezTo>
                          <a:pt x="100" y="56"/>
                          <a:pt x="100" y="55"/>
                          <a:pt x="100" y="55"/>
                        </a:cubicBezTo>
                        <a:cubicBezTo>
                          <a:pt x="100" y="54"/>
                          <a:pt x="100" y="54"/>
                          <a:pt x="100" y="53"/>
                        </a:cubicBezTo>
                        <a:cubicBezTo>
                          <a:pt x="99" y="53"/>
                          <a:pt x="99" y="53"/>
                          <a:pt x="99" y="53"/>
                        </a:cubicBezTo>
                        <a:cubicBezTo>
                          <a:pt x="99" y="52"/>
                          <a:pt x="99" y="52"/>
                          <a:pt x="99" y="52"/>
                        </a:cubicBezTo>
                        <a:cubicBezTo>
                          <a:pt x="99" y="52"/>
                          <a:pt x="99" y="52"/>
                          <a:pt x="99" y="52"/>
                        </a:cubicBezTo>
                        <a:cubicBezTo>
                          <a:pt x="99" y="52"/>
                          <a:pt x="99" y="51"/>
                          <a:pt x="98" y="51"/>
                        </a:cubicBezTo>
                        <a:cubicBezTo>
                          <a:pt x="97" y="51"/>
                          <a:pt x="97" y="51"/>
                          <a:pt x="97" y="51"/>
                        </a:cubicBezTo>
                        <a:cubicBezTo>
                          <a:pt x="96" y="50"/>
                          <a:pt x="96" y="50"/>
                          <a:pt x="95" y="49"/>
                        </a:cubicBezTo>
                        <a:cubicBezTo>
                          <a:pt x="95" y="49"/>
                          <a:pt x="95" y="48"/>
                          <a:pt x="95" y="48"/>
                        </a:cubicBezTo>
                        <a:cubicBezTo>
                          <a:pt x="95" y="47"/>
                          <a:pt x="94" y="47"/>
                          <a:pt x="94" y="46"/>
                        </a:cubicBezTo>
                        <a:cubicBezTo>
                          <a:pt x="94" y="45"/>
                          <a:pt x="93" y="45"/>
                          <a:pt x="92" y="44"/>
                        </a:cubicBezTo>
                        <a:cubicBezTo>
                          <a:pt x="91" y="44"/>
                          <a:pt x="91" y="43"/>
                          <a:pt x="91" y="43"/>
                        </a:cubicBezTo>
                        <a:cubicBezTo>
                          <a:pt x="90" y="43"/>
                          <a:pt x="90" y="43"/>
                          <a:pt x="90" y="43"/>
                        </a:cubicBezTo>
                        <a:cubicBezTo>
                          <a:pt x="90" y="42"/>
                          <a:pt x="90" y="42"/>
                          <a:pt x="90" y="41"/>
                        </a:cubicBezTo>
                        <a:cubicBezTo>
                          <a:pt x="89" y="41"/>
                          <a:pt x="89" y="41"/>
                          <a:pt x="88" y="40"/>
                        </a:cubicBezTo>
                        <a:cubicBezTo>
                          <a:pt x="87" y="39"/>
                          <a:pt x="86" y="38"/>
                          <a:pt x="85" y="38"/>
                        </a:cubicBezTo>
                        <a:cubicBezTo>
                          <a:pt x="83" y="36"/>
                          <a:pt x="82" y="34"/>
                          <a:pt x="80" y="32"/>
                        </a:cubicBezTo>
                        <a:cubicBezTo>
                          <a:pt x="80" y="31"/>
                          <a:pt x="80" y="31"/>
                          <a:pt x="80" y="31"/>
                        </a:cubicBezTo>
                        <a:cubicBezTo>
                          <a:pt x="80" y="31"/>
                          <a:pt x="80" y="31"/>
                          <a:pt x="80" y="31"/>
                        </a:cubicBezTo>
                        <a:cubicBezTo>
                          <a:pt x="78" y="31"/>
                          <a:pt x="77" y="30"/>
                          <a:pt x="76" y="29"/>
                        </a:cubicBezTo>
                        <a:cubicBezTo>
                          <a:pt x="76" y="28"/>
                          <a:pt x="76" y="28"/>
                          <a:pt x="76" y="28"/>
                        </a:cubicBezTo>
                        <a:cubicBezTo>
                          <a:pt x="75" y="27"/>
                          <a:pt x="75" y="26"/>
                          <a:pt x="73" y="26"/>
                        </a:cubicBezTo>
                        <a:cubicBezTo>
                          <a:pt x="73" y="26"/>
                          <a:pt x="73" y="26"/>
                          <a:pt x="72" y="25"/>
                        </a:cubicBezTo>
                        <a:cubicBezTo>
                          <a:pt x="72" y="25"/>
                          <a:pt x="71" y="25"/>
                          <a:pt x="71" y="25"/>
                        </a:cubicBezTo>
                        <a:cubicBezTo>
                          <a:pt x="70" y="24"/>
                          <a:pt x="69" y="23"/>
                          <a:pt x="69" y="22"/>
                        </a:cubicBezTo>
                        <a:cubicBezTo>
                          <a:pt x="69" y="22"/>
                          <a:pt x="69" y="22"/>
                          <a:pt x="69" y="22"/>
                        </a:cubicBezTo>
                        <a:cubicBezTo>
                          <a:pt x="69" y="21"/>
                          <a:pt x="69" y="21"/>
                          <a:pt x="69" y="21"/>
                        </a:cubicBezTo>
                        <a:cubicBezTo>
                          <a:pt x="67" y="21"/>
                          <a:pt x="67" y="21"/>
                          <a:pt x="67" y="21"/>
                        </a:cubicBezTo>
                        <a:cubicBezTo>
                          <a:pt x="66" y="21"/>
                          <a:pt x="66" y="21"/>
                          <a:pt x="65" y="21"/>
                        </a:cubicBezTo>
                        <a:cubicBezTo>
                          <a:pt x="65" y="20"/>
                          <a:pt x="64" y="19"/>
                          <a:pt x="64" y="19"/>
                        </a:cubicBezTo>
                        <a:cubicBezTo>
                          <a:pt x="63" y="18"/>
                          <a:pt x="63" y="18"/>
                          <a:pt x="63" y="17"/>
                        </a:cubicBezTo>
                        <a:cubicBezTo>
                          <a:pt x="63" y="17"/>
                          <a:pt x="63" y="17"/>
                          <a:pt x="63" y="17"/>
                        </a:cubicBezTo>
                        <a:cubicBezTo>
                          <a:pt x="62" y="17"/>
                          <a:pt x="62" y="17"/>
                          <a:pt x="62" y="17"/>
                        </a:cubicBezTo>
                        <a:cubicBezTo>
                          <a:pt x="61" y="17"/>
                          <a:pt x="61" y="17"/>
                          <a:pt x="60" y="17"/>
                        </a:cubicBezTo>
                        <a:cubicBezTo>
                          <a:pt x="60" y="16"/>
                          <a:pt x="59" y="16"/>
                          <a:pt x="59" y="15"/>
                        </a:cubicBezTo>
                        <a:cubicBezTo>
                          <a:pt x="59" y="15"/>
                          <a:pt x="59" y="15"/>
                          <a:pt x="59" y="15"/>
                        </a:cubicBezTo>
                        <a:cubicBezTo>
                          <a:pt x="59" y="14"/>
                          <a:pt x="58" y="14"/>
                          <a:pt x="57" y="14"/>
                        </a:cubicBezTo>
                        <a:cubicBezTo>
                          <a:pt x="57" y="14"/>
                          <a:pt x="57" y="14"/>
                          <a:pt x="57" y="14"/>
                        </a:cubicBezTo>
                        <a:cubicBezTo>
                          <a:pt x="56" y="14"/>
                          <a:pt x="56" y="13"/>
                          <a:pt x="56" y="13"/>
                        </a:cubicBezTo>
                        <a:cubicBezTo>
                          <a:pt x="54" y="11"/>
                          <a:pt x="52" y="10"/>
                          <a:pt x="49" y="8"/>
                        </a:cubicBezTo>
                        <a:cubicBezTo>
                          <a:pt x="47" y="7"/>
                          <a:pt x="44" y="6"/>
                          <a:pt x="42" y="4"/>
                        </a:cubicBezTo>
                        <a:cubicBezTo>
                          <a:pt x="40" y="3"/>
                          <a:pt x="38" y="2"/>
                          <a:pt x="36" y="1"/>
                        </a:cubicBezTo>
                        <a:cubicBezTo>
                          <a:pt x="34" y="0"/>
                          <a:pt x="34" y="0"/>
                          <a:pt x="34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5" name="Freeform 42"/>
                  <p:cNvSpPr>
                    <a:spLocks noEditPoints="1"/>
                  </p:cNvSpPr>
                  <p:nvPr/>
                </p:nvSpPr>
                <p:spPr bwMode="auto">
                  <a:xfrm>
                    <a:off x="3477" y="1838"/>
                    <a:ext cx="322" cy="675"/>
                  </a:xfrm>
                  <a:custGeom>
                    <a:avLst/>
                    <a:gdLst>
                      <a:gd name="T0" fmla="*/ 3 w 135"/>
                      <a:gd name="T1" fmla="*/ 78 h 283"/>
                      <a:gd name="T2" fmla="*/ 0 w 135"/>
                      <a:gd name="T3" fmla="*/ 85 h 283"/>
                      <a:gd name="T4" fmla="*/ 9 w 135"/>
                      <a:gd name="T5" fmla="*/ 113 h 283"/>
                      <a:gd name="T6" fmla="*/ 14 w 135"/>
                      <a:gd name="T7" fmla="*/ 116 h 283"/>
                      <a:gd name="T8" fmla="*/ 18 w 135"/>
                      <a:gd name="T9" fmla="*/ 128 h 283"/>
                      <a:gd name="T10" fmla="*/ 25 w 135"/>
                      <a:gd name="T11" fmla="*/ 137 h 283"/>
                      <a:gd name="T12" fmla="*/ 22 w 135"/>
                      <a:gd name="T13" fmla="*/ 150 h 283"/>
                      <a:gd name="T14" fmla="*/ 20 w 135"/>
                      <a:gd name="T15" fmla="*/ 166 h 283"/>
                      <a:gd name="T16" fmla="*/ 29 w 135"/>
                      <a:gd name="T17" fmla="*/ 180 h 283"/>
                      <a:gd name="T18" fmla="*/ 32 w 135"/>
                      <a:gd name="T19" fmla="*/ 192 h 283"/>
                      <a:gd name="T20" fmla="*/ 42 w 135"/>
                      <a:gd name="T21" fmla="*/ 204 h 283"/>
                      <a:gd name="T22" fmla="*/ 48 w 135"/>
                      <a:gd name="T23" fmla="*/ 208 h 283"/>
                      <a:gd name="T24" fmla="*/ 51 w 135"/>
                      <a:gd name="T25" fmla="*/ 218 h 283"/>
                      <a:gd name="T26" fmla="*/ 54 w 135"/>
                      <a:gd name="T27" fmla="*/ 238 h 283"/>
                      <a:gd name="T28" fmla="*/ 57 w 135"/>
                      <a:gd name="T29" fmla="*/ 253 h 283"/>
                      <a:gd name="T30" fmla="*/ 66 w 135"/>
                      <a:gd name="T31" fmla="*/ 265 h 283"/>
                      <a:gd name="T32" fmla="*/ 74 w 135"/>
                      <a:gd name="T33" fmla="*/ 278 h 283"/>
                      <a:gd name="T34" fmla="*/ 80 w 135"/>
                      <a:gd name="T35" fmla="*/ 283 h 283"/>
                      <a:gd name="T36" fmla="*/ 84 w 135"/>
                      <a:gd name="T37" fmla="*/ 275 h 283"/>
                      <a:gd name="T38" fmla="*/ 79 w 135"/>
                      <a:gd name="T39" fmla="*/ 262 h 283"/>
                      <a:gd name="T40" fmla="*/ 85 w 135"/>
                      <a:gd name="T41" fmla="*/ 255 h 283"/>
                      <a:gd name="T42" fmla="*/ 90 w 135"/>
                      <a:gd name="T43" fmla="*/ 244 h 283"/>
                      <a:gd name="T44" fmla="*/ 98 w 135"/>
                      <a:gd name="T45" fmla="*/ 224 h 283"/>
                      <a:gd name="T46" fmla="*/ 111 w 135"/>
                      <a:gd name="T47" fmla="*/ 217 h 283"/>
                      <a:gd name="T48" fmla="*/ 119 w 135"/>
                      <a:gd name="T49" fmla="*/ 210 h 283"/>
                      <a:gd name="T50" fmla="*/ 124 w 135"/>
                      <a:gd name="T51" fmla="*/ 188 h 283"/>
                      <a:gd name="T52" fmla="*/ 134 w 135"/>
                      <a:gd name="T53" fmla="*/ 178 h 283"/>
                      <a:gd name="T54" fmla="*/ 133 w 135"/>
                      <a:gd name="T55" fmla="*/ 166 h 283"/>
                      <a:gd name="T56" fmla="*/ 120 w 135"/>
                      <a:gd name="T57" fmla="*/ 159 h 283"/>
                      <a:gd name="T58" fmla="*/ 104 w 135"/>
                      <a:gd name="T59" fmla="*/ 156 h 283"/>
                      <a:gd name="T60" fmla="*/ 91 w 135"/>
                      <a:gd name="T61" fmla="*/ 153 h 283"/>
                      <a:gd name="T62" fmla="*/ 95 w 135"/>
                      <a:gd name="T63" fmla="*/ 146 h 283"/>
                      <a:gd name="T64" fmla="*/ 85 w 135"/>
                      <a:gd name="T65" fmla="*/ 136 h 283"/>
                      <a:gd name="T66" fmla="*/ 70 w 135"/>
                      <a:gd name="T67" fmla="*/ 129 h 283"/>
                      <a:gd name="T68" fmla="*/ 60 w 135"/>
                      <a:gd name="T69" fmla="*/ 123 h 283"/>
                      <a:gd name="T70" fmla="*/ 44 w 135"/>
                      <a:gd name="T71" fmla="*/ 117 h 283"/>
                      <a:gd name="T72" fmla="*/ 32 w 135"/>
                      <a:gd name="T73" fmla="*/ 120 h 283"/>
                      <a:gd name="T74" fmla="*/ 29 w 135"/>
                      <a:gd name="T75" fmla="*/ 125 h 283"/>
                      <a:gd name="T76" fmla="*/ 20 w 135"/>
                      <a:gd name="T77" fmla="*/ 120 h 283"/>
                      <a:gd name="T78" fmla="*/ 19 w 135"/>
                      <a:gd name="T79" fmla="*/ 106 h 283"/>
                      <a:gd name="T80" fmla="*/ 18 w 135"/>
                      <a:gd name="T81" fmla="*/ 99 h 283"/>
                      <a:gd name="T82" fmla="*/ 14 w 135"/>
                      <a:gd name="T83" fmla="*/ 94 h 283"/>
                      <a:gd name="T84" fmla="*/ 7 w 135"/>
                      <a:gd name="T85" fmla="*/ 96 h 283"/>
                      <a:gd name="T86" fmla="*/ 10 w 135"/>
                      <a:gd name="T87" fmla="*/ 89 h 283"/>
                      <a:gd name="T88" fmla="*/ 15 w 135"/>
                      <a:gd name="T89" fmla="*/ 79 h 283"/>
                      <a:gd name="T90" fmla="*/ 27 w 135"/>
                      <a:gd name="T91" fmla="*/ 71 h 283"/>
                      <a:gd name="T92" fmla="*/ 32 w 135"/>
                      <a:gd name="T93" fmla="*/ 82 h 283"/>
                      <a:gd name="T94" fmla="*/ 39 w 135"/>
                      <a:gd name="T95" fmla="*/ 69 h 283"/>
                      <a:gd name="T96" fmla="*/ 43 w 135"/>
                      <a:gd name="T97" fmla="*/ 63 h 283"/>
                      <a:gd name="T98" fmla="*/ 56 w 135"/>
                      <a:gd name="T99" fmla="*/ 55 h 283"/>
                      <a:gd name="T100" fmla="*/ 68 w 135"/>
                      <a:gd name="T101" fmla="*/ 45 h 283"/>
                      <a:gd name="T102" fmla="*/ 74 w 135"/>
                      <a:gd name="T103" fmla="*/ 37 h 283"/>
                      <a:gd name="T104" fmla="*/ 83 w 135"/>
                      <a:gd name="T105" fmla="*/ 31 h 283"/>
                      <a:gd name="T106" fmla="*/ 80 w 135"/>
                      <a:gd name="T107" fmla="*/ 29 h 283"/>
                      <a:gd name="T108" fmla="*/ 96 w 135"/>
                      <a:gd name="T109" fmla="*/ 24 h 283"/>
                      <a:gd name="T110" fmla="*/ 102 w 135"/>
                      <a:gd name="T111" fmla="*/ 11 h 283"/>
                      <a:gd name="T112" fmla="*/ 96 w 135"/>
                      <a:gd name="T113" fmla="*/ 8 h 283"/>
                      <a:gd name="T114" fmla="*/ 80 w 135"/>
                      <a:gd name="T115" fmla="*/ 18 h 283"/>
                      <a:gd name="T116" fmla="*/ 72 w 135"/>
                      <a:gd name="T117" fmla="*/ 18 h 283"/>
                      <a:gd name="T118" fmla="*/ 76 w 135"/>
                      <a:gd name="T119" fmla="*/ 9 h 283"/>
                      <a:gd name="T120" fmla="*/ 86 w 135"/>
                      <a:gd name="T121" fmla="*/ 6 h 2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35" h="283">
                        <a:moveTo>
                          <a:pt x="71" y="39"/>
                        </a:moveTo>
                        <a:cubicBezTo>
                          <a:pt x="71" y="39"/>
                          <a:pt x="71" y="39"/>
                          <a:pt x="71" y="39"/>
                        </a:cubicBezTo>
                        <a:cubicBezTo>
                          <a:pt x="71" y="39"/>
                          <a:pt x="71" y="39"/>
                          <a:pt x="71" y="39"/>
                        </a:cubicBezTo>
                        <a:moveTo>
                          <a:pt x="96" y="12"/>
                        </a:moveTo>
                        <a:cubicBezTo>
                          <a:pt x="96" y="12"/>
                          <a:pt x="96" y="12"/>
                          <a:pt x="96" y="12"/>
                        </a:cubicBezTo>
                        <a:moveTo>
                          <a:pt x="86" y="0"/>
                        </a:moveTo>
                        <a:cubicBezTo>
                          <a:pt x="84" y="0"/>
                          <a:pt x="84" y="0"/>
                          <a:pt x="84" y="0"/>
                        </a:cubicBezTo>
                        <a:cubicBezTo>
                          <a:pt x="83" y="0"/>
                          <a:pt x="82" y="0"/>
                          <a:pt x="81" y="0"/>
                        </a:cubicBezTo>
                        <a:cubicBezTo>
                          <a:pt x="72" y="5"/>
                          <a:pt x="63" y="10"/>
                          <a:pt x="56" y="16"/>
                        </a:cubicBezTo>
                        <a:cubicBezTo>
                          <a:pt x="39" y="28"/>
                          <a:pt x="25" y="41"/>
                          <a:pt x="14" y="57"/>
                        </a:cubicBezTo>
                        <a:cubicBezTo>
                          <a:pt x="9" y="63"/>
                          <a:pt x="5" y="69"/>
                          <a:pt x="1" y="76"/>
                        </a:cubicBezTo>
                        <a:cubicBezTo>
                          <a:pt x="0" y="78"/>
                          <a:pt x="0" y="78"/>
                          <a:pt x="0" y="78"/>
                        </a:cubicBezTo>
                        <a:cubicBezTo>
                          <a:pt x="2" y="78"/>
                          <a:pt x="2" y="78"/>
                          <a:pt x="2" y="78"/>
                        </a:cubicBezTo>
                        <a:cubicBezTo>
                          <a:pt x="3" y="78"/>
                          <a:pt x="3" y="78"/>
                          <a:pt x="3" y="78"/>
                        </a:cubicBezTo>
                        <a:cubicBezTo>
                          <a:pt x="3" y="78"/>
                          <a:pt x="3" y="78"/>
                          <a:pt x="3" y="78"/>
                        </a:cubicBezTo>
                        <a:cubicBezTo>
                          <a:pt x="4" y="78"/>
                          <a:pt x="4" y="78"/>
                          <a:pt x="4" y="78"/>
                        </a:cubicBezTo>
                        <a:cubicBezTo>
                          <a:pt x="4" y="78"/>
                          <a:pt x="4" y="78"/>
                          <a:pt x="4" y="78"/>
                        </a:cubicBezTo>
                        <a:cubicBezTo>
                          <a:pt x="4" y="78"/>
                          <a:pt x="4" y="78"/>
                          <a:pt x="4" y="78"/>
                        </a:cubicBezTo>
                        <a:cubicBezTo>
                          <a:pt x="3" y="79"/>
                          <a:pt x="3" y="79"/>
                          <a:pt x="3" y="80"/>
                        </a:cubicBezTo>
                        <a:cubicBezTo>
                          <a:pt x="3" y="82"/>
                          <a:pt x="3" y="82"/>
                          <a:pt x="3" y="82"/>
                        </a:cubicBezTo>
                        <a:cubicBezTo>
                          <a:pt x="3" y="83"/>
                          <a:pt x="2" y="83"/>
                          <a:pt x="2" y="83"/>
                        </a:cubicBezTo>
                        <a:cubicBezTo>
                          <a:pt x="2" y="83"/>
                          <a:pt x="2" y="83"/>
                          <a:pt x="2" y="83"/>
                        </a:cubicBezTo>
                        <a:cubicBezTo>
                          <a:pt x="1" y="83"/>
                          <a:pt x="1" y="83"/>
                          <a:pt x="1" y="83"/>
                        </a:cubicBezTo>
                        <a:cubicBezTo>
                          <a:pt x="1" y="84"/>
                          <a:pt x="1" y="84"/>
                          <a:pt x="1" y="84"/>
                        </a:cubicBezTo>
                        <a:cubicBezTo>
                          <a:pt x="1" y="84"/>
                          <a:pt x="1" y="84"/>
                          <a:pt x="1" y="84"/>
                        </a:cubicBezTo>
                        <a:cubicBezTo>
                          <a:pt x="1" y="85"/>
                          <a:pt x="1" y="86"/>
                          <a:pt x="1" y="86"/>
                        </a:cubicBezTo>
                        <a:cubicBezTo>
                          <a:pt x="1" y="86"/>
                          <a:pt x="1" y="86"/>
                          <a:pt x="1" y="86"/>
                        </a:cubicBezTo>
                        <a:cubicBezTo>
                          <a:pt x="0" y="85"/>
                          <a:pt x="0" y="85"/>
                          <a:pt x="0" y="85"/>
                        </a:cubicBez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05"/>
                          <a:pt x="0" y="106"/>
                          <a:pt x="1" y="106"/>
                        </a:cubicBezTo>
                        <a:cubicBezTo>
                          <a:pt x="1" y="106"/>
                          <a:pt x="1" y="106"/>
                          <a:pt x="1" y="106"/>
                        </a:cubicBezTo>
                        <a:cubicBezTo>
                          <a:pt x="2" y="107"/>
                          <a:pt x="2" y="107"/>
                          <a:pt x="2" y="107"/>
                        </a:cubicBezTo>
                        <a:cubicBezTo>
                          <a:pt x="2" y="107"/>
                          <a:pt x="2" y="107"/>
                          <a:pt x="2" y="107"/>
                        </a:cubicBezTo>
                        <a:cubicBezTo>
                          <a:pt x="3" y="108"/>
                          <a:pt x="4" y="108"/>
                          <a:pt x="4" y="108"/>
                        </a:cubicBezTo>
                        <a:cubicBezTo>
                          <a:pt x="5" y="108"/>
                          <a:pt x="5" y="108"/>
                          <a:pt x="5" y="108"/>
                        </a:cubicBezTo>
                        <a:cubicBezTo>
                          <a:pt x="5" y="108"/>
                          <a:pt x="5" y="108"/>
                          <a:pt x="5" y="108"/>
                        </a:cubicBezTo>
                        <a:cubicBezTo>
                          <a:pt x="6" y="109"/>
                          <a:pt x="6" y="109"/>
                          <a:pt x="6" y="109"/>
                        </a:cubicBezTo>
                        <a:cubicBezTo>
                          <a:pt x="5" y="109"/>
                          <a:pt x="5" y="109"/>
                          <a:pt x="5" y="109"/>
                        </a:cubicBezTo>
                        <a:cubicBezTo>
                          <a:pt x="5" y="110"/>
                          <a:pt x="6" y="110"/>
                          <a:pt x="6" y="111"/>
                        </a:cubicBezTo>
                        <a:cubicBezTo>
                          <a:pt x="7" y="111"/>
                          <a:pt x="7" y="111"/>
                          <a:pt x="7" y="111"/>
                        </a:cubicBezTo>
                        <a:cubicBezTo>
                          <a:pt x="7" y="111"/>
                          <a:pt x="8" y="112"/>
                          <a:pt x="8" y="113"/>
                        </a:cubicBezTo>
                        <a:cubicBezTo>
                          <a:pt x="9" y="113"/>
                          <a:pt x="9" y="113"/>
                          <a:pt x="9" y="113"/>
                        </a:cubicBezTo>
                        <a:cubicBezTo>
                          <a:pt x="9" y="113"/>
                          <a:pt x="9" y="113"/>
                          <a:pt x="9" y="113"/>
                        </a:cubicBezTo>
                        <a:cubicBezTo>
                          <a:pt x="10" y="113"/>
                          <a:pt x="10" y="113"/>
                          <a:pt x="10" y="113"/>
                        </a:cubicBezTo>
                        <a:cubicBezTo>
                          <a:pt x="10" y="113"/>
                          <a:pt x="10" y="113"/>
                          <a:pt x="10" y="113"/>
                        </a:cubicBezTo>
                        <a:cubicBezTo>
                          <a:pt x="11" y="113"/>
                          <a:pt x="11" y="114"/>
                          <a:pt x="11" y="114"/>
                        </a:cubicBezTo>
                        <a:cubicBezTo>
                          <a:pt x="11" y="114"/>
                          <a:pt x="11" y="114"/>
                          <a:pt x="11" y="114"/>
                        </a:cubicBezTo>
                        <a:cubicBezTo>
                          <a:pt x="11" y="114"/>
                          <a:pt x="11" y="114"/>
                          <a:pt x="11" y="114"/>
                        </a:cubicBezTo>
                        <a:cubicBezTo>
                          <a:pt x="11" y="115"/>
                          <a:pt x="11" y="115"/>
                          <a:pt x="11" y="115"/>
                        </a:cubicBezTo>
                        <a:cubicBezTo>
                          <a:pt x="12" y="115"/>
                          <a:pt x="12" y="115"/>
                          <a:pt x="12" y="115"/>
                        </a:cubicBezTo>
                        <a:cubicBezTo>
                          <a:pt x="12" y="115"/>
                          <a:pt x="13" y="115"/>
                          <a:pt x="13" y="115"/>
                        </a:cubicBezTo>
                        <a:cubicBezTo>
                          <a:pt x="13" y="115"/>
                          <a:pt x="13" y="115"/>
                          <a:pt x="13" y="115"/>
                        </a:cubicBezTo>
                        <a:cubicBezTo>
                          <a:pt x="13" y="115"/>
                          <a:pt x="13" y="115"/>
                          <a:pt x="13" y="115"/>
                        </a:cubicBezTo>
                        <a:cubicBezTo>
                          <a:pt x="12" y="116"/>
                          <a:pt x="12" y="116"/>
                          <a:pt x="12" y="116"/>
                        </a:cubicBezTo>
                        <a:cubicBezTo>
                          <a:pt x="13" y="116"/>
                          <a:pt x="13" y="116"/>
                          <a:pt x="13" y="116"/>
                        </a:cubicBezTo>
                        <a:cubicBezTo>
                          <a:pt x="14" y="116"/>
                          <a:pt x="14" y="116"/>
                          <a:pt x="14" y="116"/>
                        </a:cubicBezTo>
                        <a:cubicBezTo>
                          <a:pt x="14" y="117"/>
                          <a:pt x="14" y="117"/>
                          <a:pt x="14" y="117"/>
                        </a:cubicBezTo>
                        <a:cubicBezTo>
                          <a:pt x="14" y="117"/>
                          <a:pt x="14" y="118"/>
                          <a:pt x="15" y="119"/>
                        </a:cubicBezTo>
                        <a:cubicBezTo>
                          <a:pt x="15" y="119"/>
                          <a:pt x="15" y="119"/>
                          <a:pt x="15" y="119"/>
                        </a:cubicBezTo>
                        <a:cubicBezTo>
                          <a:pt x="15" y="120"/>
                          <a:pt x="15" y="120"/>
                          <a:pt x="15" y="120"/>
                        </a:cubicBezTo>
                        <a:cubicBezTo>
                          <a:pt x="16" y="120"/>
                          <a:pt x="16" y="120"/>
                          <a:pt x="16" y="120"/>
                        </a:cubicBezTo>
                        <a:cubicBezTo>
                          <a:pt x="16" y="121"/>
                          <a:pt x="16" y="121"/>
                          <a:pt x="16" y="121"/>
                        </a:cubicBezTo>
                        <a:cubicBezTo>
                          <a:pt x="17" y="121"/>
                          <a:pt x="17" y="121"/>
                          <a:pt x="17" y="121"/>
                        </a:cubicBezTo>
                        <a:cubicBezTo>
                          <a:pt x="17" y="122"/>
                          <a:pt x="17" y="123"/>
                          <a:pt x="17" y="124"/>
                        </a:cubicBezTo>
                        <a:cubicBezTo>
                          <a:pt x="17" y="124"/>
                          <a:pt x="17" y="124"/>
                          <a:pt x="17" y="125"/>
                        </a:cubicBezTo>
                        <a:cubicBezTo>
                          <a:pt x="17" y="125"/>
                          <a:pt x="17" y="125"/>
                          <a:pt x="17" y="125"/>
                        </a:cubicBezTo>
                        <a:cubicBezTo>
                          <a:pt x="17" y="126"/>
                          <a:pt x="17" y="126"/>
                          <a:pt x="17" y="126"/>
                        </a:cubicBezTo>
                        <a:cubicBezTo>
                          <a:pt x="17" y="126"/>
                          <a:pt x="17" y="126"/>
                          <a:pt x="17" y="126"/>
                        </a:cubicBezTo>
                        <a:cubicBezTo>
                          <a:pt x="17" y="127"/>
                          <a:pt x="17" y="128"/>
                          <a:pt x="18" y="128"/>
                        </a:cubicBezTo>
                        <a:cubicBezTo>
                          <a:pt x="18" y="128"/>
                          <a:pt x="18" y="128"/>
                          <a:pt x="18" y="128"/>
                        </a:cubicBezTo>
                        <a:cubicBezTo>
                          <a:pt x="18" y="128"/>
                          <a:pt x="18" y="128"/>
                          <a:pt x="18" y="128"/>
                        </a:cubicBezTo>
                        <a:cubicBezTo>
                          <a:pt x="18" y="128"/>
                          <a:pt x="18" y="128"/>
                          <a:pt x="18" y="128"/>
                        </a:cubicBezTo>
                        <a:cubicBezTo>
                          <a:pt x="18" y="128"/>
                          <a:pt x="18" y="128"/>
                          <a:pt x="18" y="128"/>
                        </a:cubicBezTo>
                        <a:cubicBezTo>
                          <a:pt x="18" y="129"/>
                          <a:pt x="18" y="129"/>
                          <a:pt x="18" y="129"/>
                        </a:cubicBezTo>
                        <a:cubicBezTo>
                          <a:pt x="23" y="129"/>
                          <a:pt x="23" y="129"/>
                          <a:pt x="23" y="129"/>
                        </a:cubicBezTo>
                        <a:cubicBezTo>
                          <a:pt x="23" y="129"/>
                          <a:pt x="23" y="129"/>
                          <a:pt x="23" y="129"/>
                        </a:cubicBezTo>
                        <a:cubicBezTo>
                          <a:pt x="23" y="129"/>
                          <a:pt x="23" y="129"/>
                          <a:pt x="23" y="129"/>
                        </a:cubicBezTo>
                        <a:cubicBezTo>
                          <a:pt x="24" y="129"/>
                          <a:pt x="24" y="129"/>
                          <a:pt x="24" y="129"/>
                        </a:cubicBezTo>
                        <a:cubicBezTo>
                          <a:pt x="24" y="131"/>
                          <a:pt x="24" y="131"/>
                          <a:pt x="24" y="131"/>
                        </a:cubicBezTo>
                        <a:cubicBezTo>
                          <a:pt x="24" y="132"/>
                          <a:pt x="25" y="132"/>
                          <a:pt x="25" y="132"/>
                        </a:cubicBezTo>
                        <a:cubicBezTo>
                          <a:pt x="25" y="132"/>
                          <a:pt x="25" y="132"/>
                          <a:pt x="25" y="132"/>
                        </a:cubicBezTo>
                        <a:cubicBezTo>
                          <a:pt x="26" y="133"/>
                          <a:pt x="26" y="134"/>
                          <a:pt x="26" y="135"/>
                        </a:cubicBezTo>
                        <a:cubicBezTo>
                          <a:pt x="25" y="135"/>
                          <a:pt x="25" y="135"/>
                          <a:pt x="25" y="135"/>
                        </a:cubicBezTo>
                        <a:cubicBezTo>
                          <a:pt x="25" y="137"/>
                          <a:pt x="25" y="137"/>
                          <a:pt x="25" y="137"/>
                        </a:cubicBezTo>
                        <a:cubicBezTo>
                          <a:pt x="27" y="136"/>
                          <a:pt x="27" y="136"/>
                          <a:pt x="27" y="136"/>
                        </a:cubicBezTo>
                        <a:cubicBezTo>
                          <a:pt x="27" y="136"/>
                          <a:pt x="27" y="137"/>
                          <a:pt x="27" y="138"/>
                        </a:cubicBezTo>
                        <a:cubicBezTo>
                          <a:pt x="27" y="139"/>
                          <a:pt x="27" y="140"/>
                          <a:pt x="27" y="140"/>
                        </a:cubicBezTo>
                        <a:cubicBezTo>
                          <a:pt x="25" y="140"/>
                          <a:pt x="25" y="140"/>
                          <a:pt x="25" y="140"/>
                        </a:cubicBezTo>
                        <a:cubicBezTo>
                          <a:pt x="26" y="145"/>
                          <a:pt x="26" y="145"/>
                          <a:pt x="26" y="145"/>
                        </a:cubicBezTo>
                        <a:cubicBezTo>
                          <a:pt x="25" y="146"/>
                          <a:pt x="25" y="146"/>
                          <a:pt x="25" y="146"/>
                        </a:cubicBezTo>
                        <a:cubicBezTo>
                          <a:pt x="25" y="146"/>
                          <a:pt x="25" y="146"/>
                          <a:pt x="25" y="146"/>
                        </a:cubicBezTo>
                        <a:cubicBezTo>
                          <a:pt x="24" y="146"/>
                          <a:pt x="24" y="146"/>
                          <a:pt x="24" y="146"/>
                        </a:cubicBezTo>
                        <a:cubicBezTo>
                          <a:pt x="24" y="147"/>
                          <a:pt x="24" y="147"/>
                          <a:pt x="24" y="147"/>
                        </a:cubicBezTo>
                        <a:cubicBezTo>
                          <a:pt x="24" y="147"/>
                          <a:pt x="24" y="147"/>
                          <a:pt x="24" y="148"/>
                        </a:cubicBezTo>
                        <a:cubicBezTo>
                          <a:pt x="23" y="148"/>
                          <a:pt x="23" y="149"/>
                          <a:pt x="23" y="149"/>
                        </a:cubicBezTo>
                        <a:cubicBezTo>
                          <a:pt x="23" y="150"/>
                          <a:pt x="23" y="150"/>
                          <a:pt x="23" y="150"/>
                        </a:cubicBezTo>
                        <a:cubicBezTo>
                          <a:pt x="22" y="150"/>
                          <a:pt x="22" y="150"/>
                          <a:pt x="22" y="150"/>
                        </a:cubicBezTo>
                        <a:cubicBezTo>
                          <a:pt x="22" y="150"/>
                          <a:pt x="22" y="150"/>
                          <a:pt x="22" y="150"/>
                        </a:cubicBezTo>
                        <a:cubicBezTo>
                          <a:pt x="21" y="150"/>
                          <a:pt x="21" y="150"/>
                          <a:pt x="21" y="150"/>
                        </a:cubicBezTo>
                        <a:cubicBezTo>
                          <a:pt x="21" y="153"/>
                          <a:pt x="21" y="153"/>
                          <a:pt x="21" y="153"/>
                        </a:cubicBezTo>
                        <a:cubicBezTo>
                          <a:pt x="21" y="154"/>
                          <a:pt x="21" y="154"/>
                          <a:pt x="21" y="154"/>
                        </a:cubicBezTo>
                        <a:cubicBezTo>
                          <a:pt x="21" y="155"/>
                          <a:pt x="21" y="156"/>
                          <a:pt x="22" y="156"/>
                        </a:cubicBezTo>
                        <a:cubicBezTo>
                          <a:pt x="22" y="157"/>
                          <a:pt x="22" y="157"/>
                          <a:pt x="22" y="157"/>
                        </a:cubicBezTo>
                        <a:cubicBezTo>
                          <a:pt x="22" y="157"/>
                          <a:pt x="22" y="157"/>
                          <a:pt x="22" y="157"/>
                        </a:cubicBezTo>
                        <a:cubicBezTo>
                          <a:pt x="22" y="157"/>
                          <a:pt x="22" y="157"/>
                          <a:pt x="22" y="157"/>
                        </a:cubicBezTo>
                        <a:cubicBezTo>
                          <a:pt x="21" y="158"/>
                          <a:pt x="21" y="158"/>
                          <a:pt x="21" y="159"/>
                        </a:cubicBezTo>
                        <a:cubicBezTo>
                          <a:pt x="21" y="159"/>
                          <a:pt x="21" y="159"/>
                          <a:pt x="21" y="159"/>
                        </a:cubicBezTo>
                        <a:cubicBezTo>
                          <a:pt x="21" y="160"/>
                          <a:pt x="21" y="160"/>
                          <a:pt x="21" y="160"/>
                        </a:cubicBezTo>
                        <a:cubicBezTo>
                          <a:pt x="21" y="160"/>
                          <a:pt x="21" y="160"/>
                          <a:pt x="21" y="160"/>
                        </a:cubicBezTo>
                        <a:cubicBezTo>
                          <a:pt x="20" y="160"/>
                          <a:pt x="20" y="160"/>
                          <a:pt x="20" y="160"/>
                        </a:cubicBezTo>
                        <a:cubicBezTo>
                          <a:pt x="20" y="165"/>
                          <a:pt x="20" y="165"/>
                          <a:pt x="20" y="165"/>
                        </a:cubicBezTo>
                        <a:cubicBezTo>
                          <a:pt x="20" y="166"/>
                          <a:pt x="20" y="166"/>
                          <a:pt x="20" y="166"/>
                        </a:cubicBezTo>
                        <a:cubicBezTo>
                          <a:pt x="20" y="166"/>
                          <a:pt x="20" y="168"/>
                          <a:pt x="21" y="168"/>
                        </a:cubicBezTo>
                        <a:cubicBezTo>
                          <a:pt x="21" y="168"/>
                          <a:pt x="21" y="168"/>
                          <a:pt x="22" y="169"/>
                        </a:cubicBezTo>
                        <a:cubicBezTo>
                          <a:pt x="23" y="169"/>
                          <a:pt x="24" y="171"/>
                          <a:pt x="24" y="172"/>
                        </a:cubicBezTo>
                        <a:cubicBezTo>
                          <a:pt x="24" y="172"/>
                          <a:pt x="25" y="173"/>
                          <a:pt x="25" y="173"/>
                        </a:cubicBezTo>
                        <a:cubicBezTo>
                          <a:pt x="25" y="174"/>
                          <a:pt x="25" y="174"/>
                          <a:pt x="26" y="175"/>
                        </a:cubicBezTo>
                        <a:cubicBezTo>
                          <a:pt x="26" y="175"/>
                          <a:pt x="26" y="176"/>
                          <a:pt x="27" y="176"/>
                        </a:cubicBezTo>
                        <a:cubicBezTo>
                          <a:pt x="27" y="177"/>
                          <a:pt x="27" y="177"/>
                          <a:pt x="27" y="177"/>
                        </a:cubicBezTo>
                        <a:cubicBezTo>
                          <a:pt x="27" y="178"/>
                          <a:pt x="27" y="178"/>
                          <a:pt x="28" y="178"/>
                        </a:cubicBezTo>
                        <a:cubicBezTo>
                          <a:pt x="28" y="178"/>
                          <a:pt x="28" y="178"/>
                          <a:pt x="28" y="178"/>
                        </a:cubicBezTo>
                        <a:cubicBezTo>
                          <a:pt x="28" y="178"/>
                          <a:pt x="28" y="178"/>
                          <a:pt x="28" y="178"/>
                        </a:cubicBezTo>
                        <a:cubicBezTo>
                          <a:pt x="28" y="179"/>
                          <a:pt x="28" y="179"/>
                          <a:pt x="28" y="179"/>
                        </a:cubicBezTo>
                        <a:cubicBezTo>
                          <a:pt x="28" y="179"/>
                          <a:pt x="28" y="179"/>
                          <a:pt x="28" y="179"/>
                        </a:cubicBezTo>
                        <a:cubicBezTo>
                          <a:pt x="28" y="179"/>
                          <a:pt x="28" y="179"/>
                          <a:pt x="28" y="179"/>
                        </a:cubicBezTo>
                        <a:cubicBezTo>
                          <a:pt x="28" y="180"/>
                          <a:pt x="28" y="180"/>
                          <a:pt x="29" y="180"/>
                        </a:cubicBezTo>
                        <a:cubicBezTo>
                          <a:pt x="29" y="181"/>
                          <a:pt x="29" y="181"/>
                          <a:pt x="29" y="181"/>
                        </a:cubicBezTo>
                        <a:cubicBezTo>
                          <a:pt x="30" y="181"/>
                          <a:pt x="30" y="181"/>
                          <a:pt x="30" y="181"/>
                        </a:cubicBezTo>
                        <a:cubicBezTo>
                          <a:pt x="30" y="182"/>
                          <a:pt x="30" y="182"/>
                          <a:pt x="30" y="182"/>
                        </a:cubicBezTo>
                        <a:cubicBezTo>
                          <a:pt x="30" y="183"/>
                          <a:pt x="30" y="183"/>
                          <a:pt x="30" y="183"/>
                        </a:cubicBezTo>
                        <a:cubicBezTo>
                          <a:pt x="30" y="184"/>
                          <a:pt x="30" y="184"/>
                          <a:pt x="30" y="184"/>
                        </a:cubicBezTo>
                        <a:cubicBezTo>
                          <a:pt x="31" y="184"/>
                          <a:pt x="31" y="184"/>
                          <a:pt x="31" y="184"/>
                        </a:cubicBezTo>
                        <a:cubicBezTo>
                          <a:pt x="31" y="184"/>
                          <a:pt x="31" y="184"/>
                          <a:pt x="31" y="184"/>
                        </a:cubicBezTo>
                        <a:cubicBezTo>
                          <a:pt x="31" y="184"/>
                          <a:pt x="31" y="184"/>
                          <a:pt x="31" y="184"/>
                        </a:cubicBezTo>
                        <a:cubicBezTo>
                          <a:pt x="32" y="184"/>
                          <a:pt x="31" y="186"/>
                          <a:pt x="31" y="187"/>
                        </a:cubicBezTo>
                        <a:cubicBezTo>
                          <a:pt x="31" y="188"/>
                          <a:pt x="31" y="189"/>
                          <a:pt x="31" y="189"/>
                        </a:cubicBezTo>
                        <a:cubicBezTo>
                          <a:pt x="31" y="190"/>
                          <a:pt x="31" y="190"/>
                          <a:pt x="31" y="190"/>
                        </a:cubicBezTo>
                        <a:cubicBezTo>
                          <a:pt x="31" y="190"/>
                          <a:pt x="31" y="190"/>
                          <a:pt x="31" y="190"/>
                        </a:cubicBezTo>
                        <a:cubicBezTo>
                          <a:pt x="31" y="192"/>
                          <a:pt x="31" y="192"/>
                          <a:pt x="31" y="192"/>
                        </a:cubicBezTo>
                        <a:cubicBezTo>
                          <a:pt x="32" y="192"/>
                          <a:pt x="32" y="192"/>
                          <a:pt x="32" y="192"/>
                        </a:cubicBezTo>
                        <a:cubicBezTo>
                          <a:pt x="33" y="192"/>
                          <a:pt x="33" y="192"/>
                          <a:pt x="33" y="192"/>
                        </a:cubicBezTo>
                        <a:cubicBezTo>
                          <a:pt x="33" y="193"/>
                          <a:pt x="33" y="193"/>
                          <a:pt x="34" y="194"/>
                        </a:cubicBezTo>
                        <a:cubicBezTo>
                          <a:pt x="34" y="194"/>
                          <a:pt x="34" y="195"/>
                          <a:pt x="34" y="195"/>
                        </a:cubicBezTo>
                        <a:cubicBezTo>
                          <a:pt x="34" y="195"/>
                          <a:pt x="34" y="195"/>
                          <a:pt x="34" y="195"/>
                        </a:cubicBezTo>
                        <a:cubicBezTo>
                          <a:pt x="34" y="196"/>
                          <a:pt x="34" y="196"/>
                          <a:pt x="35" y="197"/>
                        </a:cubicBezTo>
                        <a:cubicBezTo>
                          <a:pt x="35" y="197"/>
                          <a:pt x="35" y="197"/>
                          <a:pt x="35" y="197"/>
                        </a:cubicBezTo>
                        <a:cubicBezTo>
                          <a:pt x="36" y="197"/>
                          <a:pt x="36" y="198"/>
                          <a:pt x="36" y="198"/>
                        </a:cubicBezTo>
                        <a:cubicBezTo>
                          <a:pt x="35" y="199"/>
                          <a:pt x="35" y="199"/>
                          <a:pt x="35" y="199"/>
                        </a:cubicBezTo>
                        <a:cubicBezTo>
                          <a:pt x="41" y="199"/>
                          <a:pt x="41" y="199"/>
                          <a:pt x="41" y="199"/>
                        </a:cubicBezTo>
                        <a:cubicBezTo>
                          <a:pt x="41" y="200"/>
                          <a:pt x="41" y="200"/>
                          <a:pt x="41" y="200"/>
                        </a:cubicBezTo>
                        <a:cubicBezTo>
                          <a:pt x="41" y="200"/>
                          <a:pt x="41" y="200"/>
                          <a:pt x="41" y="200"/>
                        </a:cubicBezTo>
                        <a:cubicBezTo>
                          <a:pt x="41" y="200"/>
                          <a:pt x="41" y="200"/>
                          <a:pt x="41" y="200"/>
                        </a:cubicBezTo>
                        <a:cubicBezTo>
                          <a:pt x="41" y="202"/>
                          <a:pt x="41" y="202"/>
                          <a:pt x="41" y="202"/>
                        </a:cubicBezTo>
                        <a:cubicBezTo>
                          <a:pt x="41" y="203"/>
                          <a:pt x="42" y="204"/>
                          <a:pt x="42" y="204"/>
                        </a:cubicBezTo>
                        <a:cubicBezTo>
                          <a:pt x="43" y="204"/>
                          <a:pt x="43" y="204"/>
                          <a:pt x="43" y="204"/>
                        </a:cubicBezTo>
                        <a:cubicBezTo>
                          <a:pt x="43" y="204"/>
                          <a:pt x="43" y="204"/>
                          <a:pt x="43" y="204"/>
                        </a:cubicBezTo>
                        <a:cubicBezTo>
                          <a:pt x="43" y="204"/>
                          <a:pt x="43" y="204"/>
                          <a:pt x="43" y="204"/>
                        </a:cubicBezTo>
                        <a:cubicBezTo>
                          <a:pt x="44" y="204"/>
                          <a:pt x="44" y="204"/>
                          <a:pt x="44" y="204"/>
                        </a:cubicBezTo>
                        <a:cubicBezTo>
                          <a:pt x="44" y="204"/>
                          <a:pt x="44" y="204"/>
                          <a:pt x="44" y="204"/>
                        </a:cubicBezTo>
                        <a:cubicBezTo>
                          <a:pt x="45" y="204"/>
                          <a:pt x="45" y="204"/>
                          <a:pt x="46" y="204"/>
                        </a:cubicBezTo>
                        <a:cubicBezTo>
                          <a:pt x="46" y="205"/>
                          <a:pt x="46" y="205"/>
                          <a:pt x="47" y="205"/>
                        </a:cubicBezTo>
                        <a:cubicBezTo>
                          <a:pt x="47" y="205"/>
                          <a:pt x="47" y="205"/>
                          <a:pt x="47" y="205"/>
                        </a:cubicBezTo>
                        <a:cubicBezTo>
                          <a:pt x="47" y="205"/>
                          <a:pt x="47" y="205"/>
                          <a:pt x="47" y="205"/>
                        </a:cubicBezTo>
                        <a:cubicBezTo>
                          <a:pt x="48" y="205"/>
                          <a:pt x="48" y="205"/>
                          <a:pt x="48" y="205"/>
                        </a:cubicBezTo>
                        <a:cubicBezTo>
                          <a:pt x="48" y="205"/>
                          <a:pt x="48" y="205"/>
                          <a:pt x="48" y="205"/>
                        </a:cubicBezTo>
                        <a:cubicBezTo>
                          <a:pt x="48" y="205"/>
                          <a:pt x="48" y="205"/>
                          <a:pt x="48" y="205"/>
                        </a:cubicBezTo>
                        <a:cubicBezTo>
                          <a:pt x="49" y="206"/>
                          <a:pt x="49" y="206"/>
                          <a:pt x="49" y="206"/>
                        </a:cubicBezTo>
                        <a:cubicBezTo>
                          <a:pt x="49" y="207"/>
                          <a:pt x="49" y="207"/>
                          <a:pt x="48" y="208"/>
                        </a:cubicBezTo>
                        <a:cubicBezTo>
                          <a:pt x="48" y="209"/>
                          <a:pt x="48" y="210"/>
                          <a:pt x="48" y="210"/>
                        </a:cubicBezTo>
                        <a:cubicBezTo>
                          <a:pt x="48" y="211"/>
                          <a:pt x="48" y="211"/>
                          <a:pt x="48" y="212"/>
                        </a:cubicBezTo>
                        <a:cubicBezTo>
                          <a:pt x="48" y="212"/>
                          <a:pt x="48" y="212"/>
                          <a:pt x="48" y="212"/>
                        </a:cubicBezTo>
                        <a:cubicBezTo>
                          <a:pt x="48" y="212"/>
                          <a:pt x="48" y="214"/>
                          <a:pt x="49" y="214"/>
                        </a:cubicBezTo>
                        <a:cubicBezTo>
                          <a:pt x="50" y="214"/>
                          <a:pt x="50" y="214"/>
                          <a:pt x="50" y="214"/>
                        </a:cubicBezTo>
                        <a:cubicBezTo>
                          <a:pt x="50" y="214"/>
                          <a:pt x="50" y="214"/>
                          <a:pt x="50" y="214"/>
                        </a:cubicBezTo>
                        <a:cubicBezTo>
                          <a:pt x="50" y="215"/>
                          <a:pt x="50" y="215"/>
                          <a:pt x="50" y="215"/>
                        </a:cubicBezTo>
                        <a:cubicBezTo>
                          <a:pt x="50" y="215"/>
                          <a:pt x="50" y="215"/>
                          <a:pt x="50" y="215"/>
                        </a:cubicBezTo>
                        <a:cubicBezTo>
                          <a:pt x="50" y="215"/>
                          <a:pt x="50" y="215"/>
                          <a:pt x="50" y="215"/>
                        </a:cubicBezTo>
                        <a:cubicBezTo>
                          <a:pt x="50" y="215"/>
                          <a:pt x="50" y="216"/>
                          <a:pt x="50" y="216"/>
                        </a:cubicBezTo>
                        <a:cubicBezTo>
                          <a:pt x="50" y="216"/>
                          <a:pt x="50" y="217"/>
                          <a:pt x="51" y="217"/>
                        </a:cubicBezTo>
                        <a:cubicBezTo>
                          <a:pt x="51" y="217"/>
                          <a:pt x="51" y="217"/>
                          <a:pt x="51" y="217"/>
                        </a:cubicBezTo>
                        <a:cubicBezTo>
                          <a:pt x="51" y="217"/>
                          <a:pt x="51" y="217"/>
                          <a:pt x="51" y="217"/>
                        </a:cubicBezTo>
                        <a:cubicBezTo>
                          <a:pt x="51" y="217"/>
                          <a:pt x="51" y="217"/>
                          <a:pt x="51" y="218"/>
                        </a:cubicBezTo>
                        <a:cubicBezTo>
                          <a:pt x="51" y="219"/>
                          <a:pt x="51" y="219"/>
                          <a:pt x="51" y="219"/>
                        </a:cubicBezTo>
                        <a:cubicBezTo>
                          <a:pt x="51" y="219"/>
                          <a:pt x="51" y="219"/>
                          <a:pt x="51" y="219"/>
                        </a:cubicBezTo>
                        <a:cubicBezTo>
                          <a:pt x="52" y="220"/>
                          <a:pt x="52" y="220"/>
                          <a:pt x="52" y="220"/>
                        </a:cubicBezTo>
                        <a:cubicBezTo>
                          <a:pt x="53" y="220"/>
                          <a:pt x="53" y="220"/>
                          <a:pt x="53" y="220"/>
                        </a:cubicBezTo>
                        <a:cubicBezTo>
                          <a:pt x="53" y="220"/>
                          <a:pt x="53" y="221"/>
                          <a:pt x="53" y="221"/>
                        </a:cubicBezTo>
                        <a:cubicBezTo>
                          <a:pt x="53" y="222"/>
                          <a:pt x="53" y="222"/>
                          <a:pt x="53" y="223"/>
                        </a:cubicBezTo>
                        <a:cubicBezTo>
                          <a:pt x="53" y="223"/>
                          <a:pt x="53" y="224"/>
                          <a:pt x="53" y="225"/>
                        </a:cubicBezTo>
                        <a:cubicBezTo>
                          <a:pt x="53" y="236"/>
                          <a:pt x="53" y="236"/>
                          <a:pt x="53" y="236"/>
                        </a:cubicBezTo>
                        <a:cubicBezTo>
                          <a:pt x="53" y="237"/>
                          <a:pt x="53" y="237"/>
                          <a:pt x="53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38"/>
                          <a:pt x="54" y="238"/>
                          <a:pt x="54" y="238"/>
                        </a:cubicBezTo>
                        <a:cubicBezTo>
                          <a:pt x="54" y="239"/>
                          <a:pt x="54" y="239"/>
                          <a:pt x="55" y="240"/>
                        </a:cubicBezTo>
                        <a:cubicBezTo>
                          <a:pt x="55" y="240"/>
                          <a:pt x="55" y="240"/>
                          <a:pt x="55" y="240"/>
                        </a:cubicBezTo>
                        <a:cubicBezTo>
                          <a:pt x="56" y="240"/>
                          <a:pt x="56" y="241"/>
                          <a:pt x="56" y="241"/>
                        </a:cubicBezTo>
                        <a:cubicBezTo>
                          <a:pt x="56" y="242"/>
                          <a:pt x="56" y="243"/>
                          <a:pt x="56" y="244"/>
                        </a:cubicBezTo>
                        <a:cubicBezTo>
                          <a:pt x="56" y="245"/>
                          <a:pt x="56" y="245"/>
                          <a:pt x="56" y="246"/>
                        </a:cubicBezTo>
                        <a:cubicBezTo>
                          <a:pt x="56" y="247"/>
                          <a:pt x="56" y="247"/>
                          <a:pt x="56" y="247"/>
                        </a:cubicBezTo>
                        <a:cubicBezTo>
                          <a:pt x="57" y="247"/>
                          <a:pt x="57" y="247"/>
                          <a:pt x="57" y="247"/>
                        </a:cubicBezTo>
                        <a:cubicBezTo>
                          <a:pt x="57" y="247"/>
                          <a:pt x="57" y="247"/>
                          <a:pt x="57" y="247"/>
                        </a:cubicBezTo>
                        <a:cubicBezTo>
                          <a:pt x="57" y="247"/>
                          <a:pt x="57" y="247"/>
                          <a:pt x="57" y="247"/>
                        </a:cubicBezTo>
                        <a:cubicBezTo>
                          <a:pt x="57" y="247"/>
                          <a:pt x="57" y="247"/>
                          <a:pt x="57" y="249"/>
                        </a:cubicBezTo>
                        <a:cubicBezTo>
                          <a:pt x="57" y="249"/>
                          <a:pt x="57" y="249"/>
                          <a:pt x="57" y="250"/>
                        </a:cubicBezTo>
                        <a:cubicBezTo>
                          <a:pt x="57" y="250"/>
                          <a:pt x="57" y="251"/>
                          <a:pt x="57" y="251"/>
                        </a:cubicBezTo>
                        <a:cubicBezTo>
                          <a:pt x="57" y="251"/>
                          <a:pt x="57" y="252"/>
                          <a:pt x="57" y="252"/>
                        </a:cubicBezTo>
                        <a:cubicBezTo>
                          <a:pt x="57" y="253"/>
                          <a:pt x="57" y="253"/>
                          <a:pt x="57" y="253"/>
                        </a:cubicBezTo>
                        <a:cubicBezTo>
                          <a:pt x="57" y="255"/>
                          <a:pt x="58" y="257"/>
                          <a:pt x="59" y="258"/>
                        </a:cubicBezTo>
                        <a:cubicBezTo>
                          <a:pt x="59" y="258"/>
                          <a:pt x="59" y="258"/>
                          <a:pt x="59" y="258"/>
                        </a:cubicBezTo>
                        <a:cubicBezTo>
                          <a:pt x="61" y="259"/>
                          <a:pt x="61" y="259"/>
                          <a:pt x="61" y="260"/>
                        </a:cubicBezTo>
                        <a:cubicBezTo>
                          <a:pt x="61" y="261"/>
                          <a:pt x="61" y="261"/>
                          <a:pt x="61" y="261"/>
                        </a:cubicBezTo>
                        <a:cubicBezTo>
                          <a:pt x="62" y="261"/>
                          <a:pt x="62" y="261"/>
                          <a:pt x="62" y="261"/>
                        </a:cubicBezTo>
                        <a:cubicBezTo>
                          <a:pt x="63" y="261"/>
                          <a:pt x="63" y="261"/>
                          <a:pt x="63" y="261"/>
                        </a:cubicBezTo>
                        <a:cubicBezTo>
                          <a:pt x="63" y="261"/>
                          <a:pt x="63" y="261"/>
                          <a:pt x="63" y="261"/>
                        </a:cubicBezTo>
                        <a:cubicBezTo>
                          <a:pt x="63" y="261"/>
                          <a:pt x="63" y="261"/>
                          <a:pt x="63" y="261"/>
                        </a:cubicBezTo>
                        <a:cubicBezTo>
                          <a:pt x="63" y="262"/>
                          <a:pt x="63" y="262"/>
                          <a:pt x="63" y="262"/>
                        </a:cubicBezTo>
                        <a:cubicBezTo>
                          <a:pt x="63" y="262"/>
                          <a:pt x="63" y="262"/>
                          <a:pt x="63" y="262"/>
                        </a:cubicBezTo>
                        <a:cubicBezTo>
                          <a:pt x="63" y="263"/>
                          <a:pt x="63" y="263"/>
                          <a:pt x="64" y="263"/>
                        </a:cubicBezTo>
                        <a:cubicBezTo>
                          <a:pt x="64" y="264"/>
                          <a:pt x="64" y="264"/>
                          <a:pt x="64" y="264"/>
                        </a:cubicBezTo>
                        <a:cubicBezTo>
                          <a:pt x="64" y="265"/>
                          <a:pt x="65" y="265"/>
                          <a:pt x="65" y="265"/>
                        </a:cubicBezTo>
                        <a:cubicBezTo>
                          <a:pt x="66" y="265"/>
                          <a:pt x="66" y="265"/>
                          <a:pt x="66" y="265"/>
                        </a:cubicBezTo>
                        <a:cubicBezTo>
                          <a:pt x="66" y="265"/>
                          <a:pt x="66" y="265"/>
                          <a:pt x="66" y="265"/>
                        </a:cubicBezTo>
                        <a:cubicBezTo>
                          <a:pt x="66" y="267"/>
                          <a:pt x="66" y="268"/>
                          <a:pt x="67" y="269"/>
                        </a:cubicBezTo>
                        <a:cubicBezTo>
                          <a:pt x="67" y="269"/>
                          <a:pt x="68" y="269"/>
                          <a:pt x="68" y="270"/>
                        </a:cubicBezTo>
                        <a:cubicBezTo>
                          <a:pt x="69" y="270"/>
                          <a:pt x="70" y="271"/>
                          <a:pt x="70" y="272"/>
                        </a:cubicBezTo>
                        <a:cubicBezTo>
                          <a:pt x="70" y="273"/>
                          <a:pt x="70" y="273"/>
                          <a:pt x="70" y="273"/>
                        </a:cubicBezTo>
                        <a:cubicBezTo>
                          <a:pt x="70" y="273"/>
                          <a:pt x="70" y="273"/>
                          <a:pt x="70" y="273"/>
                        </a:cubicBezTo>
                        <a:cubicBezTo>
                          <a:pt x="70" y="273"/>
                          <a:pt x="70" y="273"/>
                          <a:pt x="70" y="274"/>
                        </a:cubicBezTo>
                        <a:cubicBezTo>
                          <a:pt x="70" y="274"/>
                          <a:pt x="70" y="274"/>
                          <a:pt x="70" y="274"/>
                        </a:cubicBezTo>
                        <a:cubicBezTo>
                          <a:pt x="70" y="274"/>
                          <a:pt x="70" y="274"/>
                          <a:pt x="70" y="274"/>
                        </a:cubicBezTo>
                        <a:cubicBezTo>
                          <a:pt x="70" y="274"/>
                          <a:pt x="70" y="275"/>
                          <a:pt x="71" y="275"/>
                        </a:cubicBezTo>
                        <a:cubicBezTo>
                          <a:pt x="72" y="276"/>
                          <a:pt x="72" y="276"/>
                          <a:pt x="72" y="276"/>
                        </a:cubicBezTo>
                        <a:cubicBezTo>
                          <a:pt x="72" y="276"/>
                          <a:pt x="72" y="277"/>
                          <a:pt x="73" y="277"/>
                        </a:cubicBezTo>
                        <a:cubicBezTo>
                          <a:pt x="73" y="277"/>
                          <a:pt x="73" y="277"/>
                          <a:pt x="73" y="277"/>
                        </a:cubicBezTo>
                        <a:cubicBezTo>
                          <a:pt x="73" y="278"/>
                          <a:pt x="73" y="278"/>
                          <a:pt x="74" y="278"/>
                        </a:cubicBezTo>
                        <a:cubicBezTo>
                          <a:pt x="74" y="279"/>
                          <a:pt x="74" y="279"/>
                          <a:pt x="74" y="279"/>
                        </a:cubicBezTo>
                        <a:cubicBezTo>
                          <a:pt x="75" y="280"/>
                          <a:pt x="76" y="280"/>
                          <a:pt x="77" y="280"/>
                        </a:cubicBezTo>
                        <a:cubicBezTo>
                          <a:pt x="77" y="280"/>
                          <a:pt x="77" y="280"/>
                          <a:pt x="77" y="280"/>
                        </a:cubicBezTo>
                        <a:cubicBezTo>
                          <a:pt x="77" y="280"/>
                          <a:pt x="77" y="280"/>
                          <a:pt x="77" y="280"/>
                        </a:cubicBezTo>
                        <a:cubicBezTo>
                          <a:pt x="77" y="280"/>
                          <a:pt x="77" y="280"/>
                          <a:pt x="77" y="280"/>
                        </a:cubicBezTo>
                        <a:cubicBezTo>
                          <a:pt x="77" y="280"/>
                          <a:pt x="77" y="280"/>
                          <a:pt x="77" y="280"/>
                        </a:cubicBezTo>
                        <a:cubicBezTo>
                          <a:pt x="77" y="281"/>
                          <a:pt x="77" y="281"/>
                          <a:pt x="77" y="281"/>
                        </a:cubicBezTo>
                        <a:cubicBezTo>
                          <a:pt x="78" y="281"/>
                          <a:pt x="78" y="281"/>
                          <a:pt x="78" y="281"/>
                        </a:cubicBezTo>
                        <a:cubicBezTo>
                          <a:pt x="79" y="281"/>
                          <a:pt x="79" y="281"/>
                          <a:pt x="79" y="281"/>
                        </a:cubicBezTo>
                        <a:cubicBezTo>
                          <a:pt x="79" y="281"/>
                          <a:pt x="79" y="281"/>
                          <a:pt x="79" y="281"/>
                        </a:cubicBezTo>
                        <a:cubicBezTo>
                          <a:pt x="80" y="281"/>
                          <a:pt x="80" y="281"/>
                          <a:pt x="80" y="281"/>
                        </a:cubicBezTo>
                        <a:cubicBezTo>
                          <a:pt x="80" y="281"/>
                          <a:pt x="80" y="281"/>
                          <a:pt x="80" y="281"/>
                        </a:cubicBezTo>
                        <a:cubicBezTo>
                          <a:pt x="80" y="281"/>
                          <a:pt x="80" y="281"/>
                          <a:pt x="80" y="281"/>
                        </a:cubicBezTo>
                        <a:cubicBezTo>
                          <a:pt x="80" y="283"/>
                          <a:pt x="80" y="283"/>
                          <a:pt x="80" y="283"/>
                        </a:cubicBezTo>
                        <a:cubicBezTo>
                          <a:pt x="81" y="283"/>
                          <a:pt x="81" y="283"/>
                          <a:pt x="81" y="283"/>
                        </a:cubicBezTo>
                        <a:cubicBezTo>
                          <a:pt x="81" y="283"/>
                          <a:pt x="81" y="283"/>
                          <a:pt x="81" y="283"/>
                        </a:cubicBezTo>
                        <a:cubicBezTo>
                          <a:pt x="81" y="283"/>
                          <a:pt x="82" y="283"/>
                          <a:pt x="82" y="283"/>
                        </a:cubicBezTo>
                        <a:cubicBezTo>
                          <a:pt x="83" y="283"/>
                          <a:pt x="84" y="283"/>
                          <a:pt x="84" y="282"/>
                        </a:cubicBezTo>
                        <a:cubicBezTo>
                          <a:pt x="85" y="282"/>
                          <a:pt x="85" y="281"/>
                          <a:pt x="85" y="281"/>
                        </a:cubicBezTo>
                        <a:cubicBezTo>
                          <a:pt x="84" y="280"/>
                          <a:pt x="84" y="280"/>
                          <a:pt x="84" y="279"/>
                        </a:cubicBezTo>
                        <a:cubicBezTo>
                          <a:pt x="83" y="278"/>
                          <a:pt x="83" y="278"/>
                          <a:pt x="83" y="278"/>
                        </a:cubicBezTo>
                        <a:cubicBezTo>
                          <a:pt x="83" y="278"/>
                          <a:pt x="83" y="278"/>
                          <a:pt x="83" y="278"/>
                        </a:cubicBezTo>
                        <a:cubicBezTo>
                          <a:pt x="83" y="278"/>
                          <a:pt x="83" y="278"/>
                          <a:pt x="83" y="278"/>
                        </a:cubicBezTo>
                        <a:cubicBezTo>
                          <a:pt x="84" y="278"/>
                          <a:pt x="84" y="278"/>
                          <a:pt x="84" y="278"/>
                        </a:cubicBezTo>
                        <a:cubicBezTo>
                          <a:pt x="85" y="278"/>
                          <a:pt x="85" y="278"/>
                          <a:pt x="85" y="278"/>
                        </a:cubicBezTo>
                        <a:cubicBezTo>
                          <a:pt x="85" y="278"/>
                          <a:pt x="85" y="278"/>
                          <a:pt x="85" y="278"/>
                        </a:cubicBezTo>
                        <a:cubicBezTo>
                          <a:pt x="85" y="277"/>
                          <a:pt x="85" y="277"/>
                          <a:pt x="85" y="276"/>
                        </a:cubicBezTo>
                        <a:cubicBezTo>
                          <a:pt x="85" y="276"/>
                          <a:pt x="85" y="275"/>
                          <a:pt x="84" y="275"/>
                        </a:cubicBezTo>
                        <a:cubicBezTo>
                          <a:pt x="84" y="274"/>
                          <a:pt x="83" y="274"/>
                          <a:pt x="82" y="274"/>
                        </a:cubicBezTo>
                        <a:cubicBezTo>
                          <a:pt x="82" y="273"/>
                          <a:pt x="82" y="273"/>
                          <a:pt x="82" y="273"/>
                        </a:cubicBezTo>
                        <a:cubicBezTo>
                          <a:pt x="82" y="273"/>
                          <a:pt x="82" y="273"/>
                          <a:pt x="82" y="273"/>
                        </a:cubicBezTo>
                        <a:cubicBezTo>
                          <a:pt x="82" y="273"/>
                          <a:pt x="82" y="273"/>
                          <a:pt x="82" y="273"/>
                        </a:cubicBezTo>
                        <a:cubicBezTo>
                          <a:pt x="82" y="271"/>
                          <a:pt x="82" y="271"/>
                          <a:pt x="82" y="271"/>
                        </a:cubicBezTo>
                        <a:cubicBezTo>
                          <a:pt x="82" y="271"/>
                          <a:pt x="82" y="271"/>
                          <a:pt x="82" y="271"/>
                        </a:cubicBezTo>
                        <a:cubicBezTo>
                          <a:pt x="82" y="271"/>
                          <a:pt x="82" y="270"/>
                          <a:pt x="82" y="270"/>
                        </a:cubicBezTo>
                        <a:cubicBezTo>
                          <a:pt x="82" y="270"/>
                          <a:pt x="81" y="269"/>
                          <a:pt x="81" y="269"/>
                        </a:cubicBezTo>
                        <a:cubicBezTo>
                          <a:pt x="80" y="269"/>
                          <a:pt x="80" y="269"/>
                          <a:pt x="80" y="269"/>
                        </a:cubicBezTo>
                        <a:cubicBezTo>
                          <a:pt x="80" y="268"/>
                          <a:pt x="80" y="267"/>
                          <a:pt x="80" y="266"/>
                        </a:cubicBezTo>
                        <a:cubicBezTo>
                          <a:pt x="80" y="266"/>
                          <a:pt x="80" y="265"/>
                          <a:pt x="80" y="265"/>
                        </a:cubicBezTo>
                        <a:cubicBezTo>
                          <a:pt x="80" y="264"/>
                          <a:pt x="80" y="263"/>
                          <a:pt x="80" y="263"/>
                        </a:cubicBezTo>
                        <a:cubicBezTo>
                          <a:pt x="79" y="262"/>
                          <a:pt x="79" y="262"/>
                          <a:pt x="79" y="262"/>
                        </a:cubicBezTo>
                        <a:cubicBezTo>
                          <a:pt x="79" y="262"/>
                          <a:pt x="79" y="262"/>
                          <a:pt x="79" y="262"/>
                        </a:cubicBezTo>
                        <a:cubicBezTo>
                          <a:pt x="79" y="261"/>
                          <a:pt x="79" y="261"/>
                          <a:pt x="79" y="261"/>
                        </a:cubicBezTo>
                        <a:cubicBezTo>
                          <a:pt x="78" y="261"/>
                          <a:pt x="78" y="261"/>
                          <a:pt x="78" y="261"/>
                        </a:cubicBezTo>
                        <a:cubicBezTo>
                          <a:pt x="78" y="261"/>
                          <a:pt x="78" y="261"/>
                          <a:pt x="78" y="261"/>
                        </a:cubicBezTo>
                        <a:cubicBezTo>
                          <a:pt x="78" y="260"/>
                          <a:pt x="78" y="260"/>
                          <a:pt x="78" y="260"/>
                        </a:cubicBezTo>
                        <a:cubicBezTo>
                          <a:pt x="78" y="260"/>
                          <a:pt x="78" y="260"/>
                          <a:pt x="78" y="260"/>
                        </a:cubicBezTo>
                        <a:cubicBezTo>
                          <a:pt x="78" y="260"/>
                          <a:pt x="78" y="260"/>
                          <a:pt x="78" y="260"/>
                        </a:cubicBezTo>
                        <a:cubicBezTo>
                          <a:pt x="79" y="260"/>
                          <a:pt x="79" y="260"/>
                          <a:pt x="79" y="260"/>
                        </a:cubicBezTo>
                        <a:cubicBezTo>
                          <a:pt x="80" y="259"/>
                          <a:pt x="80" y="258"/>
                          <a:pt x="81" y="257"/>
                        </a:cubicBezTo>
                        <a:cubicBezTo>
                          <a:pt x="81" y="256"/>
                          <a:pt x="81" y="256"/>
                          <a:pt x="81" y="256"/>
                        </a:cubicBezTo>
                        <a:cubicBezTo>
                          <a:pt x="81" y="256"/>
                          <a:pt x="81" y="255"/>
                          <a:pt x="81" y="255"/>
                        </a:cubicBezTo>
                        <a:cubicBezTo>
                          <a:pt x="82" y="255"/>
                          <a:pt x="82" y="255"/>
                          <a:pt x="82" y="255"/>
                        </a:cubicBezTo>
                        <a:cubicBezTo>
                          <a:pt x="82" y="255"/>
                          <a:pt x="83" y="255"/>
                          <a:pt x="83" y="255"/>
                        </a:cubicBezTo>
                        <a:cubicBezTo>
                          <a:pt x="85" y="256"/>
                          <a:pt x="85" y="256"/>
                          <a:pt x="85" y="256"/>
                        </a:cubicBezTo>
                        <a:cubicBezTo>
                          <a:pt x="85" y="255"/>
                          <a:pt x="85" y="255"/>
                          <a:pt x="85" y="255"/>
                        </a:cubicBezTo>
                        <a:cubicBezTo>
                          <a:pt x="85" y="254"/>
                          <a:pt x="85" y="254"/>
                          <a:pt x="85" y="254"/>
                        </a:cubicBezTo>
                        <a:cubicBezTo>
                          <a:pt x="85" y="254"/>
                          <a:pt x="85" y="254"/>
                          <a:pt x="85" y="254"/>
                        </a:cubicBezTo>
                        <a:cubicBezTo>
                          <a:pt x="85" y="254"/>
                          <a:pt x="85" y="254"/>
                          <a:pt x="85" y="254"/>
                        </a:cubicBezTo>
                        <a:cubicBezTo>
                          <a:pt x="86" y="254"/>
                          <a:pt x="86" y="254"/>
                          <a:pt x="86" y="254"/>
                        </a:cubicBezTo>
                        <a:cubicBezTo>
                          <a:pt x="87" y="254"/>
                          <a:pt x="88" y="253"/>
                          <a:pt x="89" y="252"/>
                        </a:cubicBezTo>
                        <a:cubicBezTo>
                          <a:pt x="90" y="251"/>
                          <a:pt x="89" y="250"/>
                          <a:pt x="88" y="249"/>
                        </a:cubicBezTo>
                        <a:cubicBezTo>
                          <a:pt x="88" y="248"/>
                          <a:pt x="88" y="248"/>
                          <a:pt x="88" y="247"/>
                        </a:cubicBezTo>
                        <a:cubicBezTo>
                          <a:pt x="88" y="246"/>
                          <a:pt x="88" y="246"/>
                          <a:pt x="88" y="246"/>
                        </a:cubicBezTo>
                        <a:cubicBezTo>
                          <a:pt x="87" y="246"/>
                          <a:pt x="87" y="246"/>
                          <a:pt x="87" y="246"/>
                        </a:cubicBezTo>
                        <a:cubicBezTo>
                          <a:pt x="86" y="246"/>
                          <a:pt x="86" y="246"/>
                          <a:pt x="86" y="246"/>
                        </a:cubicBezTo>
                        <a:cubicBezTo>
                          <a:pt x="85" y="246"/>
                          <a:pt x="85" y="246"/>
                          <a:pt x="85" y="246"/>
                        </a:cubicBezTo>
                        <a:cubicBezTo>
                          <a:pt x="85" y="245"/>
                          <a:pt x="85" y="245"/>
                          <a:pt x="85" y="245"/>
                        </a:cubicBezTo>
                        <a:cubicBezTo>
                          <a:pt x="90" y="245"/>
                          <a:pt x="90" y="245"/>
                          <a:pt x="90" y="245"/>
                        </a:cubicBezTo>
                        <a:cubicBezTo>
                          <a:pt x="90" y="244"/>
                          <a:pt x="90" y="244"/>
                          <a:pt x="90" y="244"/>
                        </a:cubicBezTo>
                        <a:cubicBezTo>
                          <a:pt x="91" y="244"/>
                          <a:pt x="91" y="244"/>
                          <a:pt x="91" y="244"/>
                        </a:cubicBezTo>
                        <a:cubicBezTo>
                          <a:pt x="91" y="244"/>
                          <a:pt x="91" y="244"/>
                          <a:pt x="91" y="244"/>
                        </a:cubicBezTo>
                        <a:cubicBezTo>
                          <a:pt x="92" y="244"/>
                          <a:pt x="92" y="244"/>
                          <a:pt x="92" y="244"/>
                        </a:cubicBezTo>
                        <a:cubicBezTo>
                          <a:pt x="92" y="243"/>
                          <a:pt x="92" y="243"/>
                          <a:pt x="92" y="243"/>
                        </a:cubicBezTo>
                        <a:cubicBezTo>
                          <a:pt x="92" y="242"/>
                          <a:pt x="92" y="242"/>
                          <a:pt x="92" y="242"/>
                        </a:cubicBezTo>
                        <a:cubicBezTo>
                          <a:pt x="92" y="241"/>
                          <a:pt x="92" y="240"/>
                          <a:pt x="92" y="240"/>
                        </a:cubicBezTo>
                        <a:cubicBezTo>
                          <a:pt x="92" y="240"/>
                          <a:pt x="92" y="240"/>
                          <a:pt x="92" y="240"/>
                        </a:cubicBezTo>
                        <a:cubicBezTo>
                          <a:pt x="92" y="240"/>
                          <a:pt x="92" y="240"/>
                          <a:pt x="92" y="240"/>
                        </a:cubicBezTo>
                        <a:cubicBezTo>
                          <a:pt x="92" y="240"/>
                          <a:pt x="93" y="240"/>
                          <a:pt x="93" y="239"/>
                        </a:cubicBezTo>
                        <a:cubicBezTo>
                          <a:pt x="94" y="239"/>
                          <a:pt x="94" y="239"/>
                          <a:pt x="94" y="239"/>
                        </a:cubicBezTo>
                        <a:cubicBezTo>
                          <a:pt x="95" y="238"/>
                          <a:pt x="96" y="237"/>
                          <a:pt x="97" y="236"/>
                        </a:cubicBezTo>
                        <a:cubicBezTo>
                          <a:pt x="98" y="235"/>
                          <a:pt x="98" y="234"/>
                          <a:pt x="98" y="233"/>
                        </a:cubicBezTo>
                        <a:cubicBezTo>
                          <a:pt x="98" y="224"/>
                          <a:pt x="98" y="224"/>
                          <a:pt x="98" y="224"/>
                        </a:cubicBezTo>
                        <a:cubicBezTo>
                          <a:pt x="98" y="224"/>
                          <a:pt x="98" y="224"/>
                          <a:pt x="98" y="224"/>
                        </a:cubicBezTo>
                        <a:cubicBezTo>
                          <a:pt x="98" y="224"/>
                          <a:pt x="98" y="224"/>
                          <a:pt x="98" y="224"/>
                        </a:cubicBezTo>
                        <a:cubicBezTo>
                          <a:pt x="99" y="224"/>
                          <a:pt x="99" y="224"/>
                          <a:pt x="99" y="224"/>
                        </a:cubicBezTo>
                        <a:cubicBezTo>
                          <a:pt x="99" y="223"/>
                          <a:pt x="99" y="223"/>
                          <a:pt x="99" y="223"/>
                        </a:cubicBezTo>
                        <a:cubicBezTo>
                          <a:pt x="99" y="223"/>
                          <a:pt x="99" y="222"/>
                          <a:pt x="100" y="222"/>
                        </a:cubicBezTo>
                        <a:cubicBezTo>
                          <a:pt x="100" y="221"/>
                          <a:pt x="100" y="221"/>
                          <a:pt x="101" y="220"/>
                        </a:cubicBezTo>
                        <a:cubicBezTo>
                          <a:pt x="101" y="220"/>
                          <a:pt x="101" y="220"/>
                          <a:pt x="101" y="220"/>
                        </a:cubicBezTo>
                        <a:cubicBezTo>
                          <a:pt x="101" y="219"/>
                          <a:pt x="101" y="219"/>
                          <a:pt x="103" y="218"/>
                        </a:cubicBezTo>
                        <a:cubicBezTo>
                          <a:pt x="103" y="218"/>
                          <a:pt x="104" y="218"/>
                          <a:pt x="105" y="218"/>
                        </a:cubicBezTo>
                        <a:cubicBezTo>
                          <a:pt x="105" y="218"/>
                          <a:pt x="106" y="218"/>
                          <a:pt x="106" y="218"/>
                        </a:cubicBezTo>
                        <a:cubicBezTo>
                          <a:pt x="107" y="218"/>
                          <a:pt x="107" y="218"/>
                          <a:pt x="108" y="218"/>
                        </a:cubicBezTo>
                        <a:cubicBezTo>
                          <a:pt x="109" y="218"/>
                          <a:pt x="109" y="218"/>
                          <a:pt x="109" y="218"/>
                        </a:cubicBezTo>
                        <a:cubicBezTo>
                          <a:pt x="110" y="218"/>
                          <a:pt x="111" y="218"/>
                          <a:pt x="111" y="217"/>
                        </a:cubicBezTo>
                        <a:cubicBezTo>
                          <a:pt x="111" y="217"/>
                          <a:pt x="111" y="217"/>
                          <a:pt x="111" y="217"/>
                        </a:cubicBezTo>
                        <a:cubicBezTo>
                          <a:pt x="111" y="217"/>
                          <a:pt x="111" y="217"/>
                          <a:pt x="111" y="217"/>
                        </a:cubicBezTo>
                        <a:cubicBezTo>
                          <a:pt x="111" y="217"/>
                          <a:pt x="111" y="217"/>
                          <a:pt x="111" y="217"/>
                        </a:cubicBezTo>
                        <a:cubicBezTo>
                          <a:pt x="111" y="217"/>
                          <a:pt x="111" y="217"/>
                          <a:pt x="111" y="217"/>
                        </a:cubicBezTo>
                        <a:cubicBezTo>
                          <a:pt x="112" y="217"/>
                          <a:pt x="112" y="217"/>
                          <a:pt x="112" y="217"/>
                        </a:cubicBezTo>
                        <a:cubicBezTo>
                          <a:pt x="112" y="216"/>
                          <a:pt x="112" y="216"/>
                          <a:pt x="112" y="216"/>
                        </a:cubicBezTo>
                        <a:cubicBezTo>
                          <a:pt x="112" y="215"/>
                          <a:pt x="112" y="215"/>
                          <a:pt x="112" y="215"/>
                        </a:cubicBezTo>
                        <a:cubicBezTo>
                          <a:pt x="112" y="215"/>
                          <a:pt x="112" y="214"/>
                          <a:pt x="112" y="214"/>
                        </a:cubicBezTo>
                        <a:cubicBezTo>
                          <a:pt x="113" y="214"/>
                          <a:pt x="113" y="214"/>
                          <a:pt x="113" y="214"/>
                        </a:cubicBezTo>
                        <a:cubicBezTo>
                          <a:pt x="113" y="214"/>
                          <a:pt x="113" y="214"/>
                          <a:pt x="114" y="213"/>
                        </a:cubicBezTo>
                        <a:cubicBezTo>
                          <a:pt x="114" y="213"/>
                          <a:pt x="115" y="213"/>
                          <a:pt x="115" y="213"/>
                        </a:cubicBezTo>
                        <a:cubicBezTo>
                          <a:pt x="115" y="212"/>
                          <a:pt x="115" y="212"/>
                          <a:pt x="115" y="212"/>
                        </a:cubicBezTo>
                        <a:cubicBezTo>
                          <a:pt x="116" y="212"/>
                          <a:pt x="116" y="212"/>
                          <a:pt x="116" y="212"/>
                        </a:cubicBezTo>
                        <a:cubicBezTo>
                          <a:pt x="116" y="212"/>
                          <a:pt x="116" y="212"/>
                          <a:pt x="116" y="212"/>
                        </a:cubicBezTo>
                        <a:cubicBezTo>
                          <a:pt x="117" y="212"/>
                          <a:pt x="118" y="212"/>
                          <a:pt x="118" y="211"/>
                        </a:cubicBezTo>
                        <a:cubicBezTo>
                          <a:pt x="118" y="211"/>
                          <a:pt x="119" y="210"/>
                          <a:pt x="119" y="210"/>
                        </a:cubicBezTo>
                        <a:cubicBezTo>
                          <a:pt x="119" y="209"/>
                          <a:pt x="119" y="208"/>
                          <a:pt x="120" y="207"/>
                        </a:cubicBezTo>
                        <a:cubicBezTo>
                          <a:pt x="120" y="207"/>
                          <a:pt x="121" y="207"/>
                          <a:pt x="121" y="207"/>
                        </a:cubicBezTo>
                        <a:cubicBezTo>
                          <a:pt x="123" y="206"/>
                          <a:pt x="124" y="205"/>
                          <a:pt x="124" y="204"/>
                        </a:cubicBezTo>
                        <a:cubicBezTo>
                          <a:pt x="123" y="203"/>
                          <a:pt x="123" y="201"/>
                          <a:pt x="123" y="199"/>
                        </a:cubicBezTo>
                        <a:cubicBezTo>
                          <a:pt x="123" y="199"/>
                          <a:pt x="123" y="198"/>
                          <a:pt x="123" y="197"/>
                        </a:cubicBezTo>
                        <a:cubicBezTo>
                          <a:pt x="123" y="191"/>
                          <a:pt x="123" y="191"/>
                          <a:pt x="123" y="191"/>
                        </a:cubicBezTo>
                        <a:cubicBezTo>
                          <a:pt x="123" y="190"/>
                          <a:pt x="123" y="190"/>
                          <a:pt x="123" y="190"/>
                        </a:cubicBezTo>
                        <a:cubicBezTo>
                          <a:pt x="123" y="190"/>
                          <a:pt x="123" y="190"/>
                          <a:pt x="123" y="190"/>
                        </a:cubicBezTo>
                        <a:cubicBezTo>
                          <a:pt x="122" y="190"/>
                          <a:pt x="122" y="190"/>
                          <a:pt x="122" y="190"/>
                        </a:cubicBezTo>
                        <a:cubicBezTo>
                          <a:pt x="122" y="189"/>
                          <a:pt x="122" y="189"/>
                          <a:pt x="122" y="189"/>
                        </a:cubicBezTo>
                        <a:cubicBezTo>
                          <a:pt x="122" y="188"/>
                          <a:pt x="122" y="188"/>
                          <a:pt x="122" y="188"/>
                        </a:cubicBezTo>
                        <a:cubicBezTo>
                          <a:pt x="122" y="188"/>
                          <a:pt x="122" y="188"/>
                          <a:pt x="122" y="188"/>
                        </a:cubicBezTo>
                        <a:cubicBezTo>
                          <a:pt x="124" y="188"/>
                          <a:pt x="124" y="188"/>
                          <a:pt x="124" y="188"/>
                        </a:cubicBezTo>
                        <a:cubicBezTo>
                          <a:pt x="124" y="188"/>
                          <a:pt x="124" y="188"/>
                          <a:pt x="124" y="188"/>
                        </a:cubicBezTo>
                        <a:cubicBezTo>
                          <a:pt x="125" y="188"/>
                          <a:pt x="125" y="188"/>
                          <a:pt x="125" y="188"/>
                        </a:cubicBezTo>
                        <a:cubicBezTo>
                          <a:pt x="126" y="188"/>
                          <a:pt x="126" y="187"/>
                          <a:pt x="126" y="187"/>
                        </a:cubicBezTo>
                        <a:cubicBezTo>
                          <a:pt x="127" y="186"/>
                          <a:pt x="127" y="186"/>
                          <a:pt x="127" y="186"/>
                        </a:cubicBezTo>
                        <a:cubicBezTo>
                          <a:pt x="127" y="186"/>
                          <a:pt x="127" y="186"/>
                          <a:pt x="127" y="186"/>
                        </a:cubicBezTo>
                        <a:cubicBezTo>
                          <a:pt x="127" y="185"/>
                          <a:pt x="127" y="185"/>
                          <a:pt x="127" y="185"/>
                        </a:cubicBezTo>
                        <a:cubicBezTo>
                          <a:pt x="128" y="185"/>
                          <a:pt x="128" y="185"/>
                          <a:pt x="128" y="185"/>
                        </a:cubicBezTo>
                        <a:cubicBezTo>
                          <a:pt x="128" y="184"/>
                          <a:pt x="128" y="184"/>
                          <a:pt x="128" y="184"/>
                        </a:cubicBezTo>
                        <a:cubicBezTo>
                          <a:pt x="128" y="184"/>
                          <a:pt x="128" y="184"/>
                          <a:pt x="128" y="184"/>
                        </a:cubicBezTo>
                        <a:cubicBezTo>
                          <a:pt x="128" y="184"/>
                          <a:pt x="128" y="184"/>
                          <a:pt x="128" y="184"/>
                        </a:cubicBezTo>
                        <a:cubicBezTo>
                          <a:pt x="128" y="184"/>
                          <a:pt x="128" y="184"/>
                          <a:pt x="128" y="184"/>
                        </a:cubicBezTo>
                        <a:cubicBezTo>
                          <a:pt x="128" y="184"/>
                          <a:pt x="129" y="184"/>
                          <a:pt x="129" y="183"/>
                        </a:cubicBezTo>
                        <a:cubicBezTo>
                          <a:pt x="129" y="183"/>
                          <a:pt x="130" y="182"/>
                          <a:pt x="130" y="182"/>
                        </a:cubicBezTo>
                        <a:cubicBezTo>
                          <a:pt x="131" y="180"/>
                          <a:pt x="132" y="179"/>
                          <a:pt x="133" y="179"/>
                        </a:cubicBezTo>
                        <a:cubicBezTo>
                          <a:pt x="134" y="178"/>
                          <a:pt x="134" y="178"/>
                          <a:pt x="134" y="178"/>
                        </a:cubicBezTo>
                        <a:cubicBezTo>
                          <a:pt x="135" y="177"/>
                          <a:pt x="135" y="176"/>
                          <a:pt x="135" y="176"/>
                        </a:cubicBezTo>
                        <a:cubicBezTo>
                          <a:pt x="135" y="176"/>
                          <a:pt x="135" y="176"/>
                          <a:pt x="135" y="176"/>
                        </a:cubicBezTo>
                        <a:cubicBezTo>
                          <a:pt x="135" y="175"/>
                          <a:pt x="135" y="175"/>
                          <a:pt x="135" y="175"/>
                        </a:cubicBezTo>
                        <a:cubicBezTo>
                          <a:pt x="134" y="175"/>
                          <a:pt x="134" y="175"/>
                          <a:pt x="134" y="175"/>
                        </a:cubicBezTo>
                        <a:cubicBezTo>
                          <a:pt x="133" y="175"/>
                          <a:pt x="133" y="175"/>
                          <a:pt x="133" y="175"/>
                        </a:cubicBezTo>
                        <a:cubicBezTo>
                          <a:pt x="133" y="174"/>
                          <a:pt x="133" y="174"/>
                          <a:pt x="134" y="172"/>
                        </a:cubicBezTo>
                        <a:cubicBezTo>
                          <a:pt x="134" y="172"/>
                          <a:pt x="134" y="172"/>
                          <a:pt x="134" y="172"/>
                        </a:cubicBezTo>
                        <a:cubicBezTo>
                          <a:pt x="134" y="172"/>
                          <a:pt x="134" y="172"/>
                          <a:pt x="134" y="172"/>
                        </a:cubicBezTo>
                        <a:cubicBezTo>
                          <a:pt x="135" y="172"/>
                          <a:pt x="135" y="172"/>
                          <a:pt x="135" y="172"/>
                        </a:cubicBezTo>
                        <a:cubicBezTo>
                          <a:pt x="135" y="166"/>
                          <a:pt x="135" y="166"/>
                          <a:pt x="135" y="166"/>
                        </a:cubicBezTo>
                        <a:cubicBezTo>
                          <a:pt x="134" y="166"/>
                          <a:pt x="134" y="166"/>
                          <a:pt x="134" y="166"/>
                        </a:cubicBezTo>
                        <a:cubicBezTo>
                          <a:pt x="134" y="166"/>
                          <a:pt x="134" y="166"/>
                          <a:pt x="133" y="166"/>
                        </a:cubicBezTo>
                        <a:cubicBezTo>
                          <a:pt x="133" y="166"/>
                          <a:pt x="133" y="166"/>
                          <a:pt x="133" y="166"/>
                        </a:cubicBezTo>
                        <a:cubicBezTo>
                          <a:pt x="133" y="166"/>
                          <a:pt x="133" y="166"/>
                          <a:pt x="133" y="166"/>
                        </a:cubicBezTo>
                        <a:cubicBezTo>
                          <a:pt x="134" y="165"/>
                          <a:pt x="134" y="165"/>
                          <a:pt x="134" y="165"/>
                        </a:cubicBezTo>
                        <a:cubicBezTo>
                          <a:pt x="133" y="165"/>
                          <a:pt x="133" y="165"/>
                          <a:pt x="133" y="165"/>
                        </a:cubicBezTo>
                        <a:cubicBezTo>
                          <a:pt x="132" y="165"/>
                          <a:pt x="132" y="165"/>
                          <a:pt x="131" y="165"/>
                        </a:cubicBezTo>
                        <a:cubicBezTo>
                          <a:pt x="131" y="165"/>
                          <a:pt x="131" y="165"/>
                          <a:pt x="130" y="165"/>
                        </a:cubicBezTo>
                        <a:cubicBezTo>
                          <a:pt x="128" y="165"/>
                          <a:pt x="128" y="164"/>
                          <a:pt x="127" y="164"/>
                        </a:cubicBezTo>
                        <a:cubicBezTo>
                          <a:pt x="126" y="163"/>
                          <a:pt x="126" y="163"/>
                          <a:pt x="126" y="163"/>
                        </a:cubicBezTo>
                        <a:cubicBezTo>
                          <a:pt x="126" y="163"/>
                          <a:pt x="126" y="163"/>
                          <a:pt x="126" y="163"/>
                        </a:cubicBezTo>
                        <a:cubicBezTo>
                          <a:pt x="126" y="162"/>
                          <a:pt x="125" y="162"/>
                          <a:pt x="125" y="162"/>
                        </a:cubicBezTo>
                        <a:cubicBezTo>
                          <a:pt x="124" y="162"/>
                          <a:pt x="124" y="162"/>
                          <a:pt x="124" y="162"/>
                        </a:cubicBezTo>
                        <a:cubicBezTo>
                          <a:pt x="123" y="161"/>
                          <a:pt x="123" y="161"/>
                          <a:pt x="122" y="160"/>
                        </a:cubicBezTo>
                        <a:cubicBezTo>
                          <a:pt x="122" y="160"/>
                          <a:pt x="122" y="160"/>
                          <a:pt x="122" y="160"/>
                        </a:cubicBezTo>
                        <a:cubicBezTo>
                          <a:pt x="122" y="159"/>
                          <a:pt x="121" y="159"/>
                          <a:pt x="121" y="159"/>
                        </a:cubicBezTo>
                        <a:cubicBezTo>
                          <a:pt x="121" y="159"/>
                          <a:pt x="121" y="159"/>
                          <a:pt x="121" y="159"/>
                        </a:cubicBezTo>
                        <a:cubicBezTo>
                          <a:pt x="120" y="159"/>
                          <a:pt x="120" y="159"/>
                          <a:pt x="120" y="159"/>
                        </a:cubicBezTo>
                        <a:cubicBezTo>
                          <a:pt x="119" y="159"/>
                          <a:pt x="119" y="159"/>
                          <a:pt x="119" y="159"/>
                        </a:cubicBezTo>
                        <a:cubicBezTo>
                          <a:pt x="119" y="159"/>
                          <a:pt x="119" y="159"/>
                          <a:pt x="119" y="159"/>
                        </a:cubicBezTo>
                        <a:cubicBezTo>
                          <a:pt x="118" y="159"/>
                          <a:pt x="118" y="159"/>
                          <a:pt x="118" y="159"/>
                        </a:cubicBezTo>
                        <a:cubicBezTo>
                          <a:pt x="117" y="159"/>
                          <a:pt x="117" y="159"/>
                          <a:pt x="117" y="159"/>
                        </a:cubicBezTo>
                        <a:cubicBezTo>
                          <a:pt x="117" y="159"/>
                          <a:pt x="116" y="159"/>
                          <a:pt x="116" y="159"/>
                        </a:cubicBezTo>
                        <a:cubicBezTo>
                          <a:pt x="115" y="159"/>
                          <a:pt x="115" y="158"/>
                          <a:pt x="115" y="158"/>
                        </a:cubicBezTo>
                        <a:cubicBezTo>
                          <a:pt x="115" y="157"/>
                          <a:pt x="114" y="157"/>
                          <a:pt x="112" y="157"/>
                        </a:cubicBezTo>
                        <a:cubicBezTo>
                          <a:pt x="112" y="157"/>
                          <a:pt x="111" y="157"/>
                          <a:pt x="110" y="157"/>
                        </a:cubicBezTo>
                        <a:cubicBezTo>
                          <a:pt x="110" y="157"/>
                          <a:pt x="110" y="157"/>
                          <a:pt x="110" y="157"/>
                        </a:cubicBezTo>
                        <a:cubicBezTo>
                          <a:pt x="108" y="157"/>
                          <a:pt x="108" y="157"/>
                          <a:pt x="108" y="157"/>
                        </a:cubicBezTo>
                        <a:cubicBezTo>
                          <a:pt x="108" y="158"/>
                          <a:pt x="108" y="158"/>
                          <a:pt x="108" y="158"/>
                        </a:cubicBezTo>
                        <a:cubicBezTo>
                          <a:pt x="108" y="157"/>
                          <a:pt x="108" y="156"/>
                          <a:pt x="107" y="156"/>
                        </a:cubicBezTo>
                        <a:cubicBezTo>
                          <a:pt x="106" y="156"/>
                          <a:pt x="106" y="156"/>
                          <a:pt x="105" y="156"/>
                        </a:cubicBezTo>
                        <a:cubicBezTo>
                          <a:pt x="105" y="156"/>
                          <a:pt x="104" y="156"/>
                          <a:pt x="104" y="156"/>
                        </a:cubicBezTo>
                        <a:cubicBezTo>
                          <a:pt x="103" y="156"/>
                          <a:pt x="103" y="156"/>
                          <a:pt x="103" y="156"/>
                        </a:cubicBezTo>
                        <a:cubicBezTo>
                          <a:pt x="103" y="155"/>
                          <a:pt x="103" y="155"/>
                          <a:pt x="103" y="155"/>
                        </a:cubicBezTo>
                        <a:cubicBezTo>
                          <a:pt x="103" y="155"/>
                          <a:pt x="103" y="155"/>
                          <a:pt x="102" y="155"/>
                        </a:cubicBezTo>
                        <a:cubicBezTo>
                          <a:pt x="102" y="155"/>
                          <a:pt x="102" y="155"/>
                          <a:pt x="102" y="155"/>
                        </a:cubicBezTo>
                        <a:cubicBezTo>
                          <a:pt x="102" y="155"/>
                          <a:pt x="102" y="155"/>
                          <a:pt x="102" y="155"/>
                        </a:cubicBezTo>
                        <a:cubicBezTo>
                          <a:pt x="102" y="154"/>
                          <a:pt x="102" y="154"/>
                          <a:pt x="102" y="154"/>
                        </a:cubicBezTo>
                        <a:cubicBezTo>
                          <a:pt x="102" y="154"/>
                          <a:pt x="101" y="153"/>
                          <a:pt x="101" y="153"/>
                        </a:cubicBezTo>
                        <a:cubicBezTo>
                          <a:pt x="100" y="153"/>
                          <a:pt x="100" y="153"/>
                          <a:pt x="100" y="153"/>
                        </a:cubicBezTo>
                        <a:cubicBezTo>
                          <a:pt x="100" y="153"/>
                          <a:pt x="100" y="153"/>
                          <a:pt x="100" y="153"/>
                        </a:cubicBezTo>
                        <a:cubicBezTo>
                          <a:pt x="96" y="153"/>
                          <a:pt x="96" y="153"/>
                          <a:pt x="96" y="153"/>
                        </a:cubicBezTo>
                        <a:cubicBezTo>
                          <a:pt x="94" y="153"/>
                          <a:pt x="94" y="153"/>
                          <a:pt x="94" y="153"/>
                        </a:cubicBezTo>
                        <a:cubicBezTo>
                          <a:pt x="93" y="153"/>
                          <a:pt x="93" y="153"/>
                          <a:pt x="92" y="153"/>
                        </a:cubicBezTo>
                        <a:cubicBezTo>
                          <a:pt x="92" y="153"/>
                          <a:pt x="92" y="153"/>
                          <a:pt x="92" y="153"/>
                        </a:cubicBezTo>
                        <a:cubicBezTo>
                          <a:pt x="91" y="153"/>
                          <a:pt x="91" y="153"/>
                          <a:pt x="91" y="153"/>
                        </a:cubicBezTo>
                        <a:cubicBezTo>
                          <a:pt x="90" y="153"/>
                          <a:pt x="90" y="153"/>
                          <a:pt x="90" y="153"/>
                        </a:cubicBezTo>
                        <a:cubicBezTo>
                          <a:pt x="89" y="153"/>
                          <a:pt x="89" y="153"/>
                          <a:pt x="89" y="153"/>
                        </a:cubicBezTo>
                        <a:cubicBezTo>
                          <a:pt x="89" y="152"/>
                          <a:pt x="89" y="152"/>
                          <a:pt x="89" y="152"/>
                        </a:cubicBezTo>
                        <a:cubicBezTo>
                          <a:pt x="89" y="152"/>
                          <a:pt x="89" y="152"/>
                          <a:pt x="89" y="152"/>
                        </a:cubicBezTo>
                        <a:cubicBezTo>
                          <a:pt x="89" y="152"/>
                          <a:pt x="89" y="152"/>
                          <a:pt x="89" y="152"/>
                        </a:cubicBezTo>
                        <a:cubicBezTo>
                          <a:pt x="90" y="152"/>
                          <a:pt x="90" y="152"/>
                          <a:pt x="90" y="152"/>
                        </a:cubicBezTo>
                        <a:cubicBezTo>
                          <a:pt x="90" y="152"/>
                          <a:pt x="91" y="152"/>
                          <a:pt x="92" y="151"/>
                        </a:cubicBezTo>
                        <a:cubicBezTo>
                          <a:pt x="92" y="151"/>
                          <a:pt x="92" y="151"/>
                          <a:pt x="92" y="151"/>
                        </a:cubicBezTo>
                        <a:cubicBezTo>
                          <a:pt x="95" y="151"/>
                          <a:pt x="95" y="151"/>
                          <a:pt x="95" y="151"/>
                        </a:cubicBezTo>
                        <a:cubicBezTo>
                          <a:pt x="95" y="151"/>
                          <a:pt x="95" y="151"/>
                          <a:pt x="95" y="151"/>
                        </a:cubicBezTo>
                        <a:cubicBezTo>
                          <a:pt x="96" y="150"/>
                          <a:pt x="96" y="150"/>
                          <a:pt x="96" y="150"/>
                        </a:cubicBezTo>
                        <a:cubicBezTo>
                          <a:pt x="96" y="150"/>
                          <a:pt x="96" y="150"/>
                          <a:pt x="96" y="149"/>
                        </a:cubicBezTo>
                        <a:cubicBezTo>
                          <a:pt x="96" y="149"/>
                          <a:pt x="96" y="149"/>
                          <a:pt x="96" y="149"/>
                        </a:cubicBezTo>
                        <a:cubicBezTo>
                          <a:pt x="96" y="148"/>
                          <a:pt x="96" y="147"/>
                          <a:pt x="95" y="146"/>
                        </a:cubicBezTo>
                        <a:cubicBezTo>
                          <a:pt x="94" y="145"/>
                          <a:pt x="93" y="144"/>
                          <a:pt x="92" y="144"/>
                        </a:cubicBezTo>
                        <a:cubicBezTo>
                          <a:pt x="91" y="143"/>
                          <a:pt x="91" y="143"/>
                          <a:pt x="91" y="143"/>
                        </a:cubicBezTo>
                        <a:cubicBezTo>
                          <a:pt x="91" y="143"/>
                          <a:pt x="91" y="143"/>
                          <a:pt x="91" y="143"/>
                        </a:cubicBezTo>
                        <a:cubicBezTo>
                          <a:pt x="91" y="143"/>
                          <a:pt x="91" y="143"/>
                          <a:pt x="91" y="143"/>
                        </a:cubicBezTo>
                        <a:cubicBezTo>
                          <a:pt x="91" y="143"/>
                          <a:pt x="91" y="143"/>
                          <a:pt x="91" y="143"/>
                        </a:cubicBezTo>
                        <a:cubicBezTo>
                          <a:pt x="90" y="143"/>
                          <a:pt x="90" y="143"/>
                          <a:pt x="90" y="143"/>
                        </a:cubicBezTo>
                        <a:cubicBezTo>
                          <a:pt x="90" y="142"/>
                          <a:pt x="90" y="142"/>
                          <a:pt x="90" y="142"/>
                        </a:cubicBezTo>
                        <a:cubicBezTo>
                          <a:pt x="89" y="141"/>
                          <a:pt x="88" y="141"/>
                          <a:pt x="88" y="140"/>
                        </a:cubicBezTo>
                        <a:cubicBezTo>
                          <a:pt x="88" y="140"/>
                          <a:pt x="88" y="140"/>
                          <a:pt x="88" y="140"/>
                        </a:cubicBezTo>
                        <a:cubicBezTo>
                          <a:pt x="88" y="140"/>
                          <a:pt x="88" y="140"/>
                          <a:pt x="88" y="140"/>
                        </a:cubicBezTo>
                        <a:cubicBezTo>
                          <a:pt x="88" y="140"/>
                          <a:pt x="88" y="140"/>
                          <a:pt x="88" y="140"/>
                        </a:cubicBezTo>
                        <a:cubicBezTo>
                          <a:pt x="88" y="139"/>
                          <a:pt x="88" y="139"/>
                          <a:pt x="88" y="139"/>
                        </a:cubicBezTo>
                        <a:cubicBezTo>
                          <a:pt x="87" y="139"/>
                          <a:pt x="87" y="139"/>
                          <a:pt x="87" y="138"/>
                        </a:cubicBezTo>
                        <a:cubicBezTo>
                          <a:pt x="86" y="137"/>
                          <a:pt x="86" y="137"/>
                          <a:pt x="85" y="136"/>
                        </a:cubicBezTo>
                        <a:cubicBezTo>
                          <a:pt x="84" y="136"/>
                          <a:pt x="84" y="136"/>
                          <a:pt x="84" y="136"/>
                        </a:cubicBezTo>
                        <a:cubicBezTo>
                          <a:pt x="84" y="135"/>
                          <a:pt x="83" y="135"/>
                          <a:pt x="83" y="135"/>
                        </a:cubicBezTo>
                        <a:cubicBezTo>
                          <a:pt x="83" y="134"/>
                          <a:pt x="83" y="134"/>
                          <a:pt x="83" y="134"/>
                        </a:cubicBezTo>
                        <a:cubicBezTo>
                          <a:pt x="82" y="134"/>
                          <a:pt x="81" y="133"/>
                          <a:pt x="81" y="133"/>
                        </a:cubicBezTo>
                        <a:cubicBezTo>
                          <a:pt x="80" y="133"/>
                          <a:pt x="80" y="133"/>
                          <a:pt x="80" y="133"/>
                        </a:cubicBezTo>
                        <a:cubicBezTo>
                          <a:pt x="78" y="133"/>
                          <a:pt x="78" y="133"/>
                          <a:pt x="78" y="133"/>
                        </a:cubicBezTo>
                        <a:cubicBezTo>
                          <a:pt x="78" y="131"/>
                          <a:pt x="78" y="131"/>
                          <a:pt x="78" y="131"/>
                        </a:cubicBezTo>
                        <a:cubicBezTo>
                          <a:pt x="77" y="132"/>
                          <a:pt x="77" y="132"/>
                          <a:pt x="77" y="132"/>
                        </a:cubicBezTo>
                        <a:cubicBezTo>
                          <a:pt x="76" y="132"/>
                          <a:pt x="75" y="132"/>
                          <a:pt x="75" y="132"/>
                        </a:cubicBezTo>
                        <a:cubicBezTo>
                          <a:pt x="74" y="132"/>
                          <a:pt x="74" y="132"/>
                          <a:pt x="73" y="131"/>
                        </a:cubicBezTo>
                        <a:cubicBezTo>
                          <a:pt x="72" y="131"/>
                          <a:pt x="72" y="131"/>
                          <a:pt x="72" y="131"/>
                        </a:cubicBezTo>
                        <a:cubicBezTo>
                          <a:pt x="72" y="130"/>
                          <a:pt x="72" y="130"/>
                          <a:pt x="72" y="130"/>
                        </a:cubicBezTo>
                        <a:cubicBezTo>
                          <a:pt x="72" y="130"/>
                          <a:pt x="72" y="129"/>
                          <a:pt x="71" y="129"/>
                        </a:cubicBezTo>
                        <a:cubicBezTo>
                          <a:pt x="70" y="129"/>
                          <a:pt x="70" y="129"/>
                          <a:pt x="70" y="129"/>
                        </a:cubicBezTo>
                        <a:cubicBezTo>
                          <a:pt x="70" y="128"/>
                          <a:pt x="70" y="128"/>
                          <a:pt x="70" y="128"/>
                        </a:cubicBezTo>
                        <a:cubicBezTo>
                          <a:pt x="70" y="128"/>
                          <a:pt x="70" y="128"/>
                          <a:pt x="70" y="127"/>
                        </a:cubicBezTo>
                        <a:cubicBezTo>
                          <a:pt x="69" y="126"/>
                          <a:pt x="68" y="126"/>
                          <a:pt x="68" y="126"/>
                        </a:cubicBezTo>
                        <a:cubicBezTo>
                          <a:pt x="67" y="126"/>
                          <a:pt x="66" y="126"/>
                          <a:pt x="66" y="126"/>
                        </a:cubicBezTo>
                        <a:cubicBezTo>
                          <a:pt x="65" y="126"/>
                          <a:pt x="65" y="126"/>
                          <a:pt x="65" y="126"/>
                        </a:cubicBezTo>
                        <a:cubicBezTo>
                          <a:pt x="64" y="126"/>
                          <a:pt x="64" y="126"/>
                          <a:pt x="63" y="126"/>
                        </a:cubicBezTo>
                        <a:cubicBezTo>
                          <a:pt x="64" y="125"/>
                          <a:pt x="64" y="125"/>
                          <a:pt x="64" y="125"/>
                        </a:cubicBezTo>
                        <a:cubicBezTo>
                          <a:pt x="66" y="123"/>
                          <a:pt x="66" y="123"/>
                          <a:pt x="66" y="123"/>
                        </a:cubicBezTo>
                        <a:cubicBezTo>
                          <a:pt x="64" y="123"/>
                          <a:pt x="64" y="123"/>
                          <a:pt x="64" y="123"/>
                        </a:cubicBezTo>
                        <a:cubicBezTo>
                          <a:pt x="63" y="123"/>
                          <a:pt x="63" y="123"/>
                          <a:pt x="63" y="123"/>
                        </a:cubicBezTo>
                        <a:cubicBezTo>
                          <a:pt x="63" y="123"/>
                          <a:pt x="63" y="123"/>
                          <a:pt x="63" y="123"/>
                        </a:cubicBezTo>
                        <a:cubicBezTo>
                          <a:pt x="63" y="122"/>
                          <a:pt x="63" y="122"/>
                          <a:pt x="63" y="122"/>
                        </a:cubicBezTo>
                        <a:cubicBezTo>
                          <a:pt x="61" y="122"/>
                          <a:pt x="61" y="122"/>
                          <a:pt x="61" y="122"/>
                        </a:cubicBezTo>
                        <a:cubicBezTo>
                          <a:pt x="60" y="122"/>
                          <a:pt x="60" y="122"/>
                          <a:pt x="60" y="123"/>
                        </a:cubicBezTo>
                        <a:cubicBezTo>
                          <a:pt x="60" y="123"/>
                          <a:pt x="60" y="123"/>
                          <a:pt x="60" y="123"/>
                        </a:cubicBezTo>
                        <a:cubicBezTo>
                          <a:pt x="60" y="123"/>
                          <a:pt x="60" y="123"/>
                          <a:pt x="60" y="123"/>
                        </a:cubicBezTo>
                        <a:cubicBezTo>
                          <a:pt x="60" y="123"/>
                          <a:pt x="60" y="123"/>
                          <a:pt x="60" y="123"/>
                        </a:cubicBezTo>
                        <a:cubicBezTo>
                          <a:pt x="59" y="123"/>
                          <a:pt x="59" y="123"/>
                          <a:pt x="59" y="123"/>
                        </a:cubicBezTo>
                        <a:cubicBezTo>
                          <a:pt x="58" y="123"/>
                          <a:pt x="57" y="122"/>
                          <a:pt x="57" y="121"/>
                        </a:cubicBezTo>
                        <a:cubicBezTo>
                          <a:pt x="58" y="120"/>
                          <a:pt x="58" y="120"/>
                          <a:pt x="58" y="120"/>
                        </a:cubicBezTo>
                        <a:cubicBezTo>
                          <a:pt x="56" y="120"/>
                          <a:pt x="56" y="120"/>
                          <a:pt x="56" y="120"/>
                        </a:cubicBezTo>
                        <a:cubicBezTo>
                          <a:pt x="55" y="120"/>
                          <a:pt x="55" y="121"/>
                          <a:pt x="54" y="121"/>
                        </a:cubicBezTo>
                        <a:cubicBezTo>
                          <a:pt x="53" y="121"/>
                          <a:pt x="52" y="120"/>
                          <a:pt x="52" y="120"/>
                        </a:cubicBezTo>
                        <a:cubicBezTo>
                          <a:pt x="51" y="120"/>
                          <a:pt x="50" y="119"/>
                          <a:pt x="50" y="119"/>
                        </a:cubicBezTo>
                        <a:cubicBezTo>
                          <a:pt x="49" y="119"/>
                          <a:pt x="49" y="118"/>
                          <a:pt x="48" y="118"/>
                        </a:cubicBezTo>
                        <a:cubicBezTo>
                          <a:pt x="47" y="118"/>
                          <a:pt x="46" y="117"/>
                          <a:pt x="46" y="117"/>
                        </a:cubicBezTo>
                        <a:cubicBezTo>
                          <a:pt x="45" y="117"/>
                          <a:pt x="45" y="117"/>
                          <a:pt x="45" y="117"/>
                        </a:cubicBezTo>
                        <a:cubicBezTo>
                          <a:pt x="44" y="117"/>
                          <a:pt x="44" y="117"/>
                          <a:pt x="44" y="117"/>
                        </a:cubicBezTo>
                        <a:cubicBezTo>
                          <a:pt x="44" y="117"/>
                          <a:pt x="44" y="117"/>
                          <a:pt x="44" y="117"/>
                        </a:cubicBezTo>
                        <a:cubicBezTo>
                          <a:pt x="43" y="117"/>
                          <a:pt x="43" y="118"/>
                          <a:pt x="43" y="118"/>
                        </a:cubicBezTo>
                        <a:cubicBezTo>
                          <a:pt x="43" y="118"/>
                          <a:pt x="43" y="118"/>
                          <a:pt x="43" y="118"/>
                        </a:cubicBezTo>
                        <a:cubicBezTo>
                          <a:pt x="42" y="117"/>
                          <a:pt x="40" y="117"/>
                          <a:pt x="39" y="117"/>
                        </a:cubicBezTo>
                        <a:cubicBezTo>
                          <a:pt x="38" y="117"/>
                          <a:pt x="38" y="117"/>
                          <a:pt x="38" y="117"/>
                        </a:cubicBezTo>
                        <a:cubicBezTo>
                          <a:pt x="38" y="118"/>
                          <a:pt x="38" y="118"/>
                          <a:pt x="38" y="118"/>
                        </a:cubicBezTo>
                        <a:cubicBezTo>
                          <a:pt x="38" y="119"/>
                          <a:pt x="38" y="119"/>
                          <a:pt x="38" y="119"/>
                        </a:cubicBezTo>
                        <a:cubicBezTo>
                          <a:pt x="38" y="119"/>
                          <a:pt x="38" y="119"/>
                          <a:pt x="38" y="119"/>
                        </a:cubicBezTo>
                        <a:cubicBezTo>
                          <a:pt x="38" y="119"/>
                          <a:pt x="38" y="119"/>
                          <a:pt x="38" y="119"/>
                        </a:cubicBezTo>
                        <a:cubicBezTo>
                          <a:pt x="37" y="119"/>
                          <a:pt x="37" y="119"/>
                          <a:pt x="37" y="119"/>
                        </a:cubicBezTo>
                        <a:cubicBezTo>
                          <a:pt x="37" y="119"/>
                          <a:pt x="36" y="119"/>
                          <a:pt x="35" y="120"/>
                        </a:cubicBezTo>
                        <a:cubicBezTo>
                          <a:pt x="35" y="120"/>
                          <a:pt x="35" y="120"/>
                          <a:pt x="34" y="120"/>
                        </a:cubicBezTo>
                        <a:cubicBezTo>
                          <a:pt x="33" y="120"/>
                          <a:pt x="33" y="120"/>
                          <a:pt x="33" y="120"/>
                        </a:cubicBezTo>
                        <a:cubicBezTo>
                          <a:pt x="32" y="120"/>
                          <a:pt x="32" y="120"/>
                          <a:pt x="32" y="120"/>
                        </a:cubicBezTo>
                        <a:cubicBezTo>
                          <a:pt x="31" y="120"/>
                          <a:pt x="31" y="120"/>
                          <a:pt x="31" y="120"/>
                        </a:cubicBezTo>
                        <a:cubicBezTo>
                          <a:pt x="31" y="121"/>
                          <a:pt x="31" y="121"/>
                          <a:pt x="31" y="121"/>
                        </a:cubicBezTo>
                        <a:cubicBezTo>
                          <a:pt x="31" y="122"/>
                          <a:pt x="32" y="122"/>
                          <a:pt x="32" y="123"/>
                        </a:cubicBezTo>
                        <a:cubicBezTo>
                          <a:pt x="33" y="124"/>
                          <a:pt x="33" y="124"/>
                          <a:pt x="33" y="124"/>
                        </a:cubicBezTo>
                        <a:cubicBezTo>
                          <a:pt x="33" y="124"/>
                          <a:pt x="33" y="124"/>
                          <a:pt x="33" y="124"/>
                        </a:cubicBezTo>
                        <a:cubicBezTo>
                          <a:pt x="33" y="125"/>
                          <a:pt x="33" y="125"/>
                          <a:pt x="33" y="125"/>
                        </a:cubicBezTo>
                        <a:cubicBezTo>
                          <a:pt x="33" y="125"/>
                          <a:pt x="33" y="125"/>
                          <a:pt x="33" y="125"/>
                        </a:cubicBezTo>
                        <a:cubicBezTo>
                          <a:pt x="33" y="125"/>
                          <a:pt x="33" y="126"/>
                          <a:pt x="32" y="126"/>
                        </a:cubicBezTo>
                        <a:cubicBezTo>
                          <a:pt x="32" y="126"/>
                          <a:pt x="32" y="126"/>
                          <a:pt x="32" y="126"/>
                        </a:cubicBezTo>
                        <a:cubicBezTo>
                          <a:pt x="31" y="126"/>
                          <a:pt x="31" y="126"/>
                          <a:pt x="31" y="126"/>
                        </a:cubicBezTo>
                        <a:cubicBezTo>
                          <a:pt x="30" y="126"/>
                          <a:pt x="30" y="126"/>
                          <a:pt x="30" y="126"/>
                        </a:cubicBezTo>
                        <a:cubicBezTo>
                          <a:pt x="30" y="126"/>
                          <a:pt x="30" y="126"/>
                          <a:pt x="30" y="126"/>
                        </a:cubicBezTo>
                        <a:cubicBezTo>
                          <a:pt x="30" y="125"/>
                          <a:pt x="30" y="125"/>
                          <a:pt x="30" y="125"/>
                        </a:cubicBezTo>
                        <a:cubicBezTo>
                          <a:pt x="30" y="125"/>
                          <a:pt x="30" y="125"/>
                          <a:pt x="29" y="125"/>
                        </a:cubicBezTo>
                        <a:cubicBezTo>
                          <a:pt x="29" y="124"/>
                          <a:pt x="29" y="124"/>
                          <a:pt x="29" y="124"/>
                        </a:cubicBezTo>
                        <a:cubicBezTo>
                          <a:pt x="29" y="124"/>
                          <a:pt x="29" y="124"/>
                          <a:pt x="29" y="124"/>
                        </a:cubicBezTo>
                        <a:cubicBezTo>
                          <a:pt x="29" y="123"/>
                          <a:pt x="29" y="123"/>
                          <a:pt x="29" y="123"/>
                        </a:cubicBezTo>
                        <a:cubicBezTo>
                          <a:pt x="28" y="122"/>
                          <a:pt x="27" y="122"/>
                          <a:pt x="27" y="122"/>
                        </a:cubicBezTo>
                        <a:cubicBezTo>
                          <a:pt x="26" y="122"/>
                          <a:pt x="26" y="122"/>
                          <a:pt x="25" y="122"/>
                        </a:cubicBezTo>
                        <a:cubicBezTo>
                          <a:pt x="25" y="122"/>
                          <a:pt x="25" y="122"/>
                          <a:pt x="25" y="122"/>
                        </a:cubicBezTo>
                        <a:cubicBezTo>
                          <a:pt x="24" y="123"/>
                          <a:pt x="23" y="123"/>
                          <a:pt x="23" y="123"/>
                        </a:cubicBezTo>
                        <a:cubicBezTo>
                          <a:pt x="22" y="123"/>
                          <a:pt x="22" y="123"/>
                          <a:pt x="22" y="123"/>
                        </a:cubicBezTo>
                        <a:cubicBezTo>
                          <a:pt x="22" y="123"/>
                          <a:pt x="22" y="123"/>
                          <a:pt x="22" y="123"/>
                        </a:cubicBezTo>
                        <a:cubicBezTo>
                          <a:pt x="22" y="123"/>
                          <a:pt x="22" y="123"/>
                          <a:pt x="22" y="123"/>
                        </a:cubicBezTo>
                        <a:cubicBezTo>
                          <a:pt x="22" y="123"/>
                          <a:pt x="22" y="123"/>
                          <a:pt x="22" y="123"/>
                        </a:cubicBezTo>
                        <a:cubicBezTo>
                          <a:pt x="22" y="122"/>
                          <a:pt x="21" y="122"/>
                          <a:pt x="20" y="122"/>
                        </a:cubicBezTo>
                        <a:cubicBezTo>
                          <a:pt x="20" y="121"/>
                          <a:pt x="20" y="121"/>
                          <a:pt x="20" y="121"/>
                        </a:cubicBezTo>
                        <a:cubicBezTo>
                          <a:pt x="20" y="121"/>
                          <a:pt x="20" y="120"/>
                          <a:pt x="20" y="120"/>
                        </a:cubicBezTo>
                        <a:cubicBezTo>
                          <a:pt x="19" y="120"/>
                          <a:pt x="19" y="120"/>
                          <a:pt x="19" y="120"/>
                        </a:cubicBezTo>
                        <a:cubicBezTo>
                          <a:pt x="19" y="119"/>
                          <a:pt x="19" y="119"/>
                          <a:pt x="19" y="118"/>
                        </a:cubicBezTo>
                        <a:cubicBezTo>
                          <a:pt x="19" y="118"/>
                          <a:pt x="19" y="118"/>
                          <a:pt x="19" y="117"/>
                        </a:cubicBezTo>
                        <a:cubicBezTo>
                          <a:pt x="19" y="117"/>
                          <a:pt x="19" y="117"/>
                          <a:pt x="19" y="117"/>
                        </a:cubicBezTo>
                        <a:cubicBezTo>
                          <a:pt x="19" y="117"/>
                          <a:pt x="20" y="117"/>
                          <a:pt x="20" y="117"/>
                        </a:cubicBezTo>
                        <a:cubicBezTo>
                          <a:pt x="21" y="117"/>
                          <a:pt x="22" y="116"/>
                          <a:pt x="23" y="115"/>
                        </a:cubicBezTo>
                        <a:cubicBezTo>
                          <a:pt x="24" y="114"/>
                          <a:pt x="23" y="113"/>
                          <a:pt x="23" y="112"/>
                        </a:cubicBezTo>
                        <a:cubicBezTo>
                          <a:pt x="23" y="112"/>
                          <a:pt x="23" y="112"/>
                          <a:pt x="23" y="112"/>
                        </a:cubicBezTo>
                        <a:cubicBezTo>
                          <a:pt x="22" y="112"/>
                          <a:pt x="22" y="112"/>
                          <a:pt x="22" y="112"/>
                        </a:cubicBezTo>
                        <a:cubicBezTo>
                          <a:pt x="22" y="112"/>
                          <a:pt x="22" y="111"/>
                          <a:pt x="22" y="111"/>
                        </a:cubicBezTo>
                        <a:cubicBezTo>
                          <a:pt x="22" y="110"/>
                          <a:pt x="22" y="109"/>
                          <a:pt x="22" y="109"/>
                        </a:cubicBezTo>
                        <a:cubicBezTo>
                          <a:pt x="22" y="108"/>
                          <a:pt x="22" y="107"/>
                          <a:pt x="22" y="107"/>
                        </a:cubicBezTo>
                        <a:cubicBezTo>
                          <a:pt x="22" y="107"/>
                          <a:pt x="21" y="106"/>
                          <a:pt x="20" y="106"/>
                        </a:cubicBezTo>
                        <a:cubicBezTo>
                          <a:pt x="19" y="106"/>
                          <a:pt x="19" y="106"/>
                          <a:pt x="19" y="106"/>
                        </a:cubicBezTo>
                        <a:cubicBezTo>
                          <a:pt x="19" y="106"/>
                          <a:pt x="19" y="106"/>
                          <a:pt x="19" y="106"/>
                        </a:cubicBezTo>
                        <a:cubicBezTo>
                          <a:pt x="19" y="106"/>
                          <a:pt x="19" y="106"/>
                          <a:pt x="19" y="106"/>
                        </a:cubicBezTo>
                        <a:cubicBezTo>
                          <a:pt x="18" y="106"/>
                          <a:pt x="18" y="106"/>
                          <a:pt x="18" y="106"/>
                        </a:cubicBezTo>
                        <a:cubicBezTo>
                          <a:pt x="17" y="106"/>
                          <a:pt x="17" y="106"/>
                          <a:pt x="17" y="106"/>
                        </a:cubicBezTo>
                        <a:cubicBezTo>
                          <a:pt x="16" y="106"/>
                          <a:pt x="16" y="105"/>
                          <a:pt x="16" y="105"/>
                        </a:cubicBezTo>
                        <a:cubicBezTo>
                          <a:pt x="16" y="105"/>
                          <a:pt x="16" y="105"/>
                          <a:pt x="16" y="105"/>
                        </a:cubicBezTo>
                        <a:cubicBezTo>
                          <a:pt x="16" y="105"/>
                          <a:pt x="16" y="104"/>
                          <a:pt x="16" y="103"/>
                        </a:cubicBezTo>
                        <a:cubicBezTo>
                          <a:pt x="16" y="103"/>
                          <a:pt x="16" y="103"/>
                          <a:pt x="16" y="103"/>
                        </a:cubicBezTo>
                        <a:cubicBezTo>
                          <a:pt x="17" y="104"/>
                          <a:pt x="17" y="104"/>
                          <a:pt x="17" y="104"/>
                        </a:cubicBezTo>
                        <a:cubicBezTo>
                          <a:pt x="17" y="102"/>
                          <a:pt x="17" y="102"/>
                          <a:pt x="17" y="102"/>
                        </a:cubicBezTo>
                        <a:cubicBezTo>
                          <a:pt x="17" y="101"/>
                          <a:pt x="17" y="101"/>
                          <a:pt x="17" y="101"/>
                        </a:cubicBezTo>
                        <a:cubicBezTo>
                          <a:pt x="17" y="101"/>
                          <a:pt x="17" y="100"/>
                          <a:pt x="17" y="99"/>
                        </a:cubicBezTo>
                        <a:cubicBezTo>
                          <a:pt x="17" y="99"/>
                          <a:pt x="17" y="99"/>
                          <a:pt x="17" y="99"/>
                        </a:cubicBezTo>
                        <a:cubicBezTo>
                          <a:pt x="18" y="99"/>
                          <a:pt x="18" y="99"/>
                          <a:pt x="18" y="99"/>
                        </a:cubicBezTo>
                        <a:cubicBezTo>
                          <a:pt x="18" y="99"/>
                          <a:pt x="18" y="99"/>
                          <a:pt x="18" y="99"/>
                        </a:cubicBezTo>
                        <a:cubicBezTo>
                          <a:pt x="19" y="99"/>
                          <a:pt x="19" y="99"/>
                          <a:pt x="19" y="99"/>
                        </a:cubicBezTo>
                        <a:cubicBezTo>
                          <a:pt x="20" y="99"/>
                          <a:pt x="21" y="99"/>
                          <a:pt x="22" y="96"/>
                        </a:cubicBezTo>
                        <a:cubicBezTo>
                          <a:pt x="22" y="95"/>
                          <a:pt x="22" y="94"/>
                          <a:pt x="22" y="93"/>
                        </a:cubicBezTo>
                        <a:cubicBezTo>
                          <a:pt x="22" y="92"/>
                          <a:pt x="22" y="92"/>
                          <a:pt x="22" y="92"/>
                        </a:cubicBezTo>
                        <a:cubicBezTo>
                          <a:pt x="22" y="92"/>
                          <a:pt x="22" y="92"/>
                          <a:pt x="22" y="92"/>
                        </a:cubicBezTo>
                        <a:cubicBezTo>
                          <a:pt x="20" y="91"/>
                          <a:pt x="20" y="91"/>
                          <a:pt x="20" y="91"/>
                        </a:cubicBezTo>
                        <a:cubicBezTo>
                          <a:pt x="20" y="91"/>
                          <a:pt x="20" y="91"/>
                          <a:pt x="19" y="91"/>
                        </a:cubicBezTo>
                        <a:cubicBezTo>
                          <a:pt x="19" y="91"/>
                          <a:pt x="18" y="91"/>
                          <a:pt x="18" y="92"/>
                        </a:cubicBezTo>
                        <a:cubicBezTo>
                          <a:pt x="16" y="92"/>
                          <a:pt x="16" y="93"/>
                          <a:pt x="15" y="94"/>
                        </a:cubicBezTo>
                        <a:cubicBezTo>
                          <a:pt x="15" y="94"/>
                          <a:pt x="15" y="94"/>
                          <a:pt x="15" y="94"/>
                        </a:cubicBezTo>
                        <a:cubicBezTo>
                          <a:pt x="15" y="94"/>
                          <a:pt x="15" y="94"/>
                          <a:pt x="15" y="94"/>
                        </a:cubicBezTo>
                        <a:cubicBezTo>
                          <a:pt x="15" y="94"/>
                          <a:pt x="15" y="94"/>
                          <a:pt x="15" y="94"/>
                        </a:cubicBezTo>
                        <a:cubicBezTo>
                          <a:pt x="14" y="94"/>
                          <a:pt x="14" y="94"/>
                          <a:pt x="14" y="94"/>
                        </a:cubicBezTo>
                        <a:cubicBezTo>
                          <a:pt x="14" y="95"/>
                          <a:pt x="14" y="95"/>
                          <a:pt x="14" y="95"/>
                        </a:cubicBezTo>
                        <a:cubicBezTo>
                          <a:pt x="14" y="96"/>
                          <a:pt x="14" y="96"/>
                          <a:pt x="14" y="96"/>
                        </a:cubicBezTo>
                        <a:cubicBezTo>
                          <a:pt x="14" y="96"/>
                          <a:pt x="14" y="96"/>
                          <a:pt x="14" y="96"/>
                        </a:cubicBezTo>
                        <a:cubicBezTo>
                          <a:pt x="13" y="96"/>
                          <a:pt x="13" y="96"/>
                          <a:pt x="13" y="96"/>
                        </a:cubicBezTo>
                        <a:cubicBezTo>
                          <a:pt x="13" y="96"/>
                          <a:pt x="13" y="96"/>
                          <a:pt x="13" y="96"/>
                        </a:cubicBezTo>
                        <a:cubicBezTo>
                          <a:pt x="13" y="96"/>
                          <a:pt x="12" y="97"/>
                          <a:pt x="12" y="97"/>
                        </a:cubicBezTo>
                        <a:cubicBezTo>
                          <a:pt x="11" y="97"/>
                          <a:pt x="11" y="97"/>
                          <a:pt x="11" y="97"/>
                        </a:cubicBezTo>
                        <a:cubicBezTo>
                          <a:pt x="11" y="98"/>
                          <a:pt x="11" y="98"/>
                          <a:pt x="11" y="98"/>
                        </a:cubicBezTo>
                        <a:cubicBezTo>
                          <a:pt x="10" y="98"/>
                          <a:pt x="9" y="99"/>
                          <a:pt x="9" y="100"/>
                        </a:cubicBezTo>
                        <a:cubicBezTo>
                          <a:pt x="9" y="99"/>
                          <a:pt x="9" y="99"/>
                          <a:pt x="9" y="99"/>
                        </a:cubicBezTo>
                        <a:cubicBezTo>
                          <a:pt x="9" y="98"/>
                          <a:pt x="9" y="98"/>
                          <a:pt x="9" y="98"/>
                        </a:cubicBezTo>
                        <a:cubicBezTo>
                          <a:pt x="9" y="97"/>
                          <a:pt x="9" y="97"/>
                          <a:pt x="9" y="97"/>
                        </a:cubicBezTo>
                        <a:cubicBezTo>
                          <a:pt x="9" y="96"/>
                          <a:pt x="8" y="96"/>
                          <a:pt x="8" y="96"/>
                        </a:cubicBezTo>
                        <a:cubicBezTo>
                          <a:pt x="7" y="96"/>
                          <a:pt x="7" y="96"/>
                          <a:pt x="7" y="96"/>
                        </a:cubicBezTo>
                        <a:cubicBezTo>
                          <a:pt x="7" y="96"/>
                          <a:pt x="7" y="96"/>
                          <a:pt x="7" y="96"/>
                        </a:cubicBezTo>
                        <a:cubicBezTo>
                          <a:pt x="7" y="95"/>
                          <a:pt x="7" y="95"/>
                          <a:pt x="7" y="95"/>
                        </a:cubicBezTo>
                        <a:cubicBezTo>
                          <a:pt x="7" y="94"/>
                          <a:pt x="7" y="94"/>
                          <a:pt x="7" y="94"/>
                        </a:cubicBezTo>
                        <a:cubicBezTo>
                          <a:pt x="7" y="93"/>
                          <a:pt x="7" y="93"/>
                          <a:pt x="7" y="93"/>
                        </a:cubicBezTo>
                        <a:cubicBezTo>
                          <a:pt x="8" y="93"/>
                          <a:pt x="8" y="93"/>
                          <a:pt x="8" y="93"/>
                        </a:cubicBezTo>
                        <a:cubicBezTo>
                          <a:pt x="9" y="94"/>
                          <a:pt x="9" y="94"/>
                          <a:pt x="9" y="94"/>
                        </a:cubicBezTo>
                        <a:cubicBezTo>
                          <a:pt x="9" y="92"/>
                          <a:pt x="9" y="92"/>
                          <a:pt x="9" y="92"/>
                        </a:cubicBezTo>
                        <a:cubicBezTo>
                          <a:pt x="9" y="92"/>
                          <a:pt x="9" y="92"/>
                          <a:pt x="9" y="92"/>
                        </a:cubicBezTo>
                        <a:cubicBezTo>
                          <a:pt x="9" y="92"/>
                          <a:pt x="9" y="92"/>
                          <a:pt x="9" y="92"/>
                        </a:cubicBezTo>
                        <a:cubicBezTo>
                          <a:pt x="10" y="92"/>
                          <a:pt x="10" y="92"/>
                          <a:pt x="10" y="92"/>
                        </a:cubicBezTo>
                        <a:cubicBezTo>
                          <a:pt x="10" y="91"/>
                          <a:pt x="10" y="91"/>
                          <a:pt x="10" y="91"/>
                        </a:cubicBezTo>
                        <a:cubicBezTo>
                          <a:pt x="10" y="91"/>
                          <a:pt x="10" y="91"/>
                          <a:pt x="10" y="91"/>
                        </a:cubicBezTo>
                        <a:cubicBezTo>
                          <a:pt x="10" y="90"/>
                          <a:pt x="10" y="89"/>
                          <a:pt x="10" y="89"/>
                        </a:cubicBezTo>
                        <a:cubicBezTo>
                          <a:pt x="10" y="89"/>
                          <a:pt x="10" y="89"/>
                          <a:pt x="10" y="89"/>
                        </a:cubicBezTo>
                        <a:cubicBezTo>
                          <a:pt x="12" y="89"/>
                          <a:pt x="12" y="89"/>
                          <a:pt x="12" y="89"/>
                        </a:cubicBezTo>
                        <a:cubicBezTo>
                          <a:pt x="12" y="88"/>
                          <a:pt x="12" y="88"/>
                          <a:pt x="12" y="88"/>
                        </a:cubicBezTo>
                        <a:cubicBezTo>
                          <a:pt x="12" y="87"/>
                          <a:pt x="12" y="87"/>
                          <a:pt x="12" y="87"/>
                        </a:cubicBezTo>
                        <a:cubicBezTo>
                          <a:pt x="11" y="86"/>
                          <a:pt x="12" y="85"/>
                          <a:pt x="12" y="85"/>
                        </a:cubicBezTo>
                        <a:cubicBezTo>
                          <a:pt x="12" y="85"/>
                          <a:pt x="12" y="85"/>
                          <a:pt x="12" y="85"/>
                        </a:cubicBezTo>
                        <a:cubicBezTo>
                          <a:pt x="13" y="85"/>
                          <a:pt x="13" y="85"/>
                          <a:pt x="13" y="85"/>
                        </a:cubicBezTo>
                        <a:cubicBezTo>
                          <a:pt x="13" y="84"/>
                          <a:pt x="13" y="84"/>
                          <a:pt x="13" y="84"/>
                        </a:cubicBezTo>
                        <a:cubicBezTo>
                          <a:pt x="13" y="83"/>
                          <a:pt x="13" y="83"/>
                          <a:pt x="13" y="83"/>
                        </a:cubicBezTo>
                        <a:cubicBezTo>
                          <a:pt x="13" y="83"/>
                          <a:pt x="13" y="82"/>
                          <a:pt x="13" y="82"/>
                        </a:cubicBezTo>
                        <a:cubicBezTo>
                          <a:pt x="13" y="82"/>
                          <a:pt x="13" y="82"/>
                          <a:pt x="13" y="82"/>
                        </a:cubicBezTo>
                        <a:cubicBezTo>
                          <a:pt x="14" y="82"/>
                          <a:pt x="14" y="82"/>
                          <a:pt x="14" y="82"/>
                        </a:cubicBezTo>
                        <a:cubicBezTo>
                          <a:pt x="14" y="81"/>
                          <a:pt x="14" y="81"/>
                          <a:pt x="14" y="81"/>
                        </a:cubicBezTo>
                        <a:cubicBezTo>
                          <a:pt x="14" y="80"/>
                          <a:pt x="14" y="80"/>
                          <a:pt x="14" y="80"/>
                        </a:cubicBezTo>
                        <a:cubicBezTo>
                          <a:pt x="15" y="79"/>
                          <a:pt x="15" y="79"/>
                          <a:pt x="15" y="79"/>
                        </a:cubicBezTo>
                        <a:cubicBezTo>
                          <a:pt x="15" y="79"/>
                          <a:pt x="15" y="79"/>
                          <a:pt x="15" y="79"/>
                        </a:cubicBezTo>
                        <a:cubicBezTo>
                          <a:pt x="15" y="79"/>
                          <a:pt x="15" y="79"/>
                          <a:pt x="15" y="79"/>
                        </a:cubicBezTo>
                        <a:cubicBezTo>
                          <a:pt x="15" y="79"/>
                          <a:pt x="16" y="79"/>
                          <a:pt x="16" y="78"/>
                        </a:cubicBezTo>
                        <a:cubicBezTo>
                          <a:pt x="16" y="77"/>
                          <a:pt x="16" y="77"/>
                          <a:pt x="16" y="77"/>
                        </a:cubicBezTo>
                        <a:cubicBezTo>
                          <a:pt x="17" y="77"/>
                          <a:pt x="17" y="76"/>
                          <a:pt x="18" y="76"/>
                        </a:cubicBezTo>
                        <a:cubicBezTo>
                          <a:pt x="19" y="75"/>
                          <a:pt x="20" y="74"/>
                          <a:pt x="20" y="73"/>
                        </a:cubicBezTo>
                        <a:cubicBezTo>
                          <a:pt x="20" y="72"/>
                          <a:pt x="20" y="72"/>
                          <a:pt x="20" y="72"/>
                        </a:cubicBezTo>
                        <a:cubicBezTo>
                          <a:pt x="20" y="72"/>
                          <a:pt x="20" y="72"/>
                          <a:pt x="20" y="72"/>
                        </a:cubicBezTo>
                        <a:cubicBezTo>
                          <a:pt x="21" y="72"/>
                          <a:pt x="21" y="72"/>
                          <a:pt x="21" y="72"/>
                        </a:cubicBezTo>
                        <a:cubicBezTo>
                          <a:pt x="22" y="72"/>
                          <a:pt x="22" y="72"/>
                          <a:pt x="22" y="72"/>
                        </a:cubicBezTo>
                        <a:cubicBezTo>
                          <a:pt x="22" y="73"/>
                          <a:pt x="23" y="73"/>
                          <a:pt x="23" y="73"/>
                        </a:cubicBezTo>
                        <a:cubicBezTo>
                          <a:pt x="24" y="73"/>
                          <a:pt x="24" y="73"/>
                          <a:pt x="24" y="73"/>
                        </a:cubicBezTo>
                        <a:cubicBezTo>
                          <a:pt x="25" y="73"/>
                          <a:pt x="26" y="72"/>
                          <a:pt x="27" y="72"/>
                        </a:cubicBezTo>
                        <a:cubicBezTo>
                          <a:pt x="27" y="71"/>
                          <a:pt x="27" y="71"/>
                          <a:pt x="27" y="71"/>
                        </a:cubicBezTo>
                        <a:cubicBezTo>
                          <a:pt x="28" y="71"/>
                          <a:pt x="29" y="70"/>
                          <a:pt x="30" y="70"/>
                        </a:cubicBezTo>
                        <a:cubicBezTo>
                          <a:pt x="30" y="70"/>
                          <a:pt x="30" y="70"/>
                          <a:pt x="30" y="70"/>
                        </a:cubicBezTo>
                        <a:cubicBezTo>
                          <a:pt x="31" y="70"/>
                          <a:pt x="31" y="70"/>
                          <a:pt x="31" y="70"/>
                        </a:cubicBezTo>
                        <a:cubicBezTo>
                          <a:pt x="31" y="70"/>
                          <a:pt x="31" y="70"/>
                          <a:pt x="31" y="70"/>
                        </a:cubicBezTo>
                        <a:cubicBezTo>
                          <a:pt x="32" y="71"/>
                          <a:pt x="33" y="72"/>
                          <a:pt x="33" y="73"/>
                        </a:cubicBezTo>
                        <a:cubicBezTo>
                          <a:pt x="33" y="75"/>
                          <a:pt x="33" y="76"/>
                          <a:pt x="33" y="77"/>
                        </a:cubicBezTo>
                        <a:cubicBezTo>
                          <a:pt x="32" y="77"/>
                          <a:pt x="32" y="77"/>
                          <a:pt x="32" y="77"/>
                        </a:cubicBezTo>
                        <a:cubicBezTo>
                          <a:pt x="31" y="77"/>
                          <a:pt x="31" y="77"/>
                          <a:pt x="31" y="77"/>
                        </a:cubicBezTo>
                        <a:cubicBezTo>
                          <a:pt x="31" y="79"/>
                          <a:pt x="31" y="79"/>
                          <a:pt x="31" y="79"/>
                        </a:cubicBezTo>
                        <a:cubicBezTo>
                          <a:pt x="31" y="80"/>
                          <a:pt x="32" y="80"/>
                          <a:pt x="32" y="80"/>
                        </a:cubicBezTo>
                        <a:cubicBezTo>
                          <a:pt x="32" y="80"/>
                          <a:pt x="32" y="80"/>
                          <a:pt x="32" y="80"/>
                        </a:cubicBezTo>
                        <a:cubicBezTo>
                          <a:pt x="33" y="81"/>
                          <a:pt x="33" y="81"/>
                          <a:pt x="33" y="81"/>
                        </a:cubicBezTo>
                        <a:cubicBezTo>
                          <a:pt x="33" y="81"/>
                          <a:pt x="33" y="81"/>
                          <a:pt x="33" y="81"/>
                        </a:cubicBezTo>
                        <a:cubicBezTo>
                          <a:pt x="32" y="82"/>
                          <a:pt x="32" y="82"/>
                          <a:pt x="32" y="82"/>
                        </a:cubicBezTo>
                        <a:cubicBezTo>
                          <a:pt x="34" y="82"/>
                          <a:pt x="34" y="82"/>
                          <a:pt x="34" y="82"/>
                        </a:cubicBezTo>
                        <a:cubicBezTo>
                          <a:pt x="36" y="82"/>
                          <a:pt x="36" y="79"/>
                          <a:pt x="36" y="78"/>
                        </a:cubicBezTo>
                        <a:cubicBezTo>
                          <a:pt x="36" y="77"/>
                          <a:pt x="36" y="76"/>
                          <a:pt x="36" y="76"/>
                        </a:cubicBezTo>
                        <a:cubicBezTo>
                          <a:pt x="36" y="76"/>
                          <a:pt x="36" y="76"/>
                          <a:pt x="36" y="76"/>
                        </a:cubicBezTo>
                        <a:cubicBezTo>
                          <a:pt x="37" y="76"/>
                          <a:pt x="37" y="76"/>
                          <a:pt x="37" y="76"/>
                        </a:cubicBezTo>
                        <a:cubicBezTo>
                          <a:pt x="37" y="75"/>
                          <a:pt x="37" y="75"/>
                          <a:pt x="37" y="75"/>
                        </a:cubicBezTo>
                        <a:cubicBezTo>
                          <a:pt x="37" y="75"/>
                          <a:pt x="37" y="75"/>
                          <a:pt x="37" y="75"/>
                        </a:cubicBezTo>
                        <a:cubicBezTo>
                          <a:pt x="37" y="74"/>
                          <a:pt x="37" y="73"/>
                          <a:pt x="38" y="73"/>
                        </a:cubicBezTo>
                        <a:cubicBezTo>
                          <a:pt x="38" y="73"/>
                          <a:pt x="38" y="73"/>
                          <a:pt x="38" y="73"/>
                        </a:cubicBezTo>
                        <a:cubicBezTo>
                          <a:pt x="39" y="73"/>
                          <a:pt x="39" y="73"/>
                          <a:pt x="39" y="73"/>
                        </a:cubicBezTo>
                        <a:cubicBezTo>
                          <a:pt x="39" y="72"/>
                          <a:pt x="39" y="72"/>
                          <a:pt x="39" y="72"/>
                        </a:cubicBezTo>
                        <a:cubicBezTo>
                          <a:pt x="39" y="72"/>
                          <a:pt x="39" y="72"/>
                          <a:pt x="39" y="72"/>
                        </a:cubicBezTo>
                        <a:cubicBezTo>
                          <a:pt x="39" y="70"/>
                          <a:pt x="39" y="69"/>
                          <a:pt x="39" y="69"/>
                        </a:cubicBezTo>
                        <a:cubicBezTo>
                          <a:pt x="39" y="69"/>
                          <a:pt x="39" y="69"/>
                          <a:pt x="39" y="69"/>
                        </a:cubicBezTo>
                        <a:cubicBezTo>
                          <a:pt x="39" y="69"/>
                          <a:pt x="39" y="69"/>
                          <a:pt x="39" y="69"/>
                        </a:cubicBezTo>
                        <a:cubicBezTo>
                          <a:pt x="39" y="69"/>
                          <a:pt x="39" y="69"/>
                          <a:pt x="39" y="69"/>
                        </a:cubicBezTo>
                        <a:cubicBezTo>
                          <a:pt x="40" y="69"/>
                          <a:pt x="40" y="69"/>
                          <a:pt x="40" y="69"/>
                        </a:cubicBezTo>
                        <a:cubicBezTo>
                          <a:pt x="40" y="69"/>
                          <a:pt x="40" y="69"/>
                          <a:pt x="40" y="69"/>
                        </a:cubicBezTo>
                        <a:cubicBezTo>
                          <a:pt x="41" y="69"/>
                          <a:pt x="42" y="69"/>
                          <a:pt x="42" y="68"/>
                        </a:cubicBezTo>
                        <a:cubicBezTo>
                          <a:pt x="42" y="68"/>
                          <a:pt x="42" y="68"/>
                          <a:pt x="42" y="68"/>
                        </a:cubicBezTo>
                        <a:cubicBezTo>
                          <a:pt x="42" y="68"/>
                          <a:pt x="43" y="67"/>
                          <a:pt x="43" y="67"/>
                        </a:cubicBezTo>
                        <a:cubicBezTo>
                          <a:pt x="44" y="68"/>
                          <a:pt x="44" y="68"/>
                          <a:pt x="44" y="68"/>
                        </a:cubicBezTo>
                        <a:cubicBezTo>
                          <a:pt x="45" y="68"/>
                          <a:pt x="45" y="68"/>
                          <a:pt x="45" y="68"/>
                        </a:cubicBezTo>
                        <a:cubicBezTo>
                          <a:pt x="45" y="67"/>
                          <a:pt x="45" y="67"/>
                          <a:pt x="45" y="67"/>
                        </a:cubicBezTo>
                        <a:cubicBezTo>
                          <a:pt x="45" y="66"/>
                          <a:pt x="45" y="66"/>
                          <a:pt x="45" y="66"/>
                        </a:cubicBezTo>
                        <a:cubicBezTo>
                          <a:pt x="45" y="66"/>
                          <a:pt x="45" y="65"/>
                          <a:pt x="44" y="64"/>
                        </a:cubicBezTo>
                        <a:cubicBezTo>
                          <a:pt x="43" y="64"/>
                          <a:pt x="43" y="64"/>
                          <a:pt x="43" y="64"/>
                        </a:cubicBezTo>
                        <a:cubicBezTo>
                          <a:pt x="43" y="63"/>
                          <a:pt x="43" y="63"/>
                          <a:pt x="43" y="63"/>
                        </a:cubicBezTo>
                        <a:cubicBezTo>
                          <a:pt x="43" y="63"/>
                          <a:pt x="43" y="63"/>
                          <a:pt x="43" y="63"/>
                        </a:cubicBezTo>
                        <a:cubicBezTo>
                          <a:pt x="45" y="63"/>
                          <a:pt x="45" y="63"/>
                          <a:pt x="45" y="63"/>
                        </a:cubicBezTo>
                        <a:cubicBezTo>
                          <a:pt x="45" y="63"/>
                          <a:pt x="45" y="63"/>
                          <a:pt x="45" y="63"/>
                        </a:cubicBezTo>
                        <a:cubicBezTo>
                          <a:pt x="46" y="63"/>
                          <a:pt x="46" y="63"/>
                          <a:pt x="46" y="63"/>
                        </a:cubicBezTo>
                        <a:cubicBezTo>
                          <a:pt x="47" y="63"/>
                          <a:pt x="47" y="63"/>
                          <a:pt x="47" y="62"/>
                        </a:cubicBezTo>
                        <a:cubicBezTo>
                          <a:pt x="48" y="62"/>
                          <a:pt x="48" y="61"/>
                          <a:pt x="49" y="60"/>
                        </a:cubicBezTo>
                        <a:cubicBezTo>
                          <a:pt x="50" y="60"/>
                          <a:pt x="50" y="59"/>
                          <a:pt x="51" y="59"/>
                        </a:cubicBezTo>
                        <a:cubicBezTo>
                          <a:pt x="52" y="59"/>
                          <a:pt x="52" y="59"/>
                          <a:pt x="52" y="59"/>
                        </a:cubicBezTo>
                        <a:cubicBezTo>
                          <a:pt x="52" y="59"/>
                          <a:pt x="53" y="59"/>
                          <a:pt x="53" y="58"/>
                        </a:cubicBezTo>
                        <a:cubicBezTo>
                          <a:pt x="53" y="58"/>
                          <a:pt x="53" y="58"/>
                          <a:pt x="53" y="58"/>
                        </a:cubicBezTo>
                        <a:cubicBezTo>
                          <a:pt x="54" y="58"/>
                          <a:pt x="54" y="57"/>
                          <a:pt x="54" y="57"/>
                        </a:cubicBezTo>
                        <a:cubicBezTo>
                          <a:pt x="55" y="56"/>
                          <a:pt x="55" y="56"/>
                          <a:pt x="55" y="56"/>
                        </a:cubicBezTo>
                        <a:cubicBezTo>
                          <a:pt x="55" y="56"/>
                          <a:pt x="55" y="56"/>
                          <a:pt x="55" y="56"/>
                        </a:cubicBezTo>
                        <a:cubicBezTo>
                          <a:pt x="56" y="56"/>
                          <a:pt x="56" y="56"/>
                          <a:pt x="56" y="55"/>
                        </a:cubicBezTo>
                        <a:cubicBezTo>
                          <a:pt x="56" y="54"/>
                          <a:pt x="56" y="54"/>
                          <a:pt x="56" y="54"/>
                        </a:cubicBezTo>
                        <a:cubicBezTo>
                          <a:pt x="56" y="52"/>
                          <a:pt x="56" y="52"/>
                          <a:pt x="56" y="52"/>
                        </a:cubicBezTo>
                        <a:cubicBezTo>
                          <a:pt x="56" y="52"/>
                          <a:pt x="57" y="52"/>
                          <a:pt x="57" y="51"/>
                        </a:cubicBezTo>
                        <a:cubicBezTo>
                          <a:pt x="58" y="50"/>
                          <a:pt x="59" y="48"/>
                          <a:pt x="61" y="47"/>
                        </a:cubicBezTo>
                        <a:cubicBezTo>
                          <a:pt x="61" y="47"/>
                          <a:pt x="61" y="47"/>
                          <a:pt x="61" y="47"/>
                        </a:cubicBezTo>
                        <a:cubicBezTo>
                          <a:pt x="62" y="47"/>
                          <a:pt x="62" y="47"/>
                          <a:pt x="62" y="47"/>
                        </a:cubicBezTo>
                        <a:cubicBezTo>
                          <a:pt x="63" y="47"/>
                          <a:pt x="63" y="47"/>
                          <a:pt x="63" y="46"/>
                        </a:cubicBezTo>
                        <a:cubicBezTo>
                          <a:pt x="63" y="46"/>
                          <a:pt x="63" y="46"/>
                          <a:pt x="63" y="46"/>
                        </a:cubicBezTo>
                        <a:cubicBezTo>
                          <a:pt x="63" y="46"/>
                          <a:pt x="63" y="46"/>
                          <a:pt x="63" y="46"/>
                        </a:cubicBezTo>
                        <a:cubicBezTo>
                          <a:pt x="64" y="46"/>
                          <a:pt x="64" y="46"/>
                          <a:pt x="64" y="46"/>
                        </a:cubicBezTo>
                        <a:cubicBezTo>
                          <a:pt x="64" y="46"/>
                          <a:pt x="64" y="46"/>
                          <a:pt x="64" y="46"/>
                        </a:cubicBezTo>
                        <a:cubicBezTo>
                          <a:pt x="66" y="46"/>
                          <a:pt x="66" y="46"/>
                          <a:pt x="66" y="46"/>
                        </a:cubicBezTo>
                        <a:cubicBezTo>
                          <a:pt x="67" y="46"/>
                          <a:pt x="68" y="45"/>
                          <a:pt x="68" y="45"/>
                        </a:cubicBezTo>
                        <a:cubicBezTo>
                          <a:pt x="68" y="45"/>
                          <a:pt x="68" y="45"/>
                          <a:pt x="68" y="45"/>
                        </a:cubicBezTo>
                        <a:cubicBezTo>
                          <a:pt x="68" y="45"/>
                          <a:pt x="68" y="45"/>
                          <a:pt x="68" y="45"/>
                        </a:cubicBezTo>
                        <a:cubicBezTo>
                          <a:pt x="69" y="44"/>
                          <a:pt x="69" y="44"/>
                          <a:pt x="69" y="44"/>
                        </a:cubicBezTo>
                        <a:cubicBezTo>
                          <a:pt x="69" y="43"/>
                          <a:pt x="69" y="42"/>
                          <a:pt x="69" y="42"/>
                        </a:cubicBezTo>
                        <a:cubicBezTo>
                          <a:pt x="69" y="41"/>
                          <a:pt x="69" y="41"/>
                          <a:pt x="69" y="41"/>
                        </a:cubicBezTo>
                        <a:cubicBezTo>
                          <a:pt x="69" y="40"/>
                          <a:pt x="69" y="40"/>
                          <a:pt x="69" y="40"/>
                        </a:cubicBezTo>
                        <a:cubicBezTo>
                          <a:pt x="70" y="40"/>
                          <a:pt x="70" y="40"/>
                          <a:pt x="70" y="40"/>
                        </a:cubicBezTo>
                        <a:cubicBezTo>
                          <a:pt x="70" y="39"/>
                          <a:pt x="70" y="39"/>
                          <a:pt x="70" y="39"/>
                        </a:cubicBezTo>
                        <a:cubicBezTo>
                          <a:pt x="70" y="39"/>
                          <a:pt x="71" y="39"/>
                          <a:pt x="71" y="39"/>
                        </a:cubicBezTo>
                        <a:cubicBezTo>
                          <a:pt x="71" y="39"/>
                          <a:pt x="71" y="39"/>
                          <a:pt x="71" y="39"/>
                        </a:cubicBezTo>
                        <a:cubicBezTo>
                          <a:pt x="72" y="39"/>
                          <a:pt x="72" y="39"/>
                          <a:pt x="72" y="39"/>
                        </a:cubicBezTo>
                        <a:cubicBezTo>
                          <a:pt x="72" y="37"/>
                          <a:pt x="72" y="37"/>
                          <a:pt x="72" y="37"/>
                        </a:cubicBezTo>
                        <a:cubicBezTo>
                          <a:pt x="72" y="37"/>
                          <a:pt x="72" y="37"/>
                          <a:pt x="72" y="37"/>
                        </a:cubicBezTo>
                        <a:cubicBezTo>
                          <a:pt x="73" y="37"/>
                          <a:pt x="73" y="37"/>
                          <a:pt x="73" y="37"/>
                        </a:cubicBezTo>
                        <a:cubicBezTo>
                          <a:pt x="74" y="37"/>
                          <a:pt x="74" y="37"/>
                          <a:pt x="74" y="37"/>
                        </a:cubicBezTo>
                        <a:cubicBezTo>
                          <a:pt x="75" y="37"/>
                          <a:pt x="75" y="37"/>
                          <a:pt x="75" y="37"/>
                        </a:cubicBezTo>
                        <a:cubicBezTo>
                          <a:pt x="75" y="36"/>
                          <a:pt x="75" y="36"/>
                          <a:pt x="75" y="36"/>
                        </a:cubicBezTo>
                        <a:cubicBezTo>
                          <a:pt x="75" y="36"/>
                          <a:pt x="75" y="36"/>
                          <a:pt x="75" y="36"/>
                        </a:cubicBezTo>
                        <a:cubicBezTo>
                          <a:pt x="75" y="36"/>
                          <a:pt x="75" y="36"/>
                          <a:pt x="75" y="36"/>
                        </a:cubicBezTo>
                        <a:cubicBezTo>
                          <a:pt x="76" y="36"/>
                          <a:pt x="76" y="36"/>
                          <a:pt x="76" y="36"/>
                        </a:cubicBezTo>
                        <a:cubicBezTo>
                          <a:pt x="77" y="36"/>
                          <a:pt x="78" y="35"/>
                          <a:pt x="78" y="35"/>
                        </a:cubicBezTo>
                        <a:cubicBezTo>
                          <a:pt x="78" y="34"/>
                          <a:pt x="78" y="34"/>
                          <a:pt x="78" y="34"/>
                        </a:cubicBezTo>
                        <a:cubicBezTo>
                          <a:pt x="78" y="35"/>
                          <a:pt x="78" y="35"/>
                          <a:pt x="78" y="35"/>
                        </a:cubicBezTo>
                        <a:cubicBezTo>
                          <a:pt x="78" y="35"/>
                          <a:pt x="78" y="35"/>
                          <a:pt x="78" y="35"/>
                        </a:cubicBezTo>
                        <a:cubicBezTo>
                          <a:pt x="80" y="35"/>
                          <a:pt x="80" y="35"/>
                          <a:pt x="80" y="35"/>
                        </a:cubicBezTo>
                        <a:cubicBezTo>
                          <a:pt x="81" y="35"/>
                          <a:pt x="81" y="35"/>
                          <a:pt x="81" y="35"/>
                        </a:cubicBezTo>
                        <a:cubicBezTo>
                          <a:pt x="81" y="35"/>
                          <a:pt x="82" y="34"/>
                          <a:pt x="82" y="34"/>
                        </a:cubicBezTo>
                        <a:cubicBezTo>
                          <a:pt x="82" y="33"/>
                          <a:pt x="82" y="33"/>
                          <a:pt x="82" y="33"/>
                        </a:cubicBezTo>
                        <a:cubicBezTo>
                          <a:pt x="83" y="33"/>
                          <a:pt x="83" y="32"/>
                          <a:pt x="83" y="31"/>
                        </a:cubicBezTo>
                        <a:cubicBezTo>
                          <a:pt x="83" y="30"/>
                          <a:pt x="83" y="30"/>
                          <a:pt x="83" y="30"/>
                        </a:cubicBezTo>
                        <a:cubicBezTo>
                          <a:pt x="80" y="30"/>
                          <a:pt x="80" y="30"/>
                          <a:pt x="80" y="30"/>
                        </a:cubicBezTo>
                        <a:cubicBezTo>
                          <a:pt x="79" y="30"/>
                          <a:pt x="79" y="30"/>
                          <a:pt x="79" y="31"/>
                        </a:cubicBezTo>
                        <a:cubicBezTo>
                          <a:pt x="78" y="31"/>
                          <a:pt x="78" y="31"/>
                          <a:pt x="78" y="31"/>
                        </a:cubicBezTo>
                        <a:cubicBezTo>
                          <a:pt x="78" y="31"/>
                          <a:pt x="78" y="31"/>
                          <a:pt x="78" y="31"/>
                        </a:cubicBezTo>
                        <a:cubicBezTo>
                          <a:pt x="77" y="31"/>
                          <a:pt x="77" y="31"/>
                          <a:pt x="77" y="31"/>
                        </a:cubicBezTo>
                        <a:cubicBezTo>
                          <a:pt x="76" y="30"/>
                          <a:pt x="76" y="30"/>
                          <a:pt x="76" y="30"/>
                        </a:cubicBezTo>
                        <a:cubicBezTo>
                          <a:pt x="76" y="30"/>
                          <a:pt x="76" y="30"/>
                          <a:pt x="76" y="30"/>
                        </a:cubicBezTo>
                        <a:cubicBezTo>
                          <a:pt x="77" y="30"/>
                          <a:pt x="77" y="30"/>
                          <a:pt x="77" y="30"/>
                        </a:cubicBezTo>
                        <a:cubicBezTo>
                          <a:pt x="78" y="30"/>
                          <a:pt x="78" y="30"/>
                          <a:pt x="78" y="30"/>
                        </a:cubicBezTo>
                        <a:cubicBezTo>
                          <a:pt x="78" y="29"/>
                          <a:pt x="78" y="29"/>
                          <a:pt x="78" y="29"/>
                        </a:cubicBezTo>
                        <a:cubicBezTo>
                          <a:pt x="78" y="29"/>
                          <a:pt x="78" y="29"/>
                          <a:pt x="78" y="29"/>
                        </a:cubicBezTo>
                        <a:cubicBezTo>
                          <a:pt x="79" y="29"/>
                          <a:pt x="79" y="29"/>
                          <a:pt x="79" y="29"/>
                        </a:cubicBezTo>
                        <a:cubicBezTo>
                          <a:pt x="80" y="29"/>
                          <a:pt x="80" y="29"/>
                          <a:pt x="80" y="29"/>
                        </a:cubicBezTo>
                        <a:cubicBezTo>
                          <a:pt x="80" y="29"/>
                          <a:pt x="80" y="29"/>
                          <a:pt x="80" y="29"/>
                        </a:cubicBezTo>
                        <a:cubicBezTo>
                          <a:pt x="81" y="27"/>
                          <a:pt x="81" y="27"/>
                          <a:pt x="81" y="27"/>
                        </a:cubicBezTo>
                        <a:cubicBezTo>
                          <a:pt x="81" y="27"/>
                          <a:pt x="81" y="27"/>
                          <a:pt x="81" y="27"/>
                        </a:cubicBezTo>
                        <a:cubicBezTo>
                          <a:pt x="82" y="27"/>
                          <a:pt x="82" y="27"/>
                          <a:pt x="82" y="27"/>
                        </a:cubicBezTo>
                        <a:cubicBezTo>
                          <a:pt x="82" y="27"/>
                          <a:pt x="82" y="27"/>
                          <a:pt x="82" y="27"/>
                        </a:cubicBezTo>
                        <a:cubicBezTo>
                          <a:pt x="93" y="27"/>
                          <a:pt x="93" y="27"/>
                          <a:pt x="93" y="27"/>
                        </a:cubicBezTo>
                        <a:cubicBezTo>
                          <a:pt x="93" y="27"/>
                          <a:pt x="93" y="27"/>
                          <a:pt x="93" y="27"/>
                        </a:cubicBezTo>
                        <a:cubicBezTo>
                          <a:pt x="93" y="26"/>
                          <a:pt x="93" y="26"/>
                          <a:pt x="93" y="26"/>
                        </a:cubicBezTo>
                        <a:cubicBezTo>
                          <a:pt x="94" y="26"/>
                          <a:pt x="94" y="26"/>
                          <a:pt x="94" y="26"/>
                        </a:cubicBezTo>
                        <a:cubicBezTo>
                          <a:pt x="95" y="26"/>
                          <a:pt x="95" y="26"/>
                          <a:pt x="95" y="26"/>
                        </a:cubicBezTo>
                        <a:cubicBezTo>
                          <a:pt x="95" y="25"/>
                          <a:pt x="95" y="25"/>
                          <a:pt x="95" y="25"/>
                        </a:cubicBezTo>
                        <a:cubicBezTo>
                          <a:pt x="95" y="25"/>
                          <a:pt x="95" y="25"/>
                          <a:pt x="95" y="25"/>
                        </a:cubicBezTo>
                        <a:cubicBezTo>
                          <a:pt x="95" y="25"/>
                          <a:pt x="95" y="25"/>
                          <a:pt x="95" y="25"/>
                        </a:cubicBezTo>
                        <a:cubicBezTo>
                          <a:pt x="96" y="24"/>
                          <a:pt x="96" y="24"/>
                          <a:pt x="96" y="24"/>
                        </a:cubicBezTo>
                        <a:cubicBezTo>
                          <a:pt x="96" y="23"/>
                          <a:pt x="96" y="23"/>
                          <a:pt x="96" y="23"/>
                        </a:cubicBezTo>
                        <a:cubicBezTo>
                          <a:pt x="97" y="23"/>
                          <a:pt x="97" y="23"/>
                          <a:pt x="97" y="23"/>
                        </a:cubicBezTo>
                        <a:cubicBezTo>
                          <a:pt x="97" y="23"/>
                          <a:pt x="97" y="23"/>
                          <a:pt x="98" y="23"/>
                        </a:cubicBezTo>
                        <a:cubicBezTo>
                          <a:pt x="98" y="23"/>
                          <a:pt x="99" y="23"/>
                          <a:pt x="99" y="23"/>
                        </a:cubicBezTo>
                        <a:cubicBezTo>
                          <a:pt x="100" y="23"/>
                          <a:pt x="100" y="23"/>
                          <a:pt x="101" y="23"/>
                        </a:cubicBezTo>
                        <a:cubicBezTo>
                          <a:pt x="101" y="23"/>
                          <a:pt x="101" y="23"/>
                          <a:pt x="101" y="23"/>
                        </a:cubicBezTo>
                        <a:cubicBezTo>
                          <a:pt x="101" y="23"/>
                          <a:pt x="101" y="23"/>
                          <a:pt x="101" y="23"/>
                        </a:cubicBezTo>
                        <a:cubicBezTo>
                          <a:pt x="102" y="23"/>
                          <a:pt x="102" y="23"/>
                          <a:pt x="102" y="23"/>
                        </a:cubicBezTo>
                        <a:cubicBezTo>
                          <a:pt x="103" y="23"/>
                          <a:pt x="103" y="22"/>
                          <a:pt x="103" y="22"/>
                        </a:cubicBezTo>
                        <a:cubicBezTo>
                          <a:pt x="104" y="21"/>
                          <a:pt x="104" y="21"/>
                          <a:pt x="104" y="20"/>
                        </a:cubicBezTo>
                        <a:cubicBezTo>
                          <a:pt x="103" y="19"/>
                          <a:pt x="103" y="18"/>
                          <a:pt x="103" y="18"/>
                        </a:cubicBezTo>
                        <a:cubicBezTo>
                          <a:pt x="103" y="18"/>
                          <a:pt x="103" y="18"/>
                          <a:pt x="103" y="18"/>
                        </a:cubicBezTo>
                        <a:cubicBezTo>
                          <a:pt x="102" y="17"/>
                          <a:pt x="102" y="17"/>
                          <a:pt x="102" y="16"/>
                        </a:cubicBezTo>
                        <a:cubicBezTo>
                          <a:pt x="102" y="11"/>
                          <a:pt x="102" y="11"/>
                          <a:pt x="102" y="11"/>
                        </a:cubicBezTo>
                        <a:cubicBezTo>
                          <a:pt x="101" y="11"/>
                          <a:pt x="101" y="11"/>
                          <a:pt x="101" y="11"/>
                        </a:cubicBezTo>
                        <a:cubicBezTo>
                          <a:pt x="100" y="11"/>
                          <a:pt x="100" y="12"/>
                          <a:pt x="99" y="12"/>
                        </a:cubicBezTo>
                        <a:cubicBezTo>
                          <a:pt x="99" y="12"/>
                          <a:pt x="99" y="12"/>
                          <a:pt x="99" y="12"/>
                        </a:cubicBezTo>
                        <a:cubicBezTo>
                          <a:pt x="98" y="13"/>
                          <a:pt x="98" y="13"/>
                          <a:pt x="98" y="13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96" y="12"/>
                          <a:pt x="96" y="12"/>
                          <a:pt x="96" y="12"/>
                        </a:cubicBezTo>
                        <a:cubicBezTo>
                          <a:pt x="96" y="12"/>
                          <a:pt x="96" y="12"/>
                          <a:pt x="96" y="12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98" y="12"/>
                          <a:pt x="98" y="12"/>
                          <a:pt x="98" y="12"/>
                        </a:cubicBezTo>
                        <a:cubicBezTo>
                          <a:pt x="98" y="10"/>
                          <a:pt x="98" y="10"/>
                          <a:pt x="98" y="10"/>
                        </a:cubicBezTo>
                        <a:cubicBezTo>
                          <a:pt x="98" y="9"/>
                          <a:pt x="97" y="8"/>
                          <a:pt x="96" y="8"/>
                        </a:cubicBezTo>
                        <a:cubicBezTo>
                          <a:pt x="96" y="8"/>
                          <a:pt x="96" y="8"/>
                          <a:pt x="96" y="8"/>
                        </a:cubicBezTo>
                        <a:cubicBezTo>
                          <a:pt x="96" y="8"/>
                          <a:pt x="96" y="8"/>
                          <a:pt x="96" y="8"/>
                        </a:cubicBezTo>
                        <a:cubicBezTo>
                          <a:pt x="90" y="8"/>
                          <a:pt x="90" y="8"/>
                          <a:pt x="90" y="8"/>
                        </a:cubicBezTo>
                        <a:cubicBezTo>
                          <a:pt x="89" y="8"/>
                          <a:pt x="89" y="9"/>
                          <a:pt x="88" y="9"/>
                        </a:cubicBezTo>
                        <a:cubicBezTo>
                          <a:pt x="88" y="10"/>
                          <a:pt x="88" y="11"/>
                          <a:pt x="87" y="11"/>
                        </a:cubicBezTo>
                        <a:cubicBezTo>
                          <a:pt x="87" y="11"/>
                          <a:pt x="86" y="11"/>
                          <a:pt x="86" y="11"/>
                        </a:cubicBezTo>
                        <a:cubicBezTo>
                          <a:pt x="85" y="11"/>
                          <a:pt x="85" y="11"/>
                          <a:pt x="85" y="11"/>
                        </a:cubicBezTo>
                        <a:cubicBezTo>
                          <a:pt x="85" y="11"/>
                          <a:pt x="85" y="11"/>
                          <a:pt x="85" y="11"/>
                        </a:cubicBezTo>
                        <a:cubicBezTo>
                          <a:pt x="81" y="11"/>
                          <a:pt x="81" y="11"/>
                          <a:pt x="81" y="11"/>
                        </a:cubicBezTo>
                        <a:cubicBezTo>
                          <a:pt x="81" y="12"/>
                          <a:pt x="81" y="12"/>
                          <a:pt x="81" y="12"/>
                        </a:cubicBezTo>
                        <a:cubicBezTo>
                          <a:pt x="81" y="13"/>
                          <a:pt x="81" y="13"/>
                          <a:pt x="81" y="13"/>
                        </a:cubicBezTo>
                        <a:cubicBezTo>
                          <a:pt x="82" y="14"/>
                          <a:pt x="82" y="15"/>
                          <a:pt x="81" y="15"/>
                        </a:cubicBezTo>
                        <a:cubicBezTo>
                          <a:pt x="81" y="15"/>
                          <a:pt x="81" y="15"/>
                          <a:pt x="81" y="15"/>
                        </a:cubicBezTo>
                        <a:cubicBezTo>
                          <a:pt x="80" y="16"/>
                          <a:pt x="80" y="16"/>
                          <a:pt x="80" y="17"/>
                        </a:cubicBezTo>
                        <a:cubicBezTo>
                          <a:pt x="80" y="17"/>
                          <a:pt x="80" y="17"/>
                          <a:pt x="80" y="17"/>
                        </a:cubicBezTo>
                        <a:cubicBezTo>
                          <a:pt x="80" y="18"/>
                          <a:pt x="80" y="18"/>
                          <a:pt x="80" y="18"/>
                        </a:cubicBezTo>
                        <a:cubicBezTo>
                          <a:pt x="79" y="18"/>
                          <a:pt x="79" y="18"/>
                          <a:pt x="79" y="18"/>
                        </a:cubicBezTo>
                        <a:cubicBezTo>
                          <a:pt x="79" y="18"/>
                          <a:pt x="79" y="18"/>
                          <a:pt x="79" y="18"/>
                        </a:cubicBezTo>
                        <a:cubicBezTo>
                          <a:pt x="78" y="18"/>
                          <a:pt x="77" y="19"/>
                          <a:pt x="76" y="19"/>
                        </a:cubicBezTo>
                        <a:cubicBezTo>
                          <a:pt x="75" y="20"/>
                          <a:pt x="75" y="20"/>
                          <a:pt x="75" y="20"/>
                        </a:cubicBezTo>
                        <a:cubicBezTo>
                          <a:pt x="75" y="21"/>
                          <a:pt x="74" y="21"/>
                          <a:pt x="74" y="21"/>
                        </a:cubicBezTo>
                        <a:cubicBezTo>
                          <a:pt x="73" y="21"/>
                          <a:pt x="73" y="22"/>
                          <a:pt x="73" y="23"/>
                        </a:cubicBezTo>
                        <a:cubicBezTo>
                          <a:pt x="73" y="23"/>
                          <a:pt x="73" y="23"/>
                          <a:pt x="73" y="23"/>
                        </a:cubicBezTo>
                        <a:cubicBezTo>
                          <a:pt x="72" y="23"/>
                          <a:pt x="72" y="23"/>
                          <a:pt x="72" y="23"/>
                        </a:cubicBezTo>
                        <a:cubicBezTo>
                          <a:pt x="72" y="23"/>
                          <a:pt x="72" y="23"/>
                          <a:pt x="72" y="23"/>
                        </a:cubicBezTo>
                        <a:cubicBezTo>
                          <a:pt x="72" y="23"/>
                          <a:pt x="72" y="23"/>
                          <a:pt x="72" y="23"/>
                        </a:cubicBezTo>
                        <a:cubicBezTo>
                          <a:pt x="72" y="22"/>
                          <a:pt x="72" y="22"/>
                          <a:pt x="72" y="22"/>
                        </a:cubicBezTo>
                        <a:cubicBezTo>
                          <a:pt x="72" y="22"/>
                          <a:pt x="73" y="22"/>
                          <a:pt x="73" y="21"/>
                        </a:cubicBezTo>
                        <a:cubicBezTo>
                          <a:pt x="73" y="20"/>
                          <a:pt x="73" y="19"/>
                          <a:pt x="72" y="18"/>
                        </a:cubicBezTo>
                        <a:cubicBezTo>
                          <a:pt x="72" y="18"/>
                          <a:pt x="72" y="18"/>
                          <a:pt x="72" y="18"/>
                        </a:cubicBezTo>
                        <a:cubicBezTo>
                          <a:pt x="72" y="17"/>
                          <a:pt x="72" y="17"/>
                          <a:pt x="72" y="17"/>
                        </a:cubicBezTo>
                        <a:cubicBezTo>
                          <a:pt x="72" y="17"/>
                          <a:pt x="72" y="16"/>
                          <a:pt x="72" y="16"/>
                        </a:cubicBezTo>
                        <a:cubicBezTo>
                          <a:pt x="72" y="16"/>
                          <a:pt x="72" y="16"/>
                          <a:pt x="72" y="16"/>
                        </a:cubicBezTo>
                        <a:cubicBezTo>
                          <a:pt x="73" y="16"/>
                          <a:pt x="73" y="16"/>
                          <a:pt x="73" y="16"/>
                        </a:cubicBezTo>
                        <a:cubicBezTo>
                          <a:pt x="73" y="14"/>
                          <a:pt x="73" y="14"/>
                          <a:pt x="73" y="14"/>
                        </a:cubicBezTo>
                        <a:cubicBezTo>
                          <a:pt x="73" y="14"/>
                          <a:pt x="73" y="14"/>
                          <a:pt x="73" y="14"/>
                        </a:cubicBezTo>
                        <a:cubicBezTo>
                          <a:pt x="74" y="14"/>
                          <a:pt x="74" y="14"/>
                          <a:pt x="74" y="14"/>
                        </a:cubicBezTo>
                        <a:cubicBezTo>
                          <a:pt x="75" y="14"/>
                          <a:pt x="75" y="13"/>
                          <a:pt x="75" y="13"/>
                        </a:cubicBezTo>
                        <a:cubicBezTo>
                          <a:pt x="75" y="13"/>
                          <a:pt x="75" y="13"/>
                          <a:pt x="75" y="13"/>
                        </a:cubicBezTo>
                        <a:cubicBezTo>
                          <a:pt x="75" y="11"/>
                          <a:pt x="75" y="11"/>
                          <a:pt x="75" y="11"/>
                        </a:cubicBezTo>
                        <a:cubicBezTo>
                          <a:pt x="75" y="10"/>
                          <a:pt x="75" y="10"/>
                          <a:pt x="75" y="10"/>
                        </a:cubicBezTo>
                        <a:cubicBezTo>
                          <a:pt x="75" y="10"/>
                          <a:pt x="75" y="10"/>
                          <a:pt x="75" y="10"/>
                        </a:cubicBezTo>
                        <a:cubicBezTo>
                          <a:pt x="76" y="10"/>
                          <a:pt x="76" y="10"/>
                          <a:pt x="76" y="10"/>
                        </a:cubicBezTo>
                        <a:cubicBezTo>
                          <a:pt x="76" y="9"/>
                          <a:pt x="76" y="9"/>
                          <a:pt x="76" y="9"/>
                        </a:cubicBezTo>
                        <a:cubicBezTo>
                          <a:pt x="76" y="9"/>
                          <a:pt x="76" y="9"/>
                          <a:pt x="76" y="9"/>
                        </a:cubicBezTo>
                        <a:cubicBezTo>
                          <a:pt x="76" y="9"/>
                          <a:pt x="76" y="9"/>
                          <a:pt x="76" y="9"/>
                        </a:cubicBezTo>
                        <a:cubicBezTo>
                          <a:pt x="76" y="9"/>
                          <a:pt x="76" y="9"/>
                          <a:pt x="76" y="9"/>
                        </a:cubicBezTo>
                        <a:cubicBezTo>
                          <a:pt x="77" y="9"/>
                          <a:pt x="77" y="9"/>
                          <a:pt x="77" y="9"/>
                        </a:cubicBezTo>
                        <a:cubicBezTo>
                          <a:pt x="80" y="9"/>
                          <a:pt x="80" y="9"/>
                          <a:pt x="80" y="9"/>
                        </a:cubicBezTo>
                        <a:cubicBezTo>
                          <a:pt x="80" y="9"/>
                          <a:pt x="80" y="9"/>
                          <a:pt x="80" y="9"/>
                        </a:cubicBezTo>
                        <a:cubicBezTo>
                          <a:pt x="80" y="9"/>
                          <a:pt x="80" y="9"/>
                          <a:pt x="80" y="9"/>
                        </a:cubicBezTo>
                        <a:cubicBezTo>
                          <a:pt x="81" y="9"/>
                          <a:pt x="82" y="8"/>
                          <a:pt x="82" y="8"/>
                        </a:cubicBezTo>
                        <a:cubicBezTo>
                          <a:pt x="82" y="7"/>
                          <a:pt x="82" y="7"/>
                          <a:pt x="82" y="7"/>
                        </a:cubicBezTo>
                        <a:cubicBezTo>
                          <a:pt x="83" y="7"/>
                          <a:pt x="83" y="7"/>
                          <a:pt x="83" y="7"/>
                        </a:cubicBezTo>
                        <a:cubicBezTo>
                          <a:pt x="85" y="7"/>
                          <a:pt x="85" y="7"/>
                          <a:pt x="85" y="7"/>
                        </a:cubicBezTo>
                        <a:cubicBezTo>
                          <a:pt x="86" y="7"/>
                          <a:pt x="86" y="7"/>
                          <a:pt x="86" y="6"/>
                        </a:cubicBezTo>
                        <a:cubicBezTo>
                          <a:pt x="86" y="6"/>
                          <a:pt x="86" y="6"/>
                          <a:pt x="86" y="6"/>
                        </a:cubicBezTo>
                        <a:cubicBezTo>
                          <a:pt x="86" y="6"/>
                          <a:pt x="86" y="6"/>
                          <a:pt x="86" y="6"/>
                        </a:cubicBezTo>
                        <a:cubicBezTo>
                          <a:pt x="86" y="6"/>
                          <a:pt x="86" y="6"/>
                          <a:pt x="86" y="6"/>
                        </a:cubicBezTo>
                        <a:cubicBezTo>
                          <a:pt x="87" y="6"/>
                          <a:pt x="87" y="6"/>
                          <a:pt x="87" y="6"/>
                        </a:cubicBezTo>
                        <a:cubicBezTo>
                          <a:pt x="87" y="6"/>
                          <a:pt x="87" y="6"/>
                          <a:pt x="87" y="6"/>
                        </a:cubicBezTo>
                        <a:cubicBezTo>
                          <a:pt x="88" y="5"/>
                          <a:pt x="88" y="5"/>
                          <a:pt x="88" y="4"/>
                        </a:cubicBezTo>
                        <a:cubicBezTo>
                          <a:pt x="89" y="3"/>
                          <a:pt x="89" y="2"/>
                          <a:pt x="89" y="2"/>
                        </a:cubicBezTo>
                        <a:cubicBezTo>
                          <a:pt x="88" y="0"/>
                          <a:pt x="87" y="0"/>
                          <a:pt x="86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6" name="Freeform 43"/>
                  <p:cNvSpPr>
                    <a:spLocks noEditPoints="1"/>
                  </p:cNvSpPr>
                  <p:nvPr/>
                </p:nvSpPr>
                <p:spPr bwMode="auto">
                  <a:xfrm>
                    <a:off x="4164" y="2301"/>
                    <a:ext cx="31" cy="55"/>
                  </a:xfrm>
                  <a:custGeom>
                    <a:avLst/>
                    <a:gdLst>
                      <a:gd name="T0" fmla="*/ 12 w 13"/>
                      <a:gd name="T1" fmla="*/ 0 h 23"/>
                      <a:gd name="T2" fmla="*/ 12 w 13"/>
                      <a:gd name="T3" fmla="*/ 0 h 23"/>
                      <a:gd name="T4" fmla="*/ 12 w 13"/>
                      <a:gd name="T5" fmla="*/ 0 h 23"/>
                      <a:gd name="T6" fmla="*/ 12 w 13"/>
                      <a:gd name="T7" fmla="*/ 0 h 23"/>
                      <a:gd name="T8" fmla="*/ 9 w 13"/>
                      <a:gd name="T9" fmla="*/ 0 h 23"/>
                      <a:gd name="T10" fmla="*/ 7 w 13"/>
                      <a:gd name="T11" fmla="*/ 2 h 23"/>
                      <a:gd name="T12" fmla="*/ 6 w 13"/>
                      <a:gd name="T13" fmla="*/ 4 h 23"/>
                      <a:gd name="T14" fmla="*/ 5 w 13"/>
                      <a:gd name="T15" fmla="*/ 6 h 23"/>
                      <a:gd name="T16" fmla="*/ 5 w 13"/>
                      <a:gd name="T17" fmla="*/ 6 h 23"/>
                      <a:gd name="T18" fmla="*/ 4 w 13"/>
                      <a:gd name="T19" fmla="*/ 7 h 23"/>
                      <a:gd name="T20" fmla="*/ 3 w 13"/>
                      <a:gd name="T21" fmla="*/ 9 h 23"/>
                      <a:gd name="T22" fmla="*/ 3 w 13"/>
                      <a:gd name="T23" fmla="*/ 9 h 23"/>
                      <a:gd name="T24" fmla="*/ 3 w 13"/>
                      <a:gd name="T25" fmla="*/ 10 h 23"/>
                      <a:gd name="T26" fmla="*/ 2 w 13"/>
                      <a:gd name="T27" fmla="*/ 14 h 23"/>
                      <a:gd name="T28" fmla="*/ 2 w 13"/>
                      <a:gd name="T29" fmla="*/ 14 h 23"/>
                      <a:gd name="T30" fmla="*/ 1 w 13"/>
                      <a:gd name="T31" fmla="*/ 14 h 23"/>
                      <a:gd name="T32" fmla="*/ 0 w 13"/>
                      <a:gd name="T33" fmla="*/ 19 h 23"/>
                      <a:gd name="T34" fmla="*/ 1 w 13"/>
                      <a:gd name="T35" fmla="*/ 21 h 23"/>
                      <a:gd name="T36" fmla="*/ 0 w 13"/>
                      <a:gd name="T37" fmla="*/ 22 h 23"/>
                      <a:gd name="T38" fmla="*/ 1 w 13"/>
                      <a:gd name="T39" fmla="*/ 23 h 23"/>
                      <a:gd name="T40" fmla="*/ 2 w 13"/>
                      <a:gd name="T41" fmla="*/ 23 h 23"/>
                      <a:gd name="T42" fmla="*/ 6 w 13"/>
                      <a:gd name="T43" fmla="*/ 19 h 23"/>
                      <a:gd name="T44" fmla="*/ 6 w 13"/>
                      <a:gd name="T45" fmla="*/ 18 h 23"/>
                      <a:gd name="T46" fmla="*/ 7 w 13"/>
                      <a:gd name="T47" fmla="*/ 18 h 23"/>
                      <a:gd name="T48" fmla="*/ 7 w 13"/>
                      <a:gd name="T49" fmla="*/ 16 h 23"/>
                      <a:gd name="T50" fmla="*/ 7 w 13"/>
                      <a:gd name="T51" fmla="*/ 14 h 23"/>
                      <a:gd name="T52" fmla="*/ 7 w 13"/>
                      <a:gd name="T53" fmla="*/ 14 h 23"/>
                      <a:gd name="T54" fmla="*/ 7 w 13"/>
                      <a:gd name="T55" fmla="*/ 13 h 23"/>
                      <a:gd name="T56" fmla="*/ 7 w 13"/>
                      <a:gd name="T57" fmla="*/ 12 h 23"/>
                      <a:gd name="T58" fmla="*/ 7 w 13"/>
                      <a:gd name="T59" fmla="*/ 12 h 23"/>
                      <a:gd name="T60" fmla="*/ 8 w 13"/>
                      <a:gd name="T61" fmla="*/ 10 h 23"/>
                      <a:gd name="T62" fmla="*/ 8 w 13"/>
                      <a:gd name="T63" fmla="*/ 10 h 23"/>
                      <a:gd name="T64" fmla="*/ 8 w 13"/>
                      <a:gd name="T65" fmla="*/ 9 h 23"/>
                      <a:gd name="T66" fmla="*/ 8 w 13"/>
                      <a:gd name="T67" fmla="*/ 9 h 23"/>
                      <a:gd name="T68" fmla="*/ 9 w 13"/>
                      <a:gd name="T69" fmla="*/ 9 h 23"/>
                      <a:gd name="T70" fmla="*/ 12 w 13"/>
                      <a:gd name="T71" fmla="*/ 2 h 23"/>
                      <a:gd name="T72" fmla="*/ 12 w 13"/>
                      <a:gd name="T73" fmla="*/ 3 h 23"/>
                      <a:gd name="T74" fmla="*/ 11 w 13"/>
                      <a:gd name="T75" fmla="*/ 3 h 23"/>
                      <a:gd name="T76" fmla="*/ 11 w 13"/>
                      <a:gd name="T77" fmla="*/ 2 h 23"/>
                      <a:gd name="T78" fmla="*/ 10 w 13"/>
                      <a:gd name="T79" fmla="*/ 1 h 23"/>
                      <a:gd name="T80" fmla="*/ 10 w 13"/>
                      <a:gd name="T81" fmla="*/ 0 h 23"/>
                      <a:gd name="T82" fmla="*/ 9 w 13"/>
                      <a:gd name="T83" fmla="*/ 0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" h="23">
                        <a:moveTo>
                          <a:pt x="12" y="0"/>
                        </a:move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moveTo>
                          <a:pt x="9" y="0"/>
                        </a:moveTo>
                        <a:cubicBezTo>
                          <a:pt x="9" y="1"/>
                          <a:pt x="8" y="1"/>
                          <a:pt x="7" y="2"/>
                        </a:cubicBezTo>
                        <a:cubicBezTo>
                          <a:pt x="7" y="3"/>
                          <a:pt x="6" y="3"/>
                          <a:pt x="6" y="4"/>
                        </a:cubicBezTo>
                        <a:cubicBezTo>
                          <a:pt x="5" y="4"/>
                          <a:pt x="5" y="5"/>
                          <a:pt x="5" y="6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4" y="7"/>
                          <a:pt x="4" y="7"/>
                          <a:pt x="4" y="7"/>
                        </a:cubicBezTo>
                        <a:cubicBezTo>
                          <a:pt x="3" y="7"/>
                          <a:pt x="3" y="8"/>
                          <a:pt x="3" y="9"/>
                        </a:cubicBezTo>
                        <a:cubicBezTo>
                          <a:pt x="3" y="9"/>
                          <a:pt x="3" y="9"/>
                          <a:pt x="3" y="9"/>
                        </a:cubicBezTo>
                        <a:cubicBezTo>
                          <a:pt x="3" y="10"/>
                          <a:pt x="3" y="10"/>
                          <a:pt x="3" y="10"/>
                        </a:cubicBezTo>
                        <a:cubicBezTo>
                          <a:pt x="2" y="11"/>
                          <a:pt x="2" y="12"/>
                          <a:pt x="2" y="14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1" y="14"/>
                          <a:pt x="1" y="14"/>
                          <a:pt x="1" y="14"/>
                        </a:cubicBezTo>
                        <a:cubicBezTo>
                          <a:pt x="0" y="15"/>
                          <a:pt x="0" y="17"/>
                          <a:pt x="0" y="19"/>
                        </a:cubicBezTo>
                        <a:cubicBezTo>
                          <a:pt x="1" y="20"/>
                          <a:pt x="1" y="21"/>
                          <a:pt x="1" y="21"/>
                        </a:cubicBezTo>
                        <a:cubicBezTo>
                          <a:pt x="0" y="22"/>
                          <a:pt x="0" y="22"/>
                          <a:pt x="0" y="22"/>
                        </a:cubicBezTo>
                        <a:cubicBezTo>
                          <a:pt x="1" y="23"/>
                          <a:pt x="1" y="23"/>
                          <a:pt x="1" y="23"/>
                        </a:cubicBezTo>
                        <a:cubicBezTo>
                          <a:pt x="2" y="23"/>
                          <a:pt x="2" y="23"/>
                          <a:pt x="2" y="23"/>
                        </a:cubicBezTo>
                        <a:cubicBezTo>
                          <a:pt x="5" y="23"/>
                          <a:pt x="5" y="20"/>
                          <a:pt x="6" y="19"/>
                        </a:cubicBezTo>
                        <a:cubicBezTo>
                          <a:pt x="6" y="18"/>
                          <a:pt x="6" y="18"/>
                          <a:pt x="6" y="18"/>
                        </a:cubicBezTo>
                        <a:cubicBezTo>
                          <a:pt x="7" y="18"/>
                          <a:pt x="7" y="18"/>
                          <a:pt x="7" y="18"/>
                        </a:cubicBezTo>
                        <a:cubicBezTo>
                          <a:pt x="7" y="17"/>
                          <a:pt x="7" y="16"/>
                          <a:pt x="7" y="16"/>
                        </a:cubicBezTo>
                        <a:cubicBezTo>
                          <a:pt x="7" y="15"/>
                          <a:pt x="7" y="15"/>
                          <a:pt x="7" y="14"/>
                        </a:cubicBezTo>
                        <a:cubicBezTo>
                          <a:pt x="7" y="14"/>
                          <a:pt x="7" y="14"/>
                          <a:pt x="7" y="14"/>
                        </a:cubicBezTo>
                        <a:cubicBezTo>
                          <a:pt x="7" y="13"/>
                          <a:pt x="7" y="13"/>
                          <a:pt x="7" y="13"/>
                        </a:cubicBezTo>
                        <a:cubicBezTo>
                          <a:pt x="7" y="12"/>
                          <a:pt x="7" y="12"/>
                          <a:pt x="7" y="12"/>
                        </a:cubicBezTo>
                        <a:cubicBezTo>
                          <a:pt x="7" y="12"/>
                          <a:pt x="7" y="12"/>
                          <a:pt x="7" y="12"/>
                        </a:cubicBezTo>
                        <a:cubicBezTo>
                          <a:pt x="8" y="12"/>
                          <a:pt x="8" y="11"/>
                          <a:pt x="8" y="1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9" y="9"/>
                          <a:pt x="9" y="9"/>
                          <a:pt x="9" y="9"/>
                        </a:cubicBezTo>
                        <a:cubicBezTo>
                          <a:pt x="11" y="8"/>
                          <a:pt x="13" y="5"/>
                          <a:pt x="12" y="2"/>
                        </a:cubicBezTo>
                        <a:cubicBezTo>
                          <a:pt x="12" y="2"/>
                          <a:pt x="12" y="2"/>
                          <a:pt x="12" y="3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10" y="2"/>
                          <a:pt x="10" y="1"/>
                          <a:pt x="10" y="1"/>
                        </a:cubicBez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7" name="Freeform 44"/>
                  <p:cNvSpPr>
                    <a:spLocks/>
                  </p:cNvSpPr>
                  <p:nvPr/>
                </p:nvSpPr>
                <p:spPr bwMode="auto">
                  <a:xfrm>
                    <a:off x="4188" y="2298"/>
                    <a:ext cx="7" cy="10"/>
                  </a:xfrm>
                  <a:custGeom>
                    <a:avLst/>
                    <a:gdLst>
                      <a:gd name="T0" fmla="*/ 1 w 3"/>
                      <a:gd name="T1" fmla="*/ 0 h 4"/>
                      <a:gd name="T2" fmla="*/ 0 w 3"/>
                      <a:gd name="T3" fmla="*/ 1 h 4"/>
                      <a:gd name="T4" fmla="*/ 0 w 3"/>
                      <a:gd name="T5" fmla="*/ 2 h 4"/>
                      <a:gd name="T6" fmla="*/ 1 w 3"/>
                      <a:gd name="T7" fmla="*/ 3 h 4"/>
                      <a:gd name="T8" fmla="*/ 1 w 3"/>
                      <a:gd name="T9" fmla="*/ 4 h 4"/>
                      <a:gd name="T10" fmla="*/ 2 w 3"/>
                      <a:gd name="T11" fmla="*/ 4 h 4"/>
                      <a:gd name="T12" fmla="*/ 2 w 3"/>
                      <a:gd name="T13" fmla="*/ 3 h 4"/>
                      <a:gd name="T14" fmla="*/ 3 w 3"/>
                      <a:gd name="T15" fmla="*/ 2 h 4"/>
                      <a:gd name="T16" fmla="*/ 2 w 3"/>
                      <a:gd name="T17" fmla="*/ 1 h 4"/>
                      <a:gd name="T18" fmla="*/ 2 w 3"/>
                      <a:gd name="T19" fmla="*/ 1 h 4"/>
                      <a:gd name="T20" fmla="*/ 1 w 3"/>
                      <a:gd name="T21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" h="4"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3"/>
                          <a:pt x="1" y="3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3" y="3"/>
                          <a:pt x="3" y="3"/>
                          <a:pt x="3" y="2"/>
                        </a:cubicBezTo>
                        <a:cubicBezTo>
                          <a:pt x="3" y="2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1" y="1"/>
                          <a:pt x="1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64" name="椭圆 62"/>
                <p:cNvSpPr/>
                <p:nvPr/>
              </p:nvSpPr>
              <p:spPr>
                <a:xfrm>
                  <a:off x="3713220" y="1044780"/>
                  <a:ext cx="4757648" cy="4757650"/>
                </a:xfrm>
                <a:prstGeom prst="ellipse">
                  <a:avLst/>
                </a:prstGeom>
                <a:gradFill flip="none" rotWithShape="1">
                  <a:gsLst>
                    <a:gs pos="75000">
                      <a:srgbClr val="000000">
                        <a:alpha val="32000"/>
                      </a:srgbClr>
                    </a:gs>
                    <a:gs pos="59000">
                      <a:schemeClr val="tx1">
                        <a:alpha val="9000"/>
                      </a:schemeClr>
                    </a:gs>
                    <a:gs pos="0">
                      <a:schemeClr val="bg1">
                        <a:lumMod val="95000"/>
                        <a:alpha val="0"/>
                      </a:schemeClr>
                    </a:gs>
                    <a:gs pos="100000">
                      <a:schemeClr val="tx1">
                        <a:alpha val="56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5" name="椭圆 63"/>
                <p:cNvSpPr/>
                <p:nvPr/>
              </p:nvSpPr>
              <p:spPr>
                <a:xfrm>
                  <a:off x="4329989" y="1257506"/>
                  <a:ext cx="3550574" cy="2501503"/>
                </a:xfrm>
                <a:prstGeom prst="ellipse">
                  <a:avLst/>
                </a:prstGeom>
                <a:solidFill>
                  <a:schemeClr val="bg1">
                    <a:lumMod val="95000"/>
                    <a:alpha val="1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66" name="Group 78"/>
                <p:cNvGrpSpPr>
                  <a:grpSpLocks noChangeAspect="1"/>
                </p:cNvGrpSpPr>
                <p:nvPr/>
              </p:nvGrpSpPr>
              <p:grpSpPr bwMode="auto">
                <a:xfrm>
                  <a:off x="5873399" y="4995254"/>
                  <a:ext cx="455986" cy="275312"/>
                  <a:chOff x="3787" y="2128"/>
                  <a:chExt cx="106" cy="64"/>
                </a:xfrm>
              </p:grpSpPr>
              <p:sp>
                <p:nvSpPr>
                  <p:cNvPr id="181" name="AutoShape 77"/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3787" y="2128"/>
                    <a:ext cx="106" cy="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2" name="Freeform 79"/>
                  <p:cNvSpPr>
                    <a:spLocks/>
                  </p:cNvSpPr>
                  <p:nvPr/>
                </p:nvSpPr>
                <p:spPr bwMode="auto">
                  <a:xfrm>
                    <a:off x="3837" y="2155"/>
                    <a:ext cx="11" cy="40"/>
                  </a:xfrm>
                  <a:custGeom>
                    <a:avLst/>
                    <a:gdLst>
                      <a:gd name="T0" fmla="*/ 0 w 11"/>
                      <a:gd name="T1" fmla="*/ 0 h 40"/>
                      <a:gd name="T2" fmla="*/ 0 w 11"/>
                      <a:gd name="T3" fmla="*/ 40 h 40"/>
                      <a:gd name="T4" fmla="*/ 3 w 11"/>
                      <a:gd name="T5" fmla="*/ 40 h 40"/>
                      <a:gd name="T6" fmla="*/ 11 w 11"/>
                      <a:gd name="T7" fmla="*/ 40 h 40"/>
                      <a:gd name="T8" fmla="*/ 11 w 11"/>
                      <a:gd name="T9" fmla="*/ 10 h 40"/>
                      <a:gd name="T10" fmla="*/ 3 w 11"/>
                      <a:gd name="T11" fmla="*/ 2 h 40"/>
                      <a:gd name="T12" fmla="*/ 0 w 11"/>
                      <a:gd name="T13" fmla="*/ 0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1" h="40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" y="40"/>
                        </a:lnTo>
                        <a:lnTo>
                          <a:pt x="11" y="40"/>
                        </a:lnTo>
                        <a:lnTo>
                          <a:pt x="11" y="10"/>
                        </a:lnTo>
                        <a:lnTo>
                          <a:pt x="3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3" name="Freeform 80"/>
                  <p:cNvSpPr>
                    <a:spLocks/>
                  </p:cNvSpPr>
                  <p:nvPr/>
                </p:nvSpPr>
                <p:spPr bwMode="auto">
                  <a:xfrm>
                    <a:off x="3820" y="2147"/>
                    <a:ext cx="12" cy="48"/>
                  </a:xfrm>
                  <a:custGeom>
                    <a:avLst/>
                    <a:gdLst>
                      <a:gd name="T0" fmla="*/ 0 w 12"/>
                      <a:gd name="T1" fmla="*/ 13 h 48"/>
                      <a:gd name="T2" fmla="*/ 0 w 12"/>
                      <a:gd name="T3" fmla="*/ 48 h 48"/>
                      <a:gd name="T4" fmla="*/ 12 w 12"/>
                      <a:gd name="T5" fmla="*/ 48 h 48"/>
                      <a:gd name="T6" fmla="*/ 12 w 12"/>
                      <a:gd name="T7" fmla="*/ 0 h 48"/>
                      <a:gd name="T8" fmla="*/ 12 w 12"/>
                      <a:gd name="T9" fmla="*/ 0 h 48"/>
                      <a:gd name="T10" fmla="*/ 0 w 12"/>
                      <a:gd name="T11" fmla="*/ 13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2" h="48">
                        <a:moveTo>
                          <a:pt x="0" y="13"/>
                        </a:moveTo>
                        <a:lnTo>
                          <a:pt x="0" y="48"/>
                        </a:lnTo>
                        <a:lnTo>
                          <a:pt x="12" y="48"/>
                        </a:lnTo>
                        <a:lnTo>
                          <a:pt x="12" y="0"/>
                        </a:lnTo>
                        <a:lnTo>
                          <a:pt x="12" y="0"/>
                        </a:lnTo>
                        <a:lnTo>
                          <a:pt x="0" y="1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4" name="Freeform 81"/>
                  <p:cNvSpPr>
                    <a:spLocks/>
                  </p:cNvSpPr>
                  <p:nvPr/>
                </p:nvSpPr>
                <p:spPr bwMode="auto">
                  <a:xfrm>
                    <a:off x="3805" y="2163"/>
                    <a:ext cx="10" cy="32"/>
                  </a:xfrm>
                  <a:custGeom>
                    <a:avLst/>
                    <a:gdLst>
                      <a:gd name="T0" fmla="*/ 0 w 10"/>
                      <a:gd name="T1" fmla="*/ 32 h 32"/>
                      <a:gd name="T2" fmla="*/ 10 w 10"/>
                      <a:gd name="T3" fmla="*/ 32 h 32"/>
                      <a:gd name="T4" fmla="*/ 10 w 10"/>
                      <a:gd name="T5" fmla="*/ 0 h 32"/>
                      <a:gd name="T6" fmla="*/ 0 w 10"/>
                      <a:gd name="T7" fmla="*/ 13 h 32"/>
                      <a:gd name="T8" fmla="*/ 0 w 10"/>
                      <a:gd name="T9" fmla="*/ 32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" h="32">
                        <a:moveTo>
                          <a:pt x="0" y="32"/>
                        </a:moveTo>
                        <a:lnTo>
                          <a:pt x="10" y="32"/>
                        </a:lnTo>
                        <a:lnTo>
                          <a:pt x="10" y="0"/>
                        </a:lnTo>
                        <a:lnTo>
                          <a:pt x="0" y="13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5" name="Freeform 82"/>
                  <p:cNvSpPr>
                    <a:spLocks/>
                  </p:cNvSpPr>
                  <p:nvPr/>
                </p:nvSpPr>
                <p:spPr bwMode="auto">
                  <a:xfrm>
                    <a:off x="3789" y="2179"/>
                    <a:ext cx="11" cy="16"/>
                  </a:xfrm>
                  <a:custGeom>
                    <a:avLst/>
                    <a:gdLst>
                      <a:gd name="T0" fmla="*/ 0 w 11"/>
                      <a:gd name="T1" fmla="*/ 16 h 16"/>
                      <a:gd name="T2" fmla="*/ 11 w 11"/>
                      <a:gd name="T3" fmla="*/ 16 h 16"/>
                      <a:gd name="T4" fmla="*/ 11 w 11"/>
                      <a:gd name="T5" fmla="*/ 0 h 16"/>
                      <a:gd name="T6" fmla="*/ 0 w 11"/>
                      <a:gd name="T7" fmla="*/ 13 h 16"/>
                      <a:gd name="T8" fmla="*/ 0 w 11"/>
                      <a:gd name="T9" fmla="*/ 16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" h="16">
                        <a:moveTo>
                          <a:pt x="0" y="16"/>
                        </a:moveTo>
                        <a:lnTo>
                          <a:pt x="11" y="16"/>
                        </a:lnTo>
                        <a:lnTo>
                          <a:pt x="11" y="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6" name="Freeform 83"/>
                  <p:cNvSpPr>
                    <a:spLocks/>
                  </p:cNvSpPr>
                  <p:nvPr/>
                </p:nvSpPr>
                <p:spPr bwMode="auto">
                  <a:xfrm>
                    <a:off x="3784" y="2123"/>
                    <a:ext cx="107" cy="66"/>
                  </a:xfrm>
                  <a:custGeom>
                    <a:avLst/>
                    <a:gdLst>
                      <a:gd name="T0" fmla="*/ 41 w 42"/>
                      <a:gd name="T1" fmla="*/ 1 h 25"/>
                      <a:gd name="T2" fmla="*/ 41 w 42"/>
                      <a:gd name="T3" fmla="*/ 1 h 25"/>
                      <a:gd name="T4" fmla="*/ 38 w 42"/>
                      <a:gd name="T5" fmla="*/ 1 h 25"/>
                      <a:gd name="T6" fmla="*/ 38 w 42"/>
                      <a:gd name="T7" fmla="*/ 1 h 25"/>
                      <a:gd name="T8" fmla="*/ 38 w 42"/>
                      <a:gd name="T9" fmla="*/ 3 h 25"/>
                      <a:gd name="T10" fmla="*/ 38 w 42"/>
                      <a:gd name="T11" fmla="*/ 3 h 25"/>
                      <a:gd name="T12" fmla="*/ 38 w 42"/>
                      <a:gd name="T13" fmla="*/ 3 h 25"/>
                      <a:gd name="T14" fmla="*/ 26 w 42"/>
                      <a:gd name="T15" fmla="*/ 15 h 25"/>
                      <a:gd name="T16" fmla="*/ 22 w 42"/>
                      <a:gd name="T17" fmla="*/ 10 h 25"/>
                      <a:gd name="T18" fmla="*/ 19 w 42"/>
                      <a:gd name="T19" fmla="*/ 7 h 25"/>
                      <a:gd name="T20" fmla="*/ 0 w 42"/>
                      <a:gd name="T21" fmla="*/ 24 h 25"/>
                      <a:gd name="T22" fmla="*/ 1 w 42"/>
                      <a:gd name="T23" fmla="*/ 25 h 25"/>
                      <a:gd name="T24" fmla="*/ 19 w 42"/>
                      <a:gd name="T25" fmla="*/ 8 h 25"/>
                      <a:gd name="T26" fmla="*/ 22 w 42"/>
                      <a:gd name="T27" fmla="*/ 12 h 25"/>
                      <a:gd name="T28" fmla="*/ 26 w 42"/>
                      <a:gd name="T29" fmla="*/ 16 h 25"/>
                      <a:gd name="T30" fmla="*/ 39 w 42"/>
                      <a:gd name="T31" fmla="*/ 4 h 25"/>
                      <a:gd name="T32" fmla="*/ 40 w 42"/>
                      <a:gd name="T33" fmla="*/ 5 h 25"/>
                      <a:gd name="T34" fmla="*/ 40 w 42"/>
                      <a:gd name="T35" fmla="*/ 5 h 25"/>
                      <a:gd name="T36" fmla="*/ 41 w 42"/>
                      <a:gd name="T37" fmla="*/ 5 h 25"/>
                      <a:gd name="T38" fmla="*/ 41 w 42"/>
                      <a:gd name="T39" fmla="*/ 4 h 25"/>
                      <a:gd name="T40" fmla="*/ 42 w 42"/>
                      <a:gd name="T41" fmla="*/ 2 h 25"/>
                      <a:gd name="T42" fmla="*/ 42 w 42"/>
                      <a:gd name="T43" fmla="*/ 2 h 25"/>
                      <a:gd name="T44" fmla="*/ 41 w 42"/>
                      <a:gd name="T45" fmla="*/ 1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42" h="25">
                        <a:moveTo>
                          <a:pt x="41" y="1"/>
                        </a:moveTo>
                        <a:cubicBezTo>
                          <a:pt x="41" y="1"/>
                          <a:pt x="41" y="1"/>
                          <a:pt x="41" y="1"/>
                        </a:cubicBezTo>
                        <a:cubicBezTo>
                          <a:pt x="40" y="1"/>
                          <a:pt x="39" y="1"/>
                          <a:pt x="38" y="1"/>
                        </a:cubicBezTo>
                        <a:cubicBezTo>
                          <a:pt x="38" y="1"/>
                          <a:pt x="38" y="1"/>
                          <a:pt x="38" y="1"/>
                        </a:cubicBezTo>
                        <a:cubicBezTo>
                          <a:pt x="37" y="2"/>
                          <a:pt x="37" y="2"/>
                          <a:pt x="38" y="3"/>
                        </a:cubicBezTo>
                        <a:cubicBezTo>
                          <a:pt x="38" y="3"/>
                          <a:pt x="38" y="3"/>
                          <a:pt x="38" y="3"/>
                        </a:cubicBezTo>
                        <a:cubicBezTo>
                          <a:pt x="38" y="3"/>
                          <a:pt x="38" y="3"/>
                          <a:pt x="38" y="3"/>
                        </a:cubicBezTo>
                        <a:cubicBezTo>
                          <a:pt x="26" y="15"/>
                          <a:pt x="26" y="15"/>
                          <a:pt x="26" y="15"/>
                        </a:cubicBezTo>
                        <a:cubicBezTo>
                          <a:pt x="22" y="10"/>
                          <a:pt x="22" y="10"/>
                          <a:pt x="22" y="10"/>
                        </a:cubicBezTo>
                        <a:cubicBezTo>
                          <a:pt x="19" y="7"/>
                          <a:pt x="19" y="7"/>
                          <a:pt x="19" y="7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1" y="25"/>
                          <a:pt x="1" y="25"/>
                          <a:pt x="1" y="25"/>
                        </a:cubicBezTo>
                        <a:cubicBezTo>
                          <a:pt x="19" y="8"/>
                          <a:pt x="19" y="8"/>
                          <a:pt x="19" y="8"/>
                        </a:cubicBezTo>
                        <a:cubicBezTo>
                          <a:pt x="22" y="12"/>
                          <a:pt x="22" y="12"/>
                          <a:pt x="22" y="12"/>
                        </a:cubicBezTo>
                        <a:cubicBezTo>
                          <a:pt x="26" y="16"/>
                          <a:pt x="26" y="16"/>
                          <a:pt x="26" y="16"/>
                        </a:cubicBezTo>
                        <a:cubicBezTo>
                          <a:pt x="39" y="4"/>
                          <a:pt x="39" y="4"/>
                          <a:pt x="39" y="4"/>
                        </a:cubicBezTo>
                        <a:cubicBezTo>
                          <a:pt x="39" y="4"/>
                          <a:pt x="40" y="5"/>
                          <a:pt x="40" y="5"/>
                        </a:cubicBezTo>
                        <a:cubicBezTo>
                          <a:pt x="40" y="5"/>
                          <a:pt x="40" y="5"/>
                          <a:pt x="40" y="5"/>
                        </a:cubicBezTo>
                        <a:cubicBezTo>
                          <a:pt x="40" y="6"/>
                          <a:pt x="41" y="5"/>
                          <a:pt x="41" y="5"/>
                        </a:cubicBezTo>
                        <a:cubicBezTo>
                          <a:pt x="41" y="4"/>
                          <a:pt x="41" y="4"/>
                          <a:pt x="41" y="4"/>
                        </a:cubicBezTo>
                        <a:cubicBezTo>
                          <a:pt x="42" y="4"/>
                          <a:pt x="42" y="3"/>
                          <a:pt x="42" y="2"/>
                        </a:cubicBezTo>
                        <a:cubicBezTo>
                          <a:pt x="42" y="2"/>
                          <a:pt x="42" y="2"/>
                          <a:pt x="42" y="2"/>
                        </a:cubicBezTo>
                        <a:cubicBezTo>
                          <a:pt x="42" y="1"/>
                          <a:pt x="42" y="0"/>
                          <a:pt x="4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7" name="Freeform 84"/>
                  <p:cNvSpPr>
                    <a:spLocks/>
                  </p:cNvSpPr>
                  <p:nvPr/>
                </p:nvSpPr>
                <p:spPr bwMode="auto">
                  <a:xfrm>
                    <a:off x="3870" y="2139"/>
                    <a:ext cx="10" cy="56"/>
                  </a:xfrm>
                  <a:custGeom>
                    <a:avLst/>
                    <a:gdLst>
                      <a:gd name="T0" fmla="*/ 0 w 10"/>
                      <a:gd name="T1" fmla="*/ 56 h 56"/>
                      <a:gd name="T2" fmla="*/ 10 w 10"/>
                      <a:gd name="T3" fmla="*/ 56 h 56"/>
                      <a:gd name="T4" fmla="*/ 10 w 10"/>
                      <a:gd name="T5" fmla="*/ 0 h 56"/>
                      <a:gd name="T6" fmla="*/ 0 w 10"/>
                      <a:gd name="T7" fmla="*/ 10 h 56"/>
                      <a:gd name="T8" fmla="*/ 0 w 10"/>
                      <a:gd name="T9" fmla="*/ 56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" h="56">
                        <a:moveTo>
                          <a:pt x="0" y="56"/>
                        </a:moveTo>
                        <a:lnTo>
                          <a:pt x="10" y="56"/>
                        </a:lnTo>
                        <a:lnTo>
                          <a:pt x="10" y="0"/>
                        </a:lnTo>
                        <a:lnTo>
                          <a:pt x="0" y="10"/>
                        </a:lnTo>
                        <a:lnTo>
                          <a:pt x="0" y="5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8" name="Freeform 85"/>
                  <p:cNvSpPr>
                    <a:spLocks/>
                  </p:cNvSpPr>
                  <p:nvPr/>
                </p:nvSpPr>
                <p:spPr bwMode="auto">
                  <a:xfrm>
                    <a:off x="3853" y="2155"/>
                    <a:ext cx="12" cy="40"/>
                  </a:xfrm>
                  <a:custGeom>
                    <a:avLst/>
                    <a:gdLst>
                      <a:gd name="T0" fmla="*/ 0 w 12"/>
                      <a:gd name="T1" fmla="*/ 40 h 40"/>
                      <a:gd name="T2" fmla="*/ 12 w 12"/>
                      <a:gd name="T3" fmla="*/ 40 h 40"/>
                      <a:gd name="T4" fmla="*/ 12 w 12"/>
                      <a:gd name="T5" fmla="*/ 0 h 40"/>
                      <a:gd name="T6" fmla="*/ 0 w 12"/>
                      <a:gd name="T7" fmla="*/ 10 h 40"/>
                      <a:gd name="T8" fmla="*/ 0 w 12"/>
                      <a:gd name="T9" fmla="*/ 40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40">
                        <a:moveTo>
                          <a:pt x="0" y="40"/>
                        </a:moveTo>
                        <a:lnTo>
                          <a:pt x="12" y="40"/>
                        </a:lnTo>
                        <a:lnTo>
                          <a:pt x="12" y="0"/>
                        </a:lnTo>
                        <a:lnTo>
                          <a:pt x="0" y="10"/>
                        </a:lnTo>
                        <a:lnTo>
                          <a:pt x="0" y="4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67" name="Group 88"/>
                <p:cNvGrpSpPr>
                  <a:grpSpLocks noChangeAspect="1"/>
                </p:cNvGrpSpPr>
                <p:nvPr/>
              </p:nvGrpSpPr>
              <p:grpSpPr bwMode="auto">
                <a:xfrm>
                  <a:off x="5923483" y="3762073"/>
                  <a:ext cx="337533" cy="520766"/>
                  <a:chOff x="3805" y="2107"/>
                  <a:chExt cx="70" cy="108"/>
                </a:xfrm>
              </p:grpSpPr>
              <p:sp>
                <p:nvSpPr>
                  <p:cNvPr id="175" name="AutoShape 87"/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3805" y="2107"/>
                    <a:ext cx="70" cy="10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6" name="Freeform 89"/>
                  <p:cNvSpPr>
                    <a:spLocks noEditPoints="1"/>
                  </p:cNvSpPr>
                  <p:nvPr/>
                </p:nvSpPr>
                <p:spPr bwMode="auto">
                  <a:xfrm>
                    <a:off x="3808" y="2107"/>
                    <a:ext cx="67" cy="108"/>
                  </a:xfrm>
                  <a:custGeom>
                    <a:avLst/>
                    <a:gdLst>
                      <a:gd name="T0" fmla="*/ 11 w 26"/>
                      <a:gd name="T1" fmla="*/ 43 h 43"/>
                      <a:gd name="T2" fmla="*/ 7 w 26"/>
                      <a:gd name="T3" fmla="*/ 39 h 43"/>
                      <a:gd name="T4" fmla="*/ 7 w 26"/>
                      <a:gd name="T5" fmla="*/ 38 h 43"/>
                      <a:gd name="T6" fmla="*/ 8 w 26"/>
                      <a:gd name="T7" fmla="*/ 37 h 43"/>
                      <a:gd name="T8" fmla="*/ 8 w 26"/>
                      <a:gd name="T9" fmla="*/ 36 h 43"/>
                      <a:gd name="T10" fmla="*/ 7 w 26"/>
                      <a:gd name="T11" fmla="*/ 35 h 43"/>
                      <a:gd name="T12" fmla="*/ 8 w 26"/>
                      <a:gd name="T13" fmla="*/ 34 h 43"/>
                      <a:gd name="T14" fmla="*/ 7 w 26"/>
                      <a:gd name="T15" fmla="*/ 34 h 43"/>
                      <a:gd name="T16" fmla="*/ 6 w 26"/>
                      <a:gd name="T17" fmla="*/ 28 h 43"/>
                      <a:gd name="T18" fmla="*/ 2 w 26"/>
                      <a:gd name="T19" fmla="*/ 19 h 43"/>
                      <a:gd name="T20" fmla="*/ 26 w 26"/>
                      <a:gd name="T21" fmla="*/ 13 h 43"/>
                      <a:gd name="T22" fmla="*/ 22 w 26"/>
                      <a:gd name="T23" fmla="*/ 23 h 43"/>
                      <a:gd name="T24" fmla="*/ 19 w 26"/>
                      <a:gd name="T25" fmla="*/ 32 h 43"/>
                      <a:gd name="T26" fmla="*/ 18 w 26"/>
                      <a:gd name="T27" fmla="*/ 33 h 43"/>
                      <a:gd name="T28" fmla="*/ 19 w 26"/>
                      <a:gd name="T29" fmla="*/ 35 h 43"/>
                      <a:gd name="T30" fmla="*/ 18 w 26"/>
                      <a:gd name="T31" fmla="*/ 35 h 43"/>
                      <a:gd name="T32" fmla="*/ 19 w 26"/>
                      <a:gd name="T33" fmla="*/ 36 h 43"/>
                      <a:gd name="T34" fmla="*/ 19 w 26"/>
                      <a:gd name="T35" fmla="*/ 36 h 43"/>
                      <a:gd name="T36" fmla="*/ 18 w 26"/>
                      <a:gd name="T37" fmla="*/ 37 h 43"/>
                      <a:gd name="T38" fmla="*/ 19 w 26"/>
                      <a:gd name="T39" fmla="*/ 38 h 43"/>
                      <a:gd name="T40" fmla="*/ 18 w 26"/>
                      <a:gd name="T41" fmla="*/ 38 h 43"/>
                      <a:gd name="T42" fmla="*/ 19 w 26"/>
                      <a:gd name="T43" fmla="*/ 40 h 43"/>
                      <a:gd name="T44" fmla="*/ 8 w 26"/>
                      <a:gd name="T45" fmla="*/ 39 h 43"/>
                      <a:gd name="T46" fmla="*/ 13 w 26"/>
                      <a:gd name="T47" fmla="*/ 43 h 43"/>
                      <a:gd name="T48" fmla="*/ 15 w 26"/>
                      <a:gd name="T49" fmla="*/ 42 h 43"/>
                      <a:gd name="T50" fmla="*/ 18 w 26"/>
                      <a:gd name="T51" fmla="*/ 39 h 43"/>
                      <a:gd name="T52" fmla="*/ 18 w 26"/>
                      <a:gd name="T53" fmla="*/ 38 h 43"/>
                      <a:gd name="T54" fmla="*/ 18 w 26"/>
                      <a:gd name="T55" fmla="*/ 38 h 43"/>
                      <a:gd name="T56" fmla="*/ 18 w 26"/>
                      <a:gd name="T57" fmla="*/ 37 h 43"/>
                      <a:gd name="T58" fmla="*/ 18 w 26"/>
                      <a:gd name="T59" fmla="*/ 37 h 43"/>
                      <a:gd name="T60" fmla="*/ 18 w 26"/>
                      <a:gd name="T61" fmla="*/ 36 h 43"/>
                      <a:gd name="T62" fmla="*/ 18 w 26"/>
                      <a:gd name="T63" fmla="*/ 36 h 43"/>
                      <a:gd name="T64" fmla="*/ 18 w 26"/>
                      <a:gd name="T65" fmla="*/ 36 h 43"/>
                      <a:gd name="T66" fmla="*/ 18 w 26"/>
                      <a:gd name="T67" fmla="*/ 35 h 43"/>
                      <a:gd name="T68" fmla="*/ 18 w 26"/>
                      <a:gd name="T69" fmla="*/ 34 h 43"/>
                      <a:gd name="T70" fmla="*/ 18 w 26"/>
                      <a:gd name="T71" fmla="*/ 34 h 43"/>
                      <a:gd name="T72" fmla="*/ 18 w 26"/>
                      <a:gd name="T73" fmla="*/ 34 h 43"/>
                      <a:gd name="T74" fmla="*/ 18 w 26"/>
                      <a:gd name="T75" fmla="*/ 32 h 43"/>
                      <a:gd name="T76" fmla="*/ 20 w 26"/>
                      <a:gd name="T77" fmla="*/ 30 h 43"/>
                      <a:gd name="T78" fmla="*/ 22 w 26"/>
                      <a:gd name="T79" fmla="*/ 23 h 43"/>
                      <a:gd name="T80" fmla="*/ 13 w 26"/>
                      <a:gd name="T81" fmla="*/ 0 h 43"/>
                      <a:gd name="T82" fmla="*/ 4 w 26"/>
                      <a:gd name="T83" fmla="*/ 23 h 43"/>
                      <a:gd name="T84" fmla="*/ 6 w 26"/>
                      <a:gd name="T85" fmla="*/ 30 h 43"/>
                      <a:gd name="T86" fmla="*/ 8 w 26"/>
                      <a:gd name="T87" fmla="*/ 33 h 43"/>
                      <a:gd name="T88" fmla="*/ 8 w 26"/>
                      <a:gd name="T89" fmla="*/ 35 h 43"/>
                      <a:gd name="T90" fmla="*/ 8 w 26"/>
                      <a:gd name="T91" fmla="*/ 35 h 43"/>
                      <a:gd name="T92" fmla="*/ 8 w 26"/>
                      <a:gd name="T93" fmla="*/ 35 h 43"/>
                      <a:gd name="T94" fmla="*/ 8 w 26"/>
                      <a:gd name="T95" fmla="*/ 36 h 43"/>
                      <a:gd name="T96" fmla="*/ 8 w 26"/>
                      <a:gd name="T97" fmla="*/ 36 h 43"/>
                      <a:gd name="T98" fmla="*/ 8 w 26"/>
                      <a:gd name="T99" fmla="*/ 37 h 43"/>
                      <a:gd name="T100" fmla="*/ 8 w 26"/>
                      <a:gd name="T101" fmla="*/ 38 h 43"/>
                      <a:gd name="T102" fmla="*/ 8 w 26"/>
                      <a:gd name="T103" fmla="*/ 38 h 43"/>
                      <a:gd name="T104" fmla="*/ 8 w 26"/>
                      <a:gd name="T105" fmla="*/ 38 h 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26" h="43">
                        <a:moveTo>
                          <a:pt x="13" y="43"/>
                        </a:moveTo>
                        <a:cubicBezTo>
                          <a:pt x="13" y="43"/>
                          <a:pt x="13" y="43"/>
                          <a:pt x="13" y="43"/>
                        </a:cubicBezTo>
                        <a:cubicBezTo>
                          <a:pt x="12" y="43"/>
                          <a:pt x="11" y="43"/>
                          <a:pt x="11" y="43"/>
                        </a:cubicBezTo>
                        <a:cubicBezTo>
                          <a:pt x="7" y="39"/>
                          <a:pt x="7" y="39"/>
                          <a:pt x="7" y="39"/>
                        </a:cubicBezTo>
                        <a:cubicBezTo>
                          <a:pt x="7" y="39"/>
                          <a:pt x="7" y="39"/>
                          <a:pt x="7" y="39"/>
                        </a:cubicBezTo>
                        <a:cubicBezTo>
                          <a:pt x="7" y="39"/>
                          <a:pt x="7" y="39"/>
                          <a:pt x="7" y="39"/>
                        </a:cubicBezTo>
                        <a:cubicBezTo>
                          <a:pt x="8" y="39"/>
                          <a:pt x="8" y="39"/>
                          <a:pt x="8" y="39"/>
                        </a:cubicBezTo>
                        <a:cubicBezTo>
                          <a:pt x="8" y="39"/>
                          <a:pt x="8" y="39"/>
                          <a:pt x="8" y="39"/>
                        </a:cubicBezTo>
                        <a:cubicBezTo>
                          <a:pt x="7" y="38"/>
                          <a:pt x="7" y="38"/>
                          <a:pt x="7" y="38"/>
                        </a:cubicBezTo>
                        <a:cubicBezTo>
                          <a:pt x="7" y="38"/>
                          <a:pt x="7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7" y="37"/>
                          <a:pt x="7" y="37"/>
                          <a:pt x="7" y="37"/>
                        </a:cubicBezTo>
                        <a:cubicBezTo>
                          <a:pt x="7" y="36"/>
                          <a:pt x="7" y="36"/>
                          <a:pt x="7" y="36"/>
                        </a:cubicBezTo>
                        <a:cubicBezTo>
                          <a:pt x="7" y="36"/>
                          <a:pt x="7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7" y="35"/>
                          <a:pt x="7" y="35"/>
                          <a:pt x="7" y="35"/>
                        </a:cubicBezTo>
                        <a:cubicBezTo>
                          <a:pt x="7" y="35"/>
                          <a:pt x="7" y="35"/>
                          <a:pt x="7" y="35"/>
                        </a:cubicBezTo>
                        <a:cubicBezTo>
                          <a:pt x="7" y="34"/>
                          <a:pt x="7" y="34"/>
                          <a:pt x="7" y="34"/>
                        </a:cubicBezTo>
                        <a:cubicBezTo>
                          <a:pt x="8" y="34"/>
                          <a:pt x="8" y="34"/>
                          <a:pt x="8" y="34"/>
                        </a:cubicBezTo>
                        <a:cubicBezTo>
                          <a:pt x="8" y="34"/>
                          <a:pt x="8" y="34"/>
                          <a:pt x="8" y="34"/>
                        </a:cubicBezTo>
                        <a:cubicBezTo>
                          <a:pt x="7" y="34"/>
                          <a:pt x="7" y="34"/>
                          <a:pt x="7" y="34"/>
                        </a:cubicBezTo>
                        <a:cubicBezTo>
                          <a:pt x="7" y="34"/>
                          <a:pt x="7" y="34"/>
                          <a:pt x="7" y="34"/>
                        </a:cubicBezTo>
                        <a:cubicBezTo>
                          <a:pt x="7" y="32"/>
                          <a:pt x="7" y="32"/>
                          <a:pt x="7" y="32"/>
                        </a:cubicBezTo>
                        <a:cubicBezTo>
                          <a:pt x="6" y="31"/>
                          <a:pt x="6" y="30"/>
                          <a:pt x="6" y="30"/>
                        </a:cubicBezTo>
                        <a:cubicBezTo>
                          <a:pt x="6" y="30"/>
                          <a:pt x="6" y="29"/>
                          <a:pt x="6" y="28"/>
                        </a:cubicBezTo>
                        <a:cubicBezTo>
                          <a:pt x="6" y="26"/>
                          <a:pt x="4" y="24"/>
                          <a:pt x="4" y="23"/>
                        </a:cubicBezTo>
                        <a:cubicBezTo>
                          <a:pt x="4" y="23"/>
                          <a:pt x="4" y="23"/>
                          <a:pt x="4" y="23"/>
                        </a:cubicBezTo>
                        <a:cubicBezTo>
                          <a:pt x="3" y="22"/>
                          <a:pt x="3" y="21"/>
                          <a:pt x="2" y="19"/>
                        </a:cubicBezTo>
                        <a:cubicBezTo>
                          <a:pt x="1" y="17"/>
                          <a:pt x="0" y="15"/>
                          <a:pt x="0" y="13"/>
                        </a:cubicBezTo>
                        <a:cubicBezTo>
                          <a:pt x="0" y="5"/>
                          <a:pt x="6" y="0"/>
                          <a:pt x="13" y="0"/>
                        </a:cubicBezTo>
                        <a:cubicBezTo>
                          <a:pt x="20" y="0"/>
                          <a:pt x="26" y="6"/>
                          <a:pt x="26" y="13"/>
                        </a:cubicBezTo>
                        <a:cubicBezTo>
                          <a:pt x="26" y="15"/>
                          <a:pt x="25" y="18"/>
                          <a:pt x="24" y="20"/>
                        </a:cubicBezTo>
                        <a:cubicBezTo>
                          <a:pt x="23" y="21"/>
                          <a:pt x="23" y="22"/>
                          <a:pt x="22" y="23"/>
                        </a:cubicBezTo>
                        <a:cubicBezTo>
                          <a:pt x="22" y="23"/>
                          <a:pt x="22" y="23"/>
                          <a:pt x="22" y="23"/>
                        </a:cubicBezTo>
                        <a:cubicBezTo>
                          <a:pt x="22" y="24"/>
                          <a:pt x="20" y="26"/>
                          <a:pt x="20" y="27"/>
                        </a:cubicBezTo>
                        <a:cubicBezTo>
                          <a:pt x="20" y="29"/>
                          <a:pt x="20" y="30"/>
                          <a:pt x="20" y="30"/>
                        </a:cubicBezTo>
                        <a:cubicBezTo>
                          <a:pt x="20" y="30"/>
                          <a:pt x="20" y="31"/>
                          <a:pt x="19" y="32"/>
                        </a:cubicBezTo>
                        <a:cubicBezTo>
                          <a:pt x="19" y="33"/>
                          <a:pt x="19" y="33"/>
                          <a:pt x="19" y="33"/>
                        </a:cubicBezTo>
                        <a:cubicBezTo>
                          <a:pt x="19" y="33"/>
                          <a:pt x="19" y="33"/>
                          <a:pt x="19" y="33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  <a:cubicBezTo>
                          <a:pt x="19" y="34"/>
                          <a:pt x="19" y="34"/>
                          <a:pt x="19" y="34"/>
                        </a:cubicBezTo>
                        <a:cubicBezTo>
                          <a:pt x="19" y="35"/>
                          <a:pt x="19" y="35"/>
                          <a:pt x="19" y="35"/>
                        </a:cubicBezTo>
                        <a:cubicBezTo>
                          <a:pt x="19" y="35"/>
                          <a:pt x="19" y="35"/>
                          <a:pt x="19" y="35"/>
                        </a:cubicBezTo>
                        <a:cubicBezTo>
                          <a:pt x="19" y="35"/>
                          <a:pt x="19" y="35"/>
                          <a:pt x="19" y="35"/>
                        </a:cubicBezTo>
                        <a:cubicBezTo>
                          <a:pt x="18" y="35"/>
                          <a:pt x="18" y="35"/>
                          <a:pt x="18" y="35"/>
                        </a:cubicBezTo>
                        <a:cubicBezTo>
                          <a:pt x="18" y="35"/>
                          <a:pt x="18" y="35"/>
                          <a:pt x="18" y="35"/>
                        </a:cubicBezTo>
                        <a:cubicBezTo>
                          <a:pt x="18" y="35"/>
                          <a:pt x="18" y="35"/>
                          <a:pt x="18" y="35"/>
                        </a:cubicBezTo>
                        <a:cubicBezTo>
                          <a:pt x="19" y="35"/>
                          <a:pt x="19" y="35"/>
                          <a:pt x="19" y="36"/>
                        </a:cubicBezTo>
                        <a:cubicBezTo>
                          <a:pt x="19" y="36"/>
                          <a:pt x="19" y="36"/>
                          <a:pt x="19" y="36"/>
                        </a:cubicBezTo>
                        <a:cubicBezTo>
                          <a:pt x="19" y="36"/>
                          <a:pt x="19" y="36"/>
                          <a:pt x="19" y="36"/>
                        </a:cubicBezTo>
                        <a:cubicBezTo>
                          <a:pt x="19" y="36"/>
                          <a:pt x="19" y="36"/>
                          <a:pt x="19" y="36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9" y="37"/>
                          <a:pt x="19" y="37"/>
                          <a:pt x="19" y="37"/>
                        </a:cubicBezTo>
                        <a:cubicBezTo>
                          <a:pt x="19" y="37"/>
                          <a:pt x="19" y="37"/>
                          <a:pt x="19" y="37"/>
                        </a:cubicBezTo>
                        <a:cubicBezTo>
                          <a:pt x="19" y="38"/>
                          <a:pt x="19" y="38"/>
                          <a:pt x="19" y="38"/>
                        </a:cubicBezTo>
                        <a:cubicBezTo>
                          <a:pt x="19" y="38"/>
                          <a:pt x="19" y="38"/>
                          <a:pt x="19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9" y="39"/>
                          <a:pt x="19" y="39"/>
                          <a:pt x="19" y="39"/>
                        </a:cubicBezTo>
                        <a:cubicBezTo>
                          <a:pt x="19" y="40"/>
                          <a:pt x="19" y="40"/>
                          <a:pt x="19" y="40"/>
                        </a:cubicBezTo>
                        <a:cubicBezTo>
                          <a:pt x="15" y="43"/>
                          <a:pt x="15" y="43"/>
                          <a:pt x="15" y="43"/>
                        </a:cubicBezTo>
                        <a:cubicBezTo>
                          <a:pt x="15" y="43"/>
                          <a:pt x="14" y="43"/>
                          <a:pt x="13" y="43"/>
                        </a:cubicBezTo>
                        <a:moveTo>
                          <a:pt x="8" y="39"/>
                        </a:moveTo>
                        <a:cubicBezTo>
                          <a:pt x="11" y="42"/>
                          <a:pt x="11" y="42"/>
                          <a:pt x="11" y="42"/>
                        </a:cubicBezTo>
                        <a:cubicBezTo>
                          <a:pt x="11" y="42"/>
                          <a:pt x="12" y="43"/>
                          <a:pt x="13" y="43"/>
                        </a:cubicBezTo>
                        <a:cubicBezTo>
                          <a:pt x="13" y="43"/>
                          <a:pt x="13" y="43"/>
                          <a:pt x="13" y="43"/>
                        </a:cubicBezTo>
                        <a:cubicBezTo>
                          <a:pt x="13" y="43"/>
                          <a:pt x="13" y="43"/>
                          <a:pt x="13" y="43"/>
                        </a:cubicBezTo>
                        <a:cubicBezTo>
                          <a:pt x="14" y="43"/>
                          <a:pt x="15" y="42"/>
                          <a:pt x="15" y="42"/>
                        </a:cubicBezTo>
                        <a:cubicBezTo>
                          <a:pt x="15" y="42"/>
                          <a:pt x="15" y="42"/>
                          <a:pt x="15" y="42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5"/>
                          <a:pt x="18" y="35"/>
                          <a:pt x="18" y="35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  <a:cubicBezTo>
                          <a:pt x="18" y="32"/>
                          <a:pt x="18" y="32"/>
                          <a:pt x="18" y="32"/>
                        </a:cubicBezTo>
                        <a:cubicBezTo>
                          <a:pt x="18" y="32"/>
                          <a:pt x="18" y="32"/>
                          <a:pt x="18" y="32"/>
                        </a:cubicBezTo>
                        <a:cubicBezTo>
                          <a:pt x="18" y="32"/>
                          <a:pt x="18" y="32"/>
                          <a:pt x="18" y="32"/>
                        </a:cubicBezTo>
                        <a:cubicBezTo>
                          <a:pt x="19" y="31"/>
                          <a:pt x="20" y="30"/>
                          <a:pt x="20" y="30"/>
                        </a:cubicBezTo>
                        <a:cubicBezTo>
                          <a:pt x="20" y="30"/>
                          <a:pt x="20" y="29"/>
                          <a:pt x="20" y="27"/>
                        </a:cubicBezTo>
                        <a:cubicBezTo>
                          <a:pt x="20" y="26"/>
                          <a:pt x="21" y="24"/>
                          <a:pt x="22" y="23"/>
                        </a:cubicBezTo>
                        <a:cubicBezTo>
                          <a:pt x="22" y="23"/>
                          <a:pt x="22" y="23"/>
                          <a:pt x="22" y="23"/>
                        </a:cubicBezTo>
                        <a:cubicBezTo>
                          <a:pt x="22" y="22"/>
                          <a:pt x="23" y="21"/>
                          <a:pt x="23" y="19"/>
                        </a:cubicBezTo>
                        <a:cubicBezTo>
                          <a:pt x="25" y="17"/>
                          <a:pt x="25" y="15"/>
                          <a:pt x="25" y="13"/>
                        </a:cubicBezTo>
                        <a:cubicBezTo>
                          <a:pt x="25" y="6"/>
                          <a:pt x="20" y="0"/>
                          <a:pt x="13" y="0"/>
                        </a:cubicBezTo>
                        <a:cubicBezTo>
                          <a:pt x="6" y="0"/>
                          <a:pt x="1" y="6"/>
                          <a:pt x="1" y="13"/>
                        </a:cubicBezTo>
                        <a:cubicBezTo>
                          <a:pt x="1" y="15"/>
                          <a:pt x="1" y="17"/>
                          <a:pt x="2" y="19"/>
                        </a:cubicBezTo>
                        <a:cubicBezTo>
                          <a:pt x="3" y="21"/>
                          <a:pt x="4" y="22"/>
                          <a:pt x="4" y="23"/>
                        </a:cubicBezTo>
                        <a:cubicBezTo>
                          <a:pt x="4" y="23"/>
                          <a:pt x="4" y="23"/>
                          <a:pt x="4" y="23"/>
                        </a:cubicBezTo>
                        <a:cubicBezTo>
                          <a:pt x="5" y="24"/>
                          <a:pt x="6" y="26"/>
                          <a:pt x="6" y="28"/>
                        </a:cubicBezTo>
                        <a:cubicBezTo>
                          <a:pt x="6" y="29"/>
                          <a:pt x="6" y="30"/>
                          <a:pt x="6" y="30"/>
                        </a:cubicBezTo>
                        <a:cubicBezTo>
                          <a:pt x="6" y="30"/>
                          <a:pt x="7" y="31"/>
                          <a:pt x="8" y="32"/>
                        </a:cubicBezTo>
                        <a:cubicBezTo>
                          <a:pt x="8" y="32"/>
                          <a:pt x="8" y="32"/>
                          <a:pt x="8" y="32"/>
                        </a:cubicBezTo>
                        <a:cubicBezTo>
                          <a:pt x="8" y="33"/>
                          <a:pt x="8" y="33"/>
                          <a:pt x="8" y="33"/>
                        </a:cubicBezTo>
                        <a:cubicBezTo>
                          <a:pt x="8" y="34"/>
                          <a:pt x="8" y="34"/>
                          <a:pt x="8" y="34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9"/>
                          <a:pt x="8" y="39"/>
                          <a:pt x="8" y="39"/>
                        </a:cubicBezTo>
                        <a:cubicBezTo>
                          <a:pt x="8" y="39"/>
                          <a:pt x="8" y="39"/>
                          <a:pt x="8" y="39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7" name="Freeform 90"/>
                  <p:cNvSpPr>
                    <a:spLocks/>
                  </p:cNvSpPr>
                  <p:nvPr/>
                </p:nvSpPr>
                <p:spPr bwMode="auto">
                  <a:xfrm>
                    <a:off x="3823" y="2142"/>
                    <a:ext cx="36" cy="53"/>
                  </a:xfrm>
                  <a:custGeom>
                    <a:avLst/>
                    <a:gdLst>
                      <a:gd name="T0" fmla="*/ 9 w 14"/>
                      <a:gd name="T1" fmla="*/ 21 h 21"/>
                      <a:gd name="T2" fmla="*/ 9 w 14"/>
                      <a:gd name="T3" fmla="*/ 21 h 21"/>
                      <a:gd name="T4" fmla="*/ 8 w 14"/>
                      <a:gd name="T5" fmla="*/ 21 h 21"/>
                      <a:gd name="T6" fmla="*/ 13 w 14"/>
                      <a:gd name="T7" fmla="*/ 1 h 21"/>
                      <a:gd name="T8" fmla="*/ 1 w 14"/>
                      <a:gd name="T9" fmla="*/ 2 h 21"/>
                      <a:gd name="T10" fmla="*/ 6 w 14"/>
                      <a:gd name="T11" fmla="*/ 21 h 21"/>
                      <a:gd name="T12" fmla="*/ 5 w 14"/>
                      <a:gd name="T13" fmla="*/ 21 h 21"/>
                      <a:gd name="T14" fmla="*/ 5 w 14"/>
                      <a:gd name="T15" fmla="*/ 21 h 21"/>
                      <a:gd name="T16" fmla="*/ 0 w 14"/>
                      <a:gd name="T17" fmla="*/ 0 h 21"/>
                      <a:gd name="T18" fmla="*/ 1 w 14"/>
                      <a:gd name="T19" fmla="*/ 0 h 21"/>
                      <a:gd name="T20" fmla="*/ 13 w 14"/>
                      <a:gd name="T21" fmla="*/ 0 h 21"/>
                      <a:gd name="T22" fmla="*/ 14 w 14"/>
                      <a:gd name="T23" fmla="*/ 0 h 21"/>
                      <a:gd name="T24" fmla="*/ 9 w 14"/>
                      <a:gd name="T25" fmla="*/ 21 h 21"/>
                      <a:gd name="T26" fmla="*/ 9 w 14"/>
                      <a:gd name="T27" fmla="*/ 21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" h="21">
                        <a:moveTo>
                          <a:pt x="9" y="21"/>
                        </a:moveTo>
                        <a:cubicBezTo>
                          <a:pt x="9" y="21"/>
                          <a:pt x="9" y="21"/>
                          <a:pt x="9" y="21"/>
                        </a:cubicBezTo>
                        <a:cubicBezTo>
                          <a:pt x="8" y="21"/>
                          <a:pt x="8" y="21"/>
                          <a:pt x="8" y="21"/>
                        </a:cubicBezTo>
                        <a:cubicBezTo>
                          <a:pt x="13" y="1"/>
                          <a:pt x="13" y="1"/>
                          <a:pt x="13" y="1"/>
                        </a:cubicBezTo>
                        <a:cubicBezTo>
                          <a:pt x="7" y="6"/>
                          <a:pt x="3" y="3"/>
                          <a:pt x="1" y="2"/>
                        </a:cubicBezTo>
                        <a:cubicBezTo>
                          <a:pt x="6" y="21"/>
                          <a:pt x="6" y="21"/>
                          <a:pt x="6" y="21"/>
                        </a:cubicBezTo>
                        <a:cubicBezTo>
                          <a:pt x="5" y="21"/>
                          <a:pt x="5" y="21"/>
                          <a:pt x="5" y="21"/>
                        </a:cubicBezTo>
                        <a:cubicBezTo>
                          <a:pt x="5" y="21"/>
                          <a:pt x="5" y="21"/>
                          <a:pt x="5" y="2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6" y="6"/>
                          <a:pt x="13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9" y="21"/>
                          <a:pt x="9" y="21"/>
                          <a:pt x="9" y="21"/>
                        </a:cubicBezTo>
                        <a:cubicBezTo>
                          <a:pt x="9" y="21"/>
                          <a:pt x="9" y="21"/>
                          <a:pt x="9" y="21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8" name="Freeform 91"/>
                  <p:cNvSpPr>
                    <a:spLocks/>
                  </p:cNvSpPr>
                  <p:nvPr/>
                </p:nvSpPr>
                <p:spPr bwMode="auto">
                  <a:xfrm>
                    <a:off x="3841" y="2150"/>
                    <a:ext cx="0" cy="48"/>
                  </a:xfrm>
                  <a:custGeom>
                    <a:avLst/>
                    <a:gdLst>
                      <a:gd name="T0" fmla="*/ 48 h 48"/>
                      <a:gd name="T1" fmla="*/ 45 h 48"/>
                      <a:gd name="T2" fmla="*/ 0 h 48"/>
                      <a:gd name="T3" fmla="*/ 0 h 48"/>
                      <a:gd name="T4" fmla="*/ 0 h 48"/>
                      <a:gd name="T5" fmla="*/ 45 h 48"/>
                      <a:gd name="T6" fmla="*/ 48 h 48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</a:cxnLst>
                    <a:rect l="0" t="0" r="r" b="b"/>
                    <a:pathLst>
                      <a:path h="48">
                        <a:moveTo>
                          <a:pt x="0" y="48"/>
                        </a:moveTo>
                        <a:lnTo>
                          <a:pt x="0" y="45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45"/>
                        </a:lnTo>
                        <a:lnTo>
                          <a:pt x="0" y="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9" name="Freeform 92"/>
                  <p:cNvSpPr>
                    <a:spLocks/>
                  </p:cNvSpPr>
                  <p:nvPr/>
                </p:nvSpPr>
                <p:spPr bwMode="auto">
                  <a:xfrm>
                    <a:off x="3841" y="2150"/>
                    <a:ext cx="0" cy="48"/>
                  </a:xfrm>
                  <a:custGeom>
                    <a:avLst/>
                    <a:gdLst>
                      <a:gd name="T0" fmla="*/ 48 h 48"/>
                      <a:gd name="T1" fmla="*/ 45 h 48"/>
                      <a:gd name="T2" fmla="*/ 0 h 48"/>
                      <a:gd name="T3" fmla="*/ 0 h 48"/>
                      <a:gd name="T4" fmla="*/ 0 h 48"/>
                      <a:gd name="T5" fmla="*/ 45 h 48"/>
                      <a:gd name="T6" fmla="*/ 48 h 48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</a:cxnLst>
                    <a:rect l="0" t="0" r="r" b="b"/>
                    <a:pathLst>
                      <a:path h="48">
                        <a:moveTo>
                          <a:pt x="0" y="48"/>
                        </a:moveTo>
                        <a:lnTo>
                          <a:pt x="0" y="45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45"/>
                        </a:lnTo>
                        <a:lnTo>
                          <a:pt x="0" y="48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0" name="Freeform 93"/>
                  <p:cNvSpPr>
                    <a:spLocks/>
                  </p:cNvSpPr>
                  <p:nvPr/>
                </p:nvSpPr>
                <p:spPr bwMode="auto">
                  <a:xfrm>
                    <a:off x="3826" y="2188"/>
                    <a:ext cx="31" cy="27"/>
                  </a:xfrm>
                  <a:custGeom>
                    <a:avLst/>
                    <a:gdLst>
                      <a:gd name="T0" fmla="*/ 12 w 12"/>
                      <a:gd name="T1" fmla="*/ 2 h 11"/>
                      <a:gd name="T2" fmla="*/ 11 w 12"/>
                      <a:gd name="T3" fmla="*/ 2 h 11"/>
                      <a:gd name="T4" fmla="*/ 11 w 12"/>
                      <a:gd name="T5" fmla="*/ 1 h 11"/>
                      <a:gd name="T6" fmla="*/ 12 w 12"/>
                      <a:gd name="T7" fmla="*/ 0 h 11"/>
                      <a:gd name="T8" fmla="*/ 0 w 12"/>
                      <a:gd name="T9" fmla="*/ 1 h 11"/>
                      <a:gd name="T10" fmla="*/ 1 w 12"/>
                      <a:gd name="T11" fmla="*/ 2 h 11"/>
                      <a:gd name="T12" fmla="*/ 0 w 12"/>
                      <a:gd name="T13" fmla="*/ 2 h 11"/>
                      <a:gd name="T14" fmla="*/ 0 w 12"/>
                      <a:gd name="T15" fmla="*/ 3 h 11"/>
                      <a:gd name="T16" fmla="*/ 1 w 12"/>
                      <a:gd name="T17" fmla="*/ 3 h 11"/>
                      <a:gd name="T18" fmla="*/ 1 w 12"/>
                      <a:gd name="T19" fmla="*/ 4 h 11"/>
                      <a:gd name="T20" fmla="*/ 1 w 12"/>
                      <a:gd name="T21" fmla="*/ 4 h 11"/>
                      <a:gd name="T22" fmla="*/ 0 w 12"/>
                      <a:gd name="T23" fmla="*/ 5 h 11"/>
                      <a:gd name="T24" fmla="*/ 1 w 12"/>
                      <a:gd name="T25" fmla="*/ 5 h 11"/>
                      <a:gd name="T26" fmla="*/ 1 w 12"/>
                      <a:gd name="T27" fmla="*/ 5 h 11"/>
                      <a:gd name="T28" fmla="*/ 0 w 12"/>
                      <a:gd name="T29" fmla="*/ 6 h 11"/>
                      <a:gd name="T30" fmla="*/ 1 w 12"/>
                      <a:gd name="T31" fmla="*/ 6 h 11"/>
                      <a:gd name="T32" fmla="*/ 0 w 12"/>
                      <a:gd name="T33" fmla="*/ 7 h 11"/>
                      <a:gd name="T34" fmla="*/ 0 w 12"/>
                      <a:gd name="T35" fmla="*/ 7 h 11"/>
                      <a:gd name="T36" fmla="*/ 0 w 12"/>
                      <a:gd name="T37" fmla="*/ 7 h 11"/>
                      <a:gd name="T38" fmla="*/ 6 w 12"/>
                      <a:gd name="T39" fmla="*/ 11 h 11"/>
                      <a:gd name="T40" fmla="*/ 8 w 12"/>
                      <a:gd name="T41" fmla="*/ 11 h 11"/>
                      <a:gd name="T42" fmla="*/ 12 w 12"/>
                      <a:gd name="T43" fmla="*/ 7 h 11"/>
                      <a:gd name="T44" fmla="*/ 11 w 12"/>
                      <a:gd name="T45" fmla="*/ 6 h 11"/>
                      <a:gd name="T46" fmla="*/ 11 w 12"/>
                      <a:gd name="T47" fmla="*/ 6 h 11"/>
                      <a:gd name="T48" fmla="*/ 12 w 12"/>
                      <a:gd name="T49" fmla="*/ 6 h 11"/>
                      <a:gd name="T50" fmla="*/ 12 w 12"/>
                      <a:gd name="T51" fmla="*/ 5 h 11"/>
                      <a:gd name="T52" fmla="*/ 11 w 12"/>
                      <a:gd name="T53" fmla="*/ 5 h 11"/>
                      <a:gd name="T54" fmla="*/ 12 w 12"/>
                      <a:gd name="T55" fmla="*/ 4 h 11"/>
                      <a:gd name="T56" fmla="*/ 12 w 12"/>
                      <a:gd name="T57" fmla="*/ 4 h 11"/>
                      <a:gd name="T58" fmla="*/ 11 w 12"/>
                      <a:gd name="T59" fmla="*/ 3 h 11"/>
                      <a:gd name="T60" fmla="*/ 11 w 12"/>
                      <a:gd name="T61" fmla="*/ 3 h 11"/>
                      <a:gd name="T62" fmla="*/ 12 w 12"/>
                      <a:gd name="T63" fmla="*/ 2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12" h="11">
                        <a:moveTo>
                          <a:pt x="12" y="2"/>
                        </a:move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11" y="1"/>
                          <a:pt x="11" y="1"/>
                          <a:pt x="11" y="1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1" y="7"/>
                          <a:pt x="1" y="7"/>
                          <a:pt x="1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4" y="11"/>
                          <a:pt x="4" y="11"/>
                          <a:pt x="4" y="11"/>
                        </a:cubicBezTo>
                        <a:cubicBezTo>
                          <a:pt x="4" y="11"/>
                          <a:pt x="5" y="11"/>
                          <a:pt x="6" y="11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7" y="11"/>
                          <a:pt x="8" y="11"/>
                          <a:pt x="8" y="11"/>
                        </a:cubicBezTo>
                        <a:cubicBezTo>
                          <a:pt x="12" y="7"/>
                          <a:pt x="12" y="7"/>
                          <a:pt x="12" y="7"/>
                        </a:cubicBezTo>
                        <a:cubicBezTo>
                          <a:pt x="12" y="7"/>
                          <a:pt x="12" y="7"/>
                          <a:pt x="12" y="7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12" y="5"/>
                          <a:pt x="12" y="5"/>
                          <a:pt x="12" y="5"/>
                        </a:cubicBezTo>
                        <a:cubicBezTo>
                          <a:pt x="12" y="5"/>
                          <a:pt x="12" y="5"/>
                          <a:pt x="12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68" name="Group 106"/>
                <p:cNvGrpSpPr>
                  <a:grpSpLocks noChangeAspect="1"/>
                </p:cNvGrpSpPr>
                <p:nvPr/>
              </p:nvGrpSpPr>
              <p:grpSpPr bwMode="auto">
                <a:xfrm>
                  <a:off x="5922364" y="2601685"/>
                  <a:ext cx="352608" cy="415895"/>
                  <a:chOff x="3801" y="2114"/>
                  <a:chExt cx="78" cy="92"/>
                </a:xfrm>
              </p:grpSpPr>
              <p:sp>
                <p:nvSpPr>
                  <p:cNvPr id="172" name="AutoShape 105"/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3801" y="2114"/>
                    <a:ext cx="78" cy="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3" name="Freeform 107"/>
                  <p:cNvSpPr>
                    <a:spLocks/>
                  </p:cNvSpPr>
                  <p:nvPr/>
                </p:nvSpPr>
                <p:spPr bwMode="auto">
                  <a:xfrm>
                    <a:off x="3822" y="2116"/>
                    <a:ext cx="34" cy="34"/>
                  </a:xfrm>
                  <a:custGeom>
                    <a:avLst/>
                    <a:gdLst>
                      <a:gd name="T0" fmla="*/ 6 w 13"/>
                      <a:gd name="T1" fmla="*/ 13 h 13"/>
                      <a:gd name="T2" fmla="*/ 7 w 13"/>
                      <a:gd name="T3" fmla="*/ 13 h 13"/>
                      <a:gd name="T4" fmla="*/ 13 w 13"/>
                      <a:gd name="T5" fmla="*/ 6 h 13"/>
                      <a:gd name="T6" fmla="*/ 7 w 13"/>
                      <a:gd name="T7" fmla="*/ 0 h 13"/>
                      <a:gd name="T8" fmla="*/ 6 w 13"/>
                      <a:gd name="T9" fmla="*/ 0 h 13"/>
                      <a:gd name="T10" fmla="*/ 0 w 13"/>
                      <a:gd name="T11" fmla="*/ 6 h 13"/>
                      <a:gd name="T12" fmla="*/ 6 w 13"/>
                      <a:gd name="T13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3" h="13">
                        <a:moveTo>
                          <a:pt x="6" y="13"/>
                        </a:moveTo>
                        <a:cubicBezTo>
                          <a:pt x="6" y="13"/>
                          <a:pt x="7" y="13"/>
                          <a:pt x="7" y="13"/>
                        </a:cubicBezTo>
                        <a:cubicBezTo>
                          <a:pt x="10" y="13"/>
                          <a:pt x="13" y="10"/>
                          <a:pt x="13" y="6"/>
                        </a:cubicBezTo>
                        <a:cubicBezTo>
                          <a:pt x="13" y="3"/>
                          <a:pt x="10" y="0"/>
                          <a:pt x="7" y="0"/>
                        </a:cubicBezTo>
                        <a:cubicBezTo>
                          <a:pt x="7" y="0"/>
                          <a:pt x="6" y="0"/>
                          <a:pt x="6" y="0"/>
                        </a:cubicBezTo>
                        <a:cubicBezTo>
                          <a:pt x="3" y="0"/>
                          <a:pt x="0" y="3"/>
                          <a:pt x="0" y="6"/>
                        </a:cubicBezTo>
                        <a:cubicBezTo>
                          <a:pt x="0" y="10"/>
                          <a:pt x="3" y="13"/>
                          <a:pt x="6" y="1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4" name="Freeform 108"/>
                  <p:cNvSpPr>
                    <a:spLocks/>
                  </p:cNvSpPr>
                  <p:nvPr/>
                </p:nvSpPr>
                <p:spPr bwMode="auto">
                  <a:xfrm>
                    <a:off x="3798" y="2155"/>
                    <a:ext cx="81" cy="53"/>
                  </a:xfrm>
                  <a:custGeom>
                    <a:avLst/>
                    <a:gdLst>
                      <a:gd name="T0" fmla="*/ 30 w 31"/>
                      <a:gd name="T1" fmla="*/ 5 h 21"/>
                      <a:gd name="T2" fmla="*/ 24 w 31"/>
                      <a:gd name="T3" fmla="*/ 0 h 21"/>
                      <a:gd name="T4" fmla="*/ 24 w 31"/>
                      <a:gd name="T5" fmla="*/ 0 h 21"/>
                      <a:gd name="T6" fmla="*/ 21 w 31"/>
                      <a:gd name="T7" fmla="*/ 0 h 21"/>
                      <a:gd name="T8" fmla="*/ 19 w 31"/>
                      <a:gd name="T9" fmla="*/ 7 h 21"/>
                      <a:gd name="T10" fmla="*/ 16 w 31"/>
                      <a:gd name="T11" fmla="*/ 15 h 21"/>
                      <a:gd name="T12" fmla="*/ 18 w 31"/>
                      <a:gd name="T13" fmla="*/ 10 h 21"/>
                      <a:gd name="T14" fmla="*/ 17 w 31"/>
                      <a:gd name="T15" fmla="*/ 2 h 21"/>
                      <a:gd name="T16" fmla="*/ 17 w 31"/>
                      <a:gd name="T17" fmla="*/ 1 h 21"/>
                      <a:gd name="T18" fmla="*/ 16 w 31"/>
                      <a:gd name="T19" fmla="*/ 0 h 21"/>
                      <a:gd name="T20" fmla="*/ 15 w 31"/>
                      <a:gd name="T21" fmla="*/ 0 h 21"/>
                      <a:gd name="T22" fmla="*/ 15 w 31"/>
                      <a:gd name="T23" fmla="*/ 1 h 21"/>
                      <a:gd name="T24" fmla="*/ 15 w 31"/>
                      <a:gd name="T25" fmla="*/ 2 h 21"/>
                      <a:gd name="T26" fmla="*/ 14 w 31"/>
                      <a:gd name="T27" fmla="*/ 10 h 21"/>
                      <a:gd name="T28" fmla="*/ 13 w 31"/>
                      <a:gd name="T29" fmla="*/ 7 h 21"/>
                      <a:gd name="T30" fmla="*/ 10 w 31"/>
                      <a:gd name="T31" fmla="*/ 0 h 21"/>
                      <a:gd name="T32" fmla="*/ 6 w 31"/>
                      <a:gd name="T33" fmla="*/ 0 h 21"/>
                      <a:gd name="T34" fmla="*/ 6 w 31"/>
                      <a:gd name="T35" fmla="*/ 1 h 21"/>
                      <a:gd name="T36" fmla="*/ 0 w 31"/>
                      <a:gd name="T37" fmla="*/ 5 h 21"/>
                      <a:gd name="T38" fmla="*/ 0 w 31"/>
                      <a:gd name="T39" fmla="*/ 21 h 21"/>
                      <a:gd name="T40" fmla="*/ 5 w 31"/>
                      <a:gd name="T41" fmla="*/ 21 h 21"/>
                      <a:gd name="T42" fmla="*/ 5 w 31"/>
                      <a:gd name="T43" fmla="*/ 9 h 21"/>
                      <a:gd name="T44" fmla="*/ 6 w 31"/>
                      <a:gd name="T45" fmla="*/ 9 h 21"/>
                      <a:gd name="T46" fmla="*/ 6 w 31"/>
                      <a:gd name="T47" fmla="*/ 21 h 21"/>
                      <a:gd name="T48" fmla="*/ 15 w 31"/>
                      <a:gd name="T49" fmla="*/ 21 h 21"/>
                      <a:gd name="T50" fmla="*/ 24 w 31"/>
                      <a:gd name="T51" fmla="*/ 21 h 21"/>
                      <a:gd name="T52" fmla="*/ 24 w 31"/>
                      <a:gd name="T53" fmla="*/ 9 h 21"/>
                      <a:gd name="T54" fmla="*/ 24 w 31"/>
                      <a:gd name="T55" fmla="*/ 9 h 21"/>
                      <a:gd name="T56" fmla="*/ 25 w 31"/>
                      <a:gd name="T57" fmla="*/ 9 h 21"/>
                      <a:gd name="T58" fmla="*/ 25 w 31"/>
                      <a:gd name="T59" fmla="*/ 21 h 21"/>
                      <a:gd name="T60" fmla="*/ 30 w 31"/>
                      <a:gd name="T61" fmla="*/ 21 h 21"/>
                      <a:gd name="T62" fmla="*/ 30 w 31"/>
                      <a:gd name="T63" fmla="*/ 5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31" h="21">
                        <a:moveTo>
                          <a:pt x="30" y="5"/>
                        </a:moveTo>
                        <a:cubicBezTo>
                          <a:pt x="28" y="1"/>
                          <a:pt x="25" y="1"/>
                          <a:pt x="24" y="0"/>
                        </a:cubicBezTo>
                        <a:cubicBezTo>
                          <a:pt x="24" y="0"/>
                          <a:pt x="24" y="0"/>
                          <a:pt x="24" y="0"/>
                        </a:cubicBez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19" y="7"/>
                          <a:pt x="19" y="7"/>
                          <a:pt x="19" y="7"/>
                        </a:cubicBezTo>
                        <a:cubicBezTo>
                          <a:pt x="16" y="15"/>
                          <a:pt x="16" y="15"/>
                          <a:pt x="16" y="15"/>
                        </a:cubicBezTo>
                        <a:cubicBezTo>
                          <a:pt x="18" y="10"/>
                          <a:pt x="18" y="10"/>
                          <a:pt x="18" y="10"/>
                        </a:cubicBezTo>
                        <a:cubicBezTo>
                          <a:pt x="17" y="2"/>
                          <a:pt x="17" y="2"/>
                          <a:pt x="17" y="2"/>
                        </a:cubicBezTo>
                        <a:cubicBezTo>
                          <a:pt x="17" y="2"/>
                          <a:pt x="17" y="2"/>
                          <a:pt x="17" y="1"/>
                        </a:cubicBezTo>
                        <a:cubicBezTo>
                          <a:pt x="17" y="1"/>
                          <a:pt x="16" y="0"/>
                          <a:pt x="16" y="0"/>
                        </a:cubicBezTo>
                        <a:cubicBezTo>
                          <a:pt x="16" y="0"/>
                          <a:pt x="15" y="0"/>
                          <a:pt x="15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2"/>
                          <a:pt x="15" y="2"/>
                          <a:pt x="15" y="2"/>
                        </a:cubicBezTo>
                        <a:cubicBezTo>
                          <a:pt x="14" y="10"/>
                          <a:pt x="14" y="10"/>
                          <a:pt x="14" y="10"/>
                        </a:cubicBezTo>
                        <a:cubicBezTo>
                          <a:pt x="13" y="7"/>
                          <a:pt x="13" y="7"/>
                          <a:pt x="13" y="7"/>
                        </a:cubicBez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4" y="1"/>
                          <a:pt x="1" y="2"/>
                          <a:pt x="0" y="5"/>
                        </a:cubicBezTo>
                        <a:cubicBezTo>
                          <a:pt x="0" y="7"/>
                          <a:pt x="0" y="15"/>
                          <a:pt x="0" y="21"/>
                        </a:cubicBezTo>
                        <a:cubicBezTo>
                          <a:pt x="5" y="21"/>
                          <a:pt x="5" y="21"/>
                          <a:pt x="5" y="21"/>
                        </a:cubicBezTo>
                        <a:cubicBezTo>
                          <a:pt x="5" y="9"/>
                          <a:pt x="5" y="9"/>
                          <a:pt x="5" y="9"/>
                        </a:cubicBezTo>
                        <a:cubicBezTo>
                          <a:pt x="5" y="9"/>
                          <a:pt x="5" y="9"/>
                          <a:pt x="6" y="9"/>
                        </a:cubicBezTo>
                        <a:cubicBezTo>
                          <a:pt x="6" y="21"/>
                          <a:pt x="6" y="21"/>
                          <a:pt x="6" y="21"/>
                        </a:cubicBezTo>
                        <a:cubicBezTo>
                          <a:pt x="15" y="21"/>
                          <a:pt x="15" y="21"/>
                          <a:pt x="15" y="2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4" y="9"/>
                          <a:pt x="24" y="9"/>
                          <a:pt x="24" y="9"/>
                        </a:cubicBezTo>
                        <a:cubicBezTo>
                          <a:pt x="24" y="9"/>
                          <a:pt x="24" y="9"/>
                          <a:pt x="24" y="9"/>
                        </a:cubicBezTo>
                        <a:cubicBezTo>
                          <a:pt x="25" y="9"/>
                          <a:pt x="25" y="9"/>
                          <a:pt x="25" y="9"/>
                        </a:cubicBezTo>
                        <a:cubicBezTo>
                          <a:pt x="25" y="21"/>
                          <a:pt x="25" y="21"/>
                          <a:pt x="25" y="21"/>
                        </a:cubicBezTo>
                        <a:cubicBezTo>
                          <a:pt x="30" y="21"/>
                          <a:pt x="30" y="21"/>
                          <a:pt x="30" y="21"/>
                        </a:cubicBezTo>
                        <a:cubicBezTo>
                          <a:pt x="31" y="15"/>
                          <a:pt x="30" y="6"/>
                          <a:pt x="30" y="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69" name="Group 111"/>
                <p:cNvGrpSpPr>
                  <a:grpSpLocks noChangeAspect="1"/>
                </p:cNvGrpSpPr>
                <p:nvPr/>
              </p:nvGrpSpPr>
              <p:grpSpPr bwMode="auto">
                <a:xfrm>
                  <a:off x="5996622" y="1669179"/>
                  <a:ext cx="217307" cy="388050"/>
                  <a:chOff x="3812" y="2110"/>
                  <a:chExt cx="56" cy="100"/>
                </a:xfrm>
              </p:grpSpPr>
              <p:sp>
                <p:nvSpPr>
                  <p:cNvPr id="170" name="AutoShape 110"/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3812" y="2110"/>
                    <a:ext cx="56" cy="1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1" name="Freeform 112"/>
                  <p:cNvSpPr>
                    <a:spLocks noEditPoints="1"/>
                  </p:cNvSpPr>
                  <p:nvPr/>
                </p:nvSpPr>
                <p:spPr bwMode="auto">
                  <a:xfrm>
                    <a:off x="3815" y="2112"/>
                    <a:ext cx="53" cy="98"/>
                  </a:xfrm>
                  <a:custGeom>
                    <a:avLst/>
                    <a:gdLst>
                      <a:gd name="T0" fmla="*/ 17 w 20"/>
                      <a:gd name="T1" fmla="*/ 0 h 38"/>
                      <a:gd name="T2" fmla="*/ 3 w 20"/>
                      <a:gd name="T3" fmla="*/ 0 h 38"/>
                      <a:gd name="T4" fmla="*/ 0 w 20"/>
                      <a:gd name="T5" fmla="*/ 3 h 38"/>
                      <a:gd name="T6" fmla="*/ 0 w 20"/>
                      <a:gd name="T7" fmla="*/ 35 h 38"/>
                      <a:gd name="T8" fmla="*/ 3 w 20"/>
                      <a:gd name="T9" fmla="*/ 38 h 38"/>
                      <a:gd name="T10" fmla="*/ 17 w 20"/>
                      <a:gd name="T11" fmla="*/ 38 h 38"/>
                      <a:gd name="T12" fmla="*/ 20 w 20"/>
                      <a:gd name="T13" fmla="*/ 35 h 38"/>
                      <a:gd name="T14" fmla="*/ 20 w 20"/>
                      <a:gd name="T15" fmla="*/ 3 h 38"/>
                      <a:gd name="T16" fmla="*/ 17 w 20"/>
                      <a:gd name="T17" fmla="*/ 0 h 38"/>
                      <a:gd name="T18" fmla="*/ 7 w 20"/>
                      <a:gd name="T19" fmla="*/ 3 h 38"/>
                      <a:gd name="T20" fmla="*/ 13 w 20"/>
                      <a:gd name="T21" fmla="*/ 3 h 38"/>
                      <a:gd name="T22" fmla="*/ 14 w 20"/>
                      <a:gd name="T23" fmla="*/ 4 h 38"/>
                      <a:gd name="T24" fmla="*/ 13 w 20"/>
                      <a:gd name="T25" fmla="*/ 4 h 38"/>
                      <a:gd name="T26" fmla="*/ 13 w 20"/>
                      <a:gd name="T27" fmla="*/ 4 h 38"/>
                      <a:gd name="T28" fmla="*/ 13 w 20"/>
                      <a:gd name="T29" fmla="*/ 4 h 38"/>
                      <a:gd name="T30" fmla="*/ 7 w 20"/>
                      <a:gd name="T31" fmla="*/ 4 h 38"/>
                      <a:gd name="T32" fmla="*/ 7 w 20"/>
                      <a:gd name="T33" fmla="*/ 4 h 38"/>
                      <a:gd name="T34" fmla="*/ 7 w 20"/>
                      <a:gd name="T35" fmla="*/ 4 h 38"/>
                      <a:gd name="T36" fmla="*/ 6 w 20"/>
                      <a:gd name="T37" fmla="*/ 4 h 38"/>
                      <a:gd name="T38" fmla="*/ 7 w 20"/>
                      <a:gd name="T39" fmla="*/ 3 h 38"/>
                      <a:gd name="T40" fmla="*/ 18 w 20"/>
                      <a:gd name="T41" fmla="*/ 33 h 38"/>
                      <a:gd name="T42" fmla="*/ 2 w 20"/>
                      <a:gd name="T43" fmla="*/ 33 h 38"/>
                      <a:gd name="T44" fmla="*/ 2 w 20"/>
                      <a:gd name="T45" fmla="*/ 6 h 38"/>
                      <a:gd name="T46" fmla="*/ 18 w 20"/>
                      <a:gd name="T47" fmla="*/ 6 h 38"/>
                      <a:gd name="T48" fmla="*/ 18 w 20"/>
                      <a:gd name="T49" fmla="*/ 33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20" h="38">
                        <a:moveTo>
                          <a:pt x="17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0" y="2"/>
                          <a:pt x="0" y="3"/>
                        </a:cubicBezTo>
                        <a:cubicBezTo>
                          <a:pt x="0" y="35"/>
                          <a:pt x="0" y="35"/>
                          <a:pt x="0" y="35"/>
                        </a:cubicBezTo>
                        <a:cubicBezTo>
                          <a:pt x="0" y="37"/>
                          <a:pt x="2" y="38"/>
                          <a:pt x="3" y="38"/>
                        </a:cubicBezTo>
                        <a:cubicBezTo>
                          <a:pt x="17" y="38"/>
                          <a:pt x="17" y="38"/>
                          <a:pt x="17" y="38"/>
                        </a:cubicBezTo>
                        <a:cubicBezTo>
                          <a:pt x="18" y="38"/>
                          <a:pt x="20" y="37"/>
                          <a:pt x="20" y="35"/>
                        </a:cubicBezTo>
                        <a:cubicBezTo>
                          <a:pt x="20" y="3"/>
                          <a:pt x="20" y="3"/>
                          <a:pt x="20" y="3"/>
                        </a:cubicBezTo>
                        <a:cubicBezTo>
                          <a:pt x="20" y="2"/>
                          <a:pt x="18" y="0"/>
                          <a:pt x="17" y="0"/>
                        </a:cubicBezTo>
                        <a:moveTo>
                          <a:pt x="7" y="3"/>
                        </a:moveTo>
                        <a:cubicBezTo>
                          <a:pt x="13" y="3"/>
                          <a:pt x="13" y="3"/>
                          <a:pt x="13" y="3"/>
                        </a:cubicBezTo>
                        <a:cubicBezTo>
                          <a:pt x="14" y="4"/>
                          <a:pt x="14" y="4"/>
                          <a:pt x="14" y="4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moveTo>
                          <a:pt x="18" y="33"/>
                        </a:moveTo>
                        <a:cubicBezTo>
                          <a:pt x="2" y="33"/>
                          <a:pt x="2" y="33"/>
                          <a:pt x="2" y="33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18" y="6"/>
                          <a:pt x="18" y="6"/>
                          <a:pt x="18" y="6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200" name="任意多边形 6"/>
            <p:cNvSpPr/>
            <p:nvPr/>
          </p:nvSpPr>
          <p:spPr>
            <a:xfrm rot="1860000" flipV="1">
              <a:off x="5154819" y="4287245"/>
              <a:ext cx="163408" cy="540000"/>
            </a:xfrm>
            <a:custGeom>
              <a:avLst/>
              <a:gdLst>
                <a:gd name="connsiteX0" fmla="*/ 1204282 w 2055930"/>
                <a:gd name="connsiteY0" fmla="*/ 77995 h 5294232"/>
                <a:gd name="connsiteX1" fmla="*/ 1970620 w 2055930"/>
                <a:gd name="connsiteY1" fmla="*/ 896414 h 5294232"/>
                <a:gd name="connsiteX2" fmla="*/ 1979972 w 2055930"/>
                <a:gd name="connsiteY2" fmla="*/ 909280 h 5294232"/>
                <a:gd name="connsiteX3" fmla="*/ 1998283 w 2055930"/>
                <a:gd name="connsiteY3" fmla="*/ 928836 h 5294232"/>
                <a:gd name="connsiteX4" fmla="*/ 1998283 w 2055930"/>
                <a:gd name="connsiteY4" fmla="*/ 1226095 h 5294232"/>
                <a:gd name="connsiteX5" fmla="*/ 1719939 w 2055930"/>
                <a:gd name="connsiteY5" fmla="*/ 1226095 h 5294232"/>
                <a:gd name="connsiteX6" fmla="*/ 1709641 w 2055930"/>
                <a:gd name="connsiteY6" fmla="*/ 1215098 h 5294232"/>
                <a:gd name="connsiteX7" fmla="*/ 1709642 w 2055930"/>
                <a:gd name="connsiteY7" fmla="*/ 3141183 h 5294232"/>
                <a:gd name="connsiteX8" fmla="*/ 1709852 w 2055930"/>
                <a:gd name="connsiteY8" fmla="*/ 3141183 h 5294232"/>
                <a:gd name="connsiteX9" fmla="*/ 1709852 w 2055930"/>
                <a:gd name="connsiteY9" fmla="*/ 5294232 h 5294232"/>
                <a:gd name="connsiteX10" fmla="*/ 345508 w 2055930"/>
                <a:gd name="connsiteY10" fmla="*/ 3929889 h 5294232"/>
                <a:gd name="connsiteX11" fmla="*/ 345508 w 2055930"/>
                <a:gd name="connsiteY11" fmla="*/ 3141183 h 5294232"/>
                <a:gd name="connsiteX12" fmla="*/ 346288 w 2055930"/>
                <a:gd name="connsiteY12" fmla="*/ 3141183 h 5294232"/>
                <a:gd name="connsiteX13" fmla="*/ 346287 w 2055930"/>
                <a:gd name="connsiteY13" fmla="*/ 1215100 h 5294232"/>
                <a:gd name="connsiteX14" fmla="*/ 335992 w 2055930"/>
                <a:gd name="connsiteY14" fmla="*/ 1226095 h 5294232"/>
                <a:gd name="connsiteX15" fmla="*/ 57647 w 2055930"/>
                <a:gd name="connsiteY15" fmla="*/ 1226095 h 5294232"/>
                <a:gd name="connsiteX16" fmla="*/ 57647 w 2055930"/>
                <a:gd name="connsiteY16" fmla="*/ 928836 h 5294232"/>
                <a:gd name="connsiteX17" fmla="*/ 75954 w 2055930"/>
                <a:gd name="connsiteY17" fmla="*/ 909284 h 5294232"/>
                <a:gd name="connsiteX18" fmla="*/ 85309 w 2055930"/>
                <a:gd name="connsiteY18" fmla="*/ 896413 h 5294232"/>
                <a:gd name="connsiteX19" fmla="*/ 851649 w 2055930"/>
                <a:gd name="connsiteY19" fmla="*/ 77995 h 5294232"/>
                <a:gd name="connsiteX20" fmla="*/ 1027965 w 2055930"/>
                <a:gd name="connsiteY20" fmla="*/ 0 h 5294232"/>
                <a:gd name="connsiteX21" fmla="*/ 1204282 w 2055930"/>
                <a:gd name="connsiteY21" fmla="*/ 77995 h 529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5930" h="5294232">
                  <a:moveTo>
                    <a:pt x="1204282" y="77995"/>
                  </a:moveTo>
                  <a:lnTo>
                    <a:pt x="1970620" y="896414"/>
                  </a:lnTo>
                  <a:lnTo>
                    <a:pt x="1979972" y="909280"/>
                  </a:lnTo>
                  <a:lnTo>
                    <a:pt x="1998283" y="928836"/>
                  </a:lnTo>
                  <a:cubicBezTo>
                    <a:pt x="2075146" y="1010922"/>
                    <a:pt x="2075146" y="1144010"/>
                    <a:pt x="1998283" y="1226095"/>
                  </a:cubicBezTo>
                  <a:cubicBezTo>
                    <a:pt x="1921420" y="1308181"/>
                    <a:pt x="1796802" y="1308181"/>
                    <a:pt x="1719939" y="1226095"/>
                  </a:cubicBezTo>
                  <a:lnTo>
                    <a:pt x="1709641" y="1215098"/>
                  </a:lnTo>
                  <a:lnTo>
                    <a:pt x="1709642" y="3141183"/>
                  </a:lnTo>
                  <a:lnTo>
                    <a:pt x="1709852" y="3141183"/>
                  </a:lnTo>
                  <a:lnTo>
                    <a:pt x="1709852" y="5294232"/>
                  </a:lnTo>
                  <a:lnTo>
                    <a:pt x="345508" y="3929889"/>
                  </a:lnTo>
                  <a:lnTo>
                    <a:pt x="345508" y="3141183"/>
                  </a:lnTo>
                  <a:lnTo>
                    <a:pt x="346288" y="3141183"/>
                  </a:lnTo>
                  <a:lnTo>
                    <a:pt x="346287" y="1215100"/>
                  </a:lnTo>
                  <a:lnTo>
                    <a:pt x="335992" y="1226095"/>
                  </a:lnTo>
                  <a:cubicBezTo>
                    <a:pt x="259128" y="1308181"/>
                    <a:pt x="134510" y="1308181"/>
                    <a:pt x="57647" y="1226095"/>
                  </a:cubicBezTo>
                  <a:cubicBezTo>
                    <a:pt x="-19216" y="1144009"/>
                    <a:pt x="-19216" y="1010922"/>
                    <a:pt x="57647" y="928836"/>
                  </a:cubicBezTo>
                  <a:lnTo>
                    <a:pt x="75954" y="909284"/>
                  </a:lnTo>
                  <a:lnTo>
                    <a:pt x="85309" y="896413"/>
                  </a:lnTo>
                  <a:lnTo>
                    <a:pt x="851649" y="77995"/>
                  </a:lnTo>
                  <a:cubicBezTo>
                    <a:pt x="900337" y="25998"/>
                    <a:pt x="964152" y="-1"/>
                    <a:pt x="1027965" y="0"/>
                  </a:cubicBezTo>
                  <a:cubicBezTo>
                    <a:pt x="1091779" y="-1"/>
                    <a:pt x="1155594" y="25998"/>
                    <a:pt x="1204282" y="77995"/>
                  </a:cubicBezTo>
                  <a:close/>
                </a:path>
              </a:pathLst>
            </a:custGeom>
            <a:gradFill>
              <a:gsLst>
                <a:gs pos="53000">
                  <a:srgbClr val="77448C"/>
                </a:gs>
                <a:gs pos="23000">
                  <a:srgbClr val="3E2349"/>
                </a:gs>
                <a:gs pos="0">
                  <a:srgbClr val="3C2246"/>
                </a:gs>
                <a:gs pos="84000">
                  <a:srgbClr val="AA78BE"/>
                </a:gs>
              </a:gsLst>
              <a:lin ang="162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1" name="任意多边形 3"/>
            <p:cNvSpPr/>
            <p:nvPr/>
          </p:nvSpPr>
          <p:spPr>
            <a:xfrm rot="2280000" flipH="1">
              <a:off x="5917048" y="4909994"/>
              <a:ext cx="163408" cy="540000"/>
            </a:xfrm>
            <a:custGeom>
              <a:avLst/>
              <a:gdLst>
                <a:gd name="connsiteX0" fmla="*/ 1204282 w 2055930"/>
                <a:gd name="connsiteY0" fmla="*/ 77995 h 5294232"/>
                <a:gd name="connsiteX1" fmla="*/ 1970620 w 2055930"/>
                <a:gd name="connsiteY1" fmla="*/ 896414 h 5294232"/>
                <a:gd name="connsiteX2" fmla="*/ 1979972 w 2055930"/>
                <a:gd name="connsiteY2" fmla="*/ 909280 h 5294232"/>
                <a:gd name="connsiteX3" fmla="*/ 1998283 w 2055930"/>
                <a:gd name="connsiteY3" fmla="*/ 928836 h 5294232"/>
                <a:gd name="connsiteX4" fmla="*/ 1998283 w 2055930"/>
                <a:gd name="connsiteY4" fmla="*/ 1226095 h 5294232"/>
                <a:gd name="connsiteX5" fmla="*/ 1719939 w 2055930"/>
                <a:gd name="connsiteY5" fmla="*/ 1226095 h 5294232"/>
                <a:gd name="connsiteX6" fmla="*/ 1709641 w 2055930"/>
                <a:gd name="connsiteY6" fmla="*/ 1215098 h 5294232"/>
                <a:gd name="connsiteX7" fmla="*/ 1709642 w 2055930"/>
                <a:gd name="connsiteY7" fmla="*/ 3141183 h 5294232"/>
                <a:gd name="connsiteX8" fmla="*/ 1709852 w 2055930"/>
                <a:gd name="connsiteY8" fmla="*/ 3141183 h 5294232"/>
                <a:gd name="connsiteX9" fmla="*/ 1709852 w 2055930"/>
                <a:gd name="connsiteY9" fmla="*/ 5294232 h 5294232"/>
                <a:gd name="connsiteX10" fmla="*/ 345508 w 2055930"/>
                <a:gd name="connsiteY10" fmla="*/ 3929889 h 5294232"/>
                <a:gd name="connsiteX11" fmla="*/ 345508 w 2055930"/>
                <a:gd name="connsiteY11" fmla="*/ 3141183 h 5294232"/>
                <a:gd name="connsiteX12" fmla="*/ 346288 w 2055930"/>
                <a:gd name="connsiteY12" fmla="*/ 3141183 h 5294232"/>
                <a:gd name="connsiteX13" fmla="*/ 346287 w 2055930"/>
                <a:gd name="connsiteY13" fmla="*/ 1215100 h 5294232"/>
                <a:gd name="connsiteX14" fmla="*/ 335992 w 2055930"/>
                <a:gd name="connsiteY14" fmla="*/ 1226095 h 5294232"/>
                <a:gd name="connsiteX15" fmla="*/ 57647 w 2055930"/>
                <a:gd name="connsiteY15" fmla="*/ 1226095 h 5294232"/>
                <a:gd name="connsiteX16" fmla="*/ 57647 w 2055930"/>
                <a:gd name="connsiteY16" fmla="*/ 928836 h 5294232"/>
                <a:gd name="connsiteX17" fmla="*/ 75954 w 2055930"/>
                <a:gd name="connsiteY17" fmla="*/ 909284 h 5294232"/>
                <a:gd name="connsiteX18" fmla="*/ 85309 w 2055930"/>
                <a:gd name="connsiteY18" fmla="*/ 896413 h 5294232"/>
                <a:gd name="connsiteX19" fmla="*/ 851649 w 2055930"/>
                <a:gd name="connsiteY19" fmla="*/ 77995 h 5294232"/>
                <a:gd name="connsiteX20" fmla="*/ 1027965 w 2055930"/>
                <a:gd name="connsiteY20" fmla="*/ 0 h 5294232"/>
                <a:gd name="connsiteX21" fmla="*/ 1204282 w 2055930"/>
                <a:gd name="connsiteY21" fmla="*/ 77995 h 529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5930" h="5294232">
                  <a:moveTo>
                    <a:pt x="1204282" y="77995"/>
                  </a:moveTo>
                  <a:lnTo>
                    <a:pt x="1970620" y="896414"/>
                  </a:lnTo>
                  <a:lnTo>
                    <a:pt x="1979972" y="909280"/>
                  </a:lnTo>
                  <a:lnTo>
                    <a:pt x="1998283" y="928836"/>
                  </a:lnTo>
                  <a:cubicBezTo>
                    <a:pt x="2075146" y="1010922"/>
                    <a:pt x="2075146" y="1144010"/>
                    <a:pt x="1998283" y="1226095"/>
                  </a:cubicBezTo>
                  <a:cubicBezTo>
                    <a:pt x="1921420" y="1308181"/>
                    <a:pt x="1796802" y="1308181"/>
                    <a:pt x="1719939" y="1226095"/>
                  </a:cubicBezTo>
                  <a:lnTo>
                    <a:pt x="1709641" y="1215098"/>
                  </a:lnTo>
                  <a:lnTo>
                    <a:pt x="1709642" y="3141183"/>
                  </a:lnTo>
                  <a:lnTo>
                    <a:pt x="1709852" y="3141183"/>
                  </a:lnTo>
                  <a:lnTo>
                    <a:pt x="1709852" y="5294232"/>
                  </a:lnTo>
                  <a:lnTo>
                    <a:pt x="345508" y="3929889"/>
                  </a:lnTo>
                  <a:lnTo>
                    <a:pt x="345508" y="3141183"/>
                  </a:lnTo>
                  <a:lnTo>
                    <a:pt x="346288" y="3141183"/>
                  </a:lnTo>
                  <a:lnTo>
                    <a:pt x="346287" y="1215100"/>
                  </a:lnTo>
                  <a:lnTo>
                    <a:pt x="335992" y="1226095"/>
                  </a:lnTo>
                  <a:cubicBezTo>
                    <a:pt x="259128" y="1308181"/>
                    <a:pt x="134510" y="1308181"/>
                    <a:pt x="57647" y="1226095"/>
                  </a:cubicBezTo>
                  <a:cubicBezTo>
                    <a:pt x="-19216" y="1144009"/>
                    <a:pt x="-19216" y="1010922"/>
                    <a:pt x="57647" y="928836"/>
                  </a:cubicBezTo>
                  <a:lnTo>
                    <a:pt x="75954" y="909284"/>
                  </a:lnTo>
                  <a:lnTo>
                    <a:pt x="85309" y="896413"/>
                  </a:lnTo>
                  <a:lnTo>
                    <a:pt x="851649" y="77995"/>
                  </a:lnTo>
                  <a:cubicBezTo>
                    <a:pt x="900337" y="25998"/>
                    <a:pt x="964152" y="-1"/>
                    <a:pt x="1027965" y="0"/>
                  </a:cubicBezTo>
                  <a:cubicBezTo>
                    <a:pt x="1091779" y="-1"/>
                    <a:pt x="1155594" y="25998"/>
                    <a:pt x="1204282" y="77995"/>
                  </a:cubicBezTo>
                  <a:close/>
                </a:path>
              </a:pathLst>
            </a:custGeom>
            <a:gradFill>
              <a:gsLst>
                <a:gs pos="78000">
                  <a:srgbClr val="01484F"/>
                </a:gs>
                <a:gs pos="58000">
                  <a:srgbClr val="0192A1"/>
                </a:gs>
                <a:gs pos="32000">
                  <a:srgbClr val="5EB8C1"/>
                </a:gs>
                <a:gs pos="0">
                  <a:srgbClr val="01D7ED"/>
                </a:gs>
                <a:gs pos="100000">
                  <a:srgbClr val="013F45"/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2" name="任意多边形 2"/>
            <p:cNvSpPr/>
            <p:nvPr/>
          </p:nvSpPr>
          <p:spPr>
            <a:xfrm rot="19440000">
              <a:off x="5965418" y="4304663"/>
              <a:ext cx="163408" cy="540000"/>
            </a:xfrm>
            <a:custGeom>
              <a:avLst/>
              <a:gdLst>
                <a:gd name="connsiteX0" fmla="*/ 1204282 w 2055930"/>
                <a:gd name="connsiteY0" fmla="*/ 77995 h 5294232"/>
                <a:gd name="connsiteX1" fmla="*/ 1970620 w 2055930"/>
                <a:gd name="connsiteY1" fmla="*/ 896414 h 5294232"/>
                <a:gd name="connsiteX2" fmla="*/ 1979972 w 2055930"/>
                <a:gd name="connsiteY2" fmla="*/ 909280 h 5294232"/>
                <a:gd name="connsiteX3" fmla="*/ 1998283 w 2055930"/>
                <a:gd name="connsiteY3" fmla="*/ 928836 h 5294232"/>
                <a:gd name="connsiteX4" fmla="*/ 1998283 w 2055930"/>
                <a:gd name="connsiteY4" fmla="*/ 1226095 h 5294232"/>
                <a:gd name="connsiteX5" fmla="*/ 1719939 w 2055930"/>
                <a:gd name="connsiteY5" fmla="*/ 1226095 h 5294232"/>
                <a:gd name="connsiteX6" fmla="*/ 1709641 w 2055930"/>
                <a:gd name="connsiteY6" fmla="*/ 1215098 h 5294232"/>
                <a:gd name="connsiteX7" fmla="*/ 1709642 w 2055930"/>
                <a:gd name="connsiteY7" fmla="*/ 3141183 h 5294232"/>
                <a:gd name="connsiteX8" fmla="*/ 1709852 w 2055930"/>
                <a:gd name="connsiteY8" fmla="*/ 3141183 h 5294232"/>
                <a:gd name="connsiteX9" fmla="*/ 1709852 w 2055930"/>
                <a:gd name="connsiteY9" fmla="*/ 5294232 h 5294232"/>
                <a:gd name="connsiteX10" fmla="*/ 345508 w 2055930"/>
                <a:gd name="connsiteY10" fmla="*/ 3929889 h 5294232"/>
                <a:gd name="connsiteX11" fmla="*/ 345508 w 2055930"/>
                <a:gd name="connsiteY11" fmla="*/ 3141183 h 5294232"/>
                <a:gd name="connsiteX12" fmla="*/ 346288 w 2055930"/>
                <a:gd name="connsiteY12" fmla="*/ 3141183 h 5294232"/>
                <a:gd name="connsiteX13" fmla="*/ 346287 w 2055930"/>
                <a:gd name="connsiteY13" fmla="*/ 1215100 h 5294232"/>
                <a:gd name="connsiteX14" fmla="*/ 335992 w 2055930"/>
                <a:gd name="connsiteY14" fmla="*/ 1226095 h 5294232"/>
                <a:gd name="connsiteX15" fmla="*/ 57647 w 2055930"/>
                <a:gd name="connsiteY15" fmla="*/ 1226095 h 5294232"/>
                <a:gd name="connsiteX16" fmla="*/ 57647 w 2055930"/>
                <a:gd name="connsiteY16" fmla="*/ 928836 h 5294232"/>
                <a:gd name="connsiteX17" fmla="*/ 75954 w 2055930"/>
                <a:gd name="connsiteY17" fmla="*/ 909284 h 5294232"/>
                <a:gd name="connsiteX18" fmla="*/ 85309 w 2055930"/>
                <a:gd name="connsiteY18" fmla="*/ 896413 h 5294232"/>
                <a:gd name="connsiteX19" fmla="*/ 851649 w 2055930"/>
                <a:gd name="connsiteY19" fmla="*/ 77995 h 5294232"/>
                <a:gd name="connsiteX20" fmla="*/ 1027965 w 2055930"/>
                <a:gd name="connsiteY20" fmla="*/ 0 h 5294232"/>
                <a:gd name="connsiteX21" fmla="*/ 1204282 w 2055930"/>
                <a:gd name="connsiteY21" fmla="*/ 77995 h 529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5930" h="5294232">
                  <a:moveTo>
                    <a:pt x="1204282" y="77995"/>
                  </a:moveTo>
                  <a:lnTo>
                    <a:pt x="1970620" y="896414"/>
                  </a:lnTo>
                  <a:lnTo>
                    <a:pt x="1979972" y="909280"/>
                  </a:lnTo>
                  <a:lnTo>
                    <a:pt x="1998283" y="928836"/>
                  </a:lnTo>
                  <a:cubicBezTo>
                    <a:pt x="2075146" y="1010922"/>
                    <a:pt x="2075146" y="1144010"/>
                    <a:pt x="1998283" y="1226095"/>
                  </a:cubicBezTo>
                  <a:cubicBezTo>
                    <a:pt x="1921420" y="1308181"/>
                    <a:pt x="1796802" y="1308181"/>
                    <a:pt x="1719939" y="1226095"/>
                  </a:cubicBezTo>
                  <a:lnTo>
                    <a:pt x="1709641" y="1215098"/>
                  </a:lnTo>
                  <a:lnTo>
                    <a:pt x="1709642" y="3141183"/>
                  </a:lnTo>
                  <a:lnTo>
                    <a:pt x="1709852" y="3141183"/>
                  </a:lnTo>
                  <a:lnTo>
                    <a:pt x="1709852" y="5294232"/>
                  </a:lnTo>
                  <a:lnTo>
                    <a:pt x="345508" y="3929889"/>
                  </a:lnTo>
                  <a:lnTo>
                    <a:pt x="345508" y="3141183"/>
                  </a:lnTo>
                  <a:lnTo>
                    <a:pt x="346288" y="3141183"/>
                  </a:lnTo>
                  <a:lnTo>
                    <a:pt x="346287" y="1215100"/>
                  </a:lnTo>
                  <a:lnTo>
                    <a:pt x="335992" y="1226095"/>
                  </a:lnTo>
                  <a:cubicBezTo>
                    <a:pt x="259128" y="1308181"/>
                    <a:pt x="134510" y="1308181"/>
                    <a:pt x="57647" y="1226095"/>
                  </a:cubicBezTo>
                  <a:cubicBezTo>
                    <a:pt x="-19216" y="1144009"/>
                    <a:pt x="-19216" y="1010922"/>
                    <a:pt x="57647" y="928836"/>
                  </a:cubicBezTo>
                  <a:lnTo>
                    <a:pt x="75954" y="909284"/>
                  </a:lnTo>
                  <a:lnTo>
                    <a:pt x="85309" y="896413"/>
                  </a:lnTo>
                  <a:lnTo>
                    <a:pt x="851649" y="77995"/>
                  </a:lnTo>
                  <a:cubicBezTo>
                    <a:pt x="900337" y="25998"/>
                    <a:pt x="964152" y="-1"/>
                    <a:pt x="1027965" y="0"/>
                  </a:cubicBezTo>
                  <a:cubicBezTo>
                    <a:pt x="1091779" y="-1"/>
                    <a:pt x="1155594" y="25998"/>
                    <a:pt x="1204282" y="77995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rgbClr val="FFB850"/>
                </a:gs>
                <a:gs pos="34000">
                  <a:srgbClr val="FFA015"/>
                </a:gs>
                <a:gs pos="0">
                  <a:srgbClr val="EE8E00"/>
                </a:gs>
                <a:gs pos="89000">
                  <a:srgbClr val="FFC671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3" name="任意多边形 7"/>
            <p:cNvSpPr/>
            <p:nvPr/>
          </p:nvSpPr>
          <p:spPr>
            <a:xfrm rot="19200000" flipH="1" flipV="1">
              <a:off x="5211623" y="4870645"/>
              <a:ext cx="163408" cy="540000"/>
            </a:xfrm>
            <a:custGeom>
              <a:avLst/>
              <a:gdLst>
                <a:gd name="connsiteX0" fmla="*/ 1204282 w 2055930"/>
                <a:gd name="connsiteY0" fmla="*/ 77995 h 5294232"/>
                <a:gd name="connsiteX1" fmla="*/ 1970620 w 2055930"/>
                <a:gd name="connsiteY1" fmla="*/ 896414 h 5294232"/>
                <a:gd name="connsiteX2" fmla="*/ 1979972 w 2055930"/>
                <a:gd name="connsiteY2" fmla="*/ 909280 h 5294232"/>
                <a:gd name="connsiteX3" fmla="*/ 1998283 w 2055930"/>
                <a:gd name="connsiteY3" fmla="*/ 928836 h 5294232"/>
                <a:gd name="connsiteX4" fmla="*/ 1998283 w 2055930"/>
                <a:gd name="connsiteY4" fmla="*/ 1226095 h 5294232"/>
                <a:gd name="connsiteX5" fmla="*/ 1719939 w 2055930"/>
                <a:gd name="connsiteY5" fmla="*/ 1226095 h 5294232"/>
                <a:gd name="connsiteX6" fmla="*/ 1709641 w 2055930"/>
                <a:gd name="connsiteY6" fmla="*/ 1215098 h 5294232"/>
                <a:gd name="connsiteX7" fmla="*/ 1709642 w 2055930"/>
                <a:gd name="connsiteY7" fmla="*/ 3141183 h 5294232"/>
                <a:gd name="connsiteX8" fmla="*/ 1709852 w 2055930"/>
                <a:gd name="connsiteY8" fmla="*/ 3141183 h 5294232"/>
                <a:gd name="connsiteX9" fmla="*/ 1709852 w 2055930"/>
                <a:gd name="connsiteY9" fmla="*/ 5294232 h 5294232"/>
                <a:gd name="connsiteX10" fmla="*/ 345508 w 2055930"/>
                <a:gd name="connsiteY10" fmla="*/ 3929889 h 5294232"/>
                <a:gd name="connsiteX11" fmla="*/ 345508 w 2055930"/>
                <a:gd name="connsiteY11" fmla="*/ 3141183 h 5294232"/>
                <a:gd name="connsiteX12" fmla="*/ 346288 w 2055930"/>
                <a:gd name="connsiteY12" fmla="*/ 3141183 h 5294232"/>
                <a:gd name="connsiteX13" fmla="*/ 346287 w 2055930"/>
                <a:gd name="connsiteY13" fmla="*/ 1215100 h 5294232"/>
                <a:gd name="connsiteX14" fmla="*/ 335992 w 2055930"/>
                <a:gd name="connsiteY14" fmla="*/ 1226095 h 5294232"/>
                <a:gd name="connsiteX15" fmla="*/ 57647 w 2055930"/>
                <a:gd name="connsiteY15" fmla="*/ 1226095 h 5294232"/>
                <a:gd name="connsiteX16" fmla="*/ 57647 w 2055930"/>
                <a:gd name="connsiteY16" fmla="*/ 928836 h 5294232"/>
                <a:gd name="connsiteX17" fmla="*/ 75954 w 2055930"/>
                <a:gd name="connsiteY17" fmla="*/ 909284 h 5294232"/>
                <a:gd name="connsiteX18" fmla="*/ 85309 w 2055930"/>
                <a:gd name="connsiteY18" fmla="*/ 896413 h 5294232"/>
                <a:gd name="connsiteX19" fmla="*/ 851649 w 2055930"/>
                <a:gd name="connsiteY19" fmla="*/ 77995 h 5294232"/>
                <a:gd name="connsiteX20" fmla="*/ 1027965 w 2055930"/>
                <a:gd name="connsiteY20" fmla="*/ 0 h 5294232"/>
                <a:gd name="connsiteX21" fmla="*/ 1204282 w 2055930"/>
                <a:gd name="connsiteY21" fmla="*/ 77995 h 529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5930" h="5294232">
                  <a:moveTo>
                    <a:pt x="1204282" y="77995"/>
                  </a:moveTo>
                  <a:lnTo>
                    <a:pt x="1970620" y="896414"/>
                  </a:lnTo>
                  <a:lnTo>
                    <a:pt x="1979972" y="909280"/>
                  </a:lnTo>
                  <a:lnTo>
                    <a:pt x="1998283" y="928836"/>
                  </a:lnTo>
                  <a:cubicBezTo>
                    <a:pt x="2075146" y="1010922"/>
                    <a:pt x="2075146" y="1144010"/>
                    <a:pt x="1998283" y="1226095"/>
                  </a:cubicBezTo>
                  <a:cubicBezTo>
                    <a:pt x="1921420" y="1308181"/>
                    <a:pt x="1796802" y="1308181"/>
                    <a:pt x="1719939" y="1226095"/>
                  </a:cubicBezTo>
                  <a:lnTo>
                    <a:pt x="1709641" y="1215098"/>
                  </a:lnTo>
                  <a:lnTo>
                    <a:pt x="1709642" y="3141183"/>
                  </a:lnTo>
                  <a:lnTo>
                    <a:pt x="1709852" y="3141183"/>
                  </a:lnTo>
                  <a:lnTo>
                    <a:pt x="1709852" y="5294232"/>
                  </a:lnTo>
                  <a:lnTo>
                    <a:pt x="345508" y="3929889"/>
                  </a:lnTo>
                  <a:lnTo>
                    <a:pt x="345508" y="3141183"/>
                  </a:lnTo>
                  <a:lnTo>
                    <a:pt x="346288" y="3141183"/>
                  </a:lnTo>
                  <a:lnTo>
                    <a:pt x="346287" y="1215100"/>
                  </a:lnTo>
                  <a:lnTo>
                    <a:pt x="335992" y="1226095"/>
                  </a:lnTo>
                  <a:cubicBezTo>
                    <a:pt x="259128" y="1308181"/>
                    <a:pt x="134510" y="1308181"/>
                    <a:pt x="57647" y="1226095"/>
                  </a:cubicBezTo>
                  <a:cubicBezTo>
                    <a:pt x="-19216" y="1144009"/>
                    <a:pt x="-19216" y="1010922"/>
                    <a:pt x="57647" y="928836"/>
                  </a:cubicBezTo>
                  <a:lnTo>
                    <a:pt x="75954" y="909284"/>
                  </a:lnTo>
                  <a:lnTo>
                    <a:pt x="85309" y="896413"/>
                  </a:lnTo>
                  <a:lnTo>
                    <a:pt x="851649" y="77995"/>
                  </a:lnTo>
                  <a:cubicBezTo>
                    <a:pt x="900337" y="25998"/>
                    <a:pt x="964152" y="-1"/>
                    <a:pt x="1027965" y="0"/>
                  </a:cubicBezTo>
                  <a:cubicBezTo>
                    <a:pt x="1091779" y="-1"/>
                    <a:pt x="1155594" y="25998"/>
                    <a:pt x="1204282" y="77995"/>
                  </a:cubicBezTo>
                  <a:close/>
                </a:path>
              </a:pathLst>
            </a:custGeom>
            <a:gradFill>
              <a:gsLst>
                <a:gs pos="75000">
                  <a:srgbClr val="E34F4F"/>
                </a:gs>
                <a:gs pos="52000">
                  <a:srgbClr val="E87071"/>
                </a:gs>
                <a:gs pos="0">
                  <a:srgbClr val="EF9B9B"/>
                </a:gs>
                <a:gs pos="100000">
                  <a:srgbClr val="E24A4A"/>
                </a:gs>
              </a:gsLst>
              <a:lin ang="162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</p:grpSp>
      <p:pic>
        <p:nvPicPr>
          <p:cNvPr id="45" name="圖片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5587" y="2174430"/>
            <a:ext cx="1501634" cy="9328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8" name="文字方塊 47"/>
          <p:cNvSpPr txBox="1"/>
          <p:nvPr/>
        </p:nvSpPr>
        <p:spPr>
          <a:xfrm>
            <a:off x="6084603" y="2183016"/>
            <a:ext cx="1598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/>
              <a:t>AI</a:t>
            </a:r>
            <a:r>
              <a:rPr lang="zh-CN" altLang="en-US" sz="1400" b="1" dirty="0" smtClean="0"/>
              <a:t>知識庫管理模塊</a:t>
            </a:r>
            <a:endParaRPr lang="zh-TW" altLang="en-US" sz="1400" b="1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629771" y="24662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+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14" name="AutoShape 36"/>
          <p:cNvSpPr/>
          <p:nvPr/>
        </p:nvSpPr>
        <p:spPr>
          <a:xfrm>
            <a:off x="214676" y="5057482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smtClean="0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115" name="AutoShape 37"/>
          <p:cNvSpPr/>
          <p:nvPr/>
        </p:nvSpPr>
        <p:spPr>
          <a:xfrm>
            <a:off x="697276" y="5057482"/>
            <a:ext cx="284552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 dirty="0" smtClean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危險提示</a:t>
            </a:r>
            <a:endParaRPr lang="en-US" sz="1100" dirty="0"/>
          </a:p>
        </p:txBody>
      </p:sp>
      <p:sp>
        <p:nvSpPr>
          <p:cNvPr id="116" name="AutoShape 38"/>
          <p:cNvSpPr/>
          <p:nvPr/>
        </p:nvSpPr>
        <p:spPr>
          <a:xfrm>
            <a:off x="686139" y="5462752"/>
            <a:ext cx="2831762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針對所有的對話</a:t>
            </a:r>
            <a:r>
              <a:rPr lang="en-US" altLang="zh-CN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識別危險問題</a:t>
            </a:r>
            <a:r>
              <a:rPr lang="en-US" altLang="zh-CN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并給出特別提示</a:t>
            </a:r>
            <a:endParaRPr lang="en-US" sz="1100" dirty="0"/>
          </a:p>
        </p:txBody>
      </p:sp>
      <p:sp>
        <p:nvSpPr>
          <p:cNvPr id="118" name="AutoShape 34"/>
          <p:cNvSpPr/>
          <p:nvPr/>
        </p:nvSpPr>
        <p:spPr>
          <a:xfrm>
            <a:off x="5722725" y="5626051"/>
            <a:ext cx="810379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000" dirty="0" smtClean="0"/>
              <a:t>權限管控</a:t>
            </a:r>
            <a:endParaRPr lang="en-US" sz="1000" dirty="0"/>
          </a:p>
        </p:txBody>
      </p:sp>
      <p:sp>
        <p:nvSpPr>
          <p:cNvPr id="119" name="AutoShape 35"/>
          <p:cNvSpPr/>
          <p:nvPr/>
        </p:nvSpPr>
        <p:spPr>
          <a:xfrm>
            <a:off x="4476027" y="5868564"/>
            <a:ext cx="2805000" cy="467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000" dirty="0" smtClean="0"/>
              <a:t>對管理、</a:t>
            </a:r>
            <a:r>
              <a:rPr lang="en-US" altLang="zh-CN" sz="1000" dirty="0" smtClean="0"/>
              <a:t>User</a:t>
            </a:r>
            <a:r>
              <a:rPr lang="zh-CN" altLang="en-US" sz="1000" dirty="0" smtClean="0"/>
              <a:t>模塊、涉及機密的知識庫、敏感問題</a:t>
            </a:r>
            <a:endParaRPr lang="en-US" altLang="zh-CN" sz="1000" dirty="0" smtClean="0"/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000" dirty="0" smtClean="0"/>
              <a:t>進行權限管控</a:t>
            </a:r>
            <a:endParaRPr lang="en-US" sz="1000" dirty="0"/>
          </a:p>
        </p:txBody>
      </p:sp>
      <p:pic>
        <p:nvPicPr>
          <p:cNvPr id="39" name="圖片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1067" y="5526193"/>
            <a:ext cx="329977" cy="39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2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1" grpId="0" animBg="1"/>
      <p:bldP spid="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效益評估</a:t>
            </a:r>
            <a:endParaRPr lang="en-US" altLang="zh-TW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770911" y="1078528"/>
            <a:ext cx="2416175" cy="661988"/>
          </a:xfrm>
          <a:prstGeom prst="rect">
            <a:avLst/>
          </a:prstGeom>
          <a:solidFill>
            <a:srgbClr val="3A8F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文本框 30"/>
          <p:cNvSpPr txBox="1"/>
          <p:nvPr/>
        </p:nvSpPr>
        <p:spPr>
          <a:xfrm>
            <a:off x="44370" y="1063411"/>
            <a:ext cx="513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3A8FCB"/>
                </a:solidFill>
                <a:latin typeface="Impact" panose="020B0806030902050204" pitchFamily="34" charset="0"/>
              </a:rPr>
              <a:t>01</a:t>
            </a:r>
            <a:endParaRPr lang="zh-CN" altLang="en-US" sz="2800" dirty="0">
              <a:solidFill>
                <a:srgbClr val="3A8FCB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277861" y="1046060"/>
            <a:ext cx="172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</a:rPr>
              <a:t>增效</a:t>
            </a:r>
            <a:endParaRPr lang="zh-TW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85199" y="2722528"/>
            <a:ext cx="2419350" cy="663575"/>
          </a:xfrm>
          <a:prstGeom prst="rect">
            <a:avLst/>
          </a:prstGeom>
          <a:solidFill>
            <a:srgbClr val="EA981E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9" name="文本框 28"/>
          <p:cNvSpPr txBox="1"/>
          <p:nvPr/>
        </p:nvSpPr>
        <p:spPr>
          <a:xfrm>
            <a:off x="44370" y="2732882"/>
            <a:ext cx="556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EA981E"/>
                </a:solidFill>
                <a:latin typeface="Impact" panose="020B0806030902050204" pitchFamily="34" charset="0"/>
              </a:rPr>
              <a:t>02</a:t>
            </a:r>
            <a:endParaRPr lang="zh-CN" altLang="en-US" sz="2800" dirty="0">
              <a:solidFill>
                <a:srgbClr val="EA981E"/>
              </a:solidFill>
              <a:latin typeface="Impact" panose="020B0806030902050204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292492" y="2678217"/>
            <a:ext cx="172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</a:rPr>
              <a:t>降本</a:t>
            </a:r>
            <a:endParaRPr lang="zh-TW" altLang="en-US" sz="4000" dirty="0">
              <a:solidFill>
                <a:schemeClr val="bg1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80105" y="4865831"/>
            <a:ext cx="1799814" cy="1472527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1414347" y="4340211"/>
            <a:ext cx="781354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效益計算邏輯：</a:t>
            </a:r>
            <a:endParaRPr lang="en-US" altLang="zh-CN" sz="1600" b="1" dirty="0" smtClean="0">
              <a:latin typeface="Arial" pitchFamily="34" charset="0"/>
              <a:ea typeface="微軟正黑體" pitchFamily="34" charset="-120"/>
              <a:cs typeface="Arial" pitchFamily="34" charset="0"/>
            </a:endParaRPr>
          </a:p>
          <a:p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節省人力費用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: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 </a:t>
            </a:r>
            <a:r>
              <a:rPr lang="en-US" altLang="zh-CN" sz="1600" dirty="0">
                <a:latin typeface="Arial" pitchFamily="34" charset="0"/>
                <a:ea typeface="微軟正黑體" pitchFamily="34" charset="-120"/>
                <a:cs typeface="Arial" pitchFamily="34" charset="0"/>
              </a:rPr>
              <a:t>=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8450*10*12=1,014,000  RMB/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年    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(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整廠</a:t>
            </a:r>
            <a:r>
              <a:rPr lang="zh-CN" altLang="en-US" sz="1600" dirty="0" smtClean="0">
                <a:latin typeface="Noto Sans SC"/>
                <a:ea typeface="Noto Sans SC"/>
                <a:cs typeface="Noto Sans SC"/>
                <a:sym typeface="Noto Sans SC"/>
              </a:rPr>
              <a:t>减</a:t>
            </a: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少</a:t>
            </a:r>
            <a:r>
              <a:rPr lang="en-US" altLang="zh-CN" sz="1600" dirty="0" smtClean="0"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zh-CN" altLang="en-US" sz="1600" dirty="0" smtClean="0"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r>
              <a:rPr lang="en-US" altLang="zh-CN" sz="1600" dirty="0">
                <a:latin typeface="Noto Sans SC"/>
                <a:ea typeface="Noto Sans SC"/>
                <a:cs typeface="Noto Sans SC"/>
                <a:sym typeface="Noto Sans SC"/>
              </a:rPr>
              <a:t>PMDL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).</a:t>
            </a:r>
          </a:p>
          <a:p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產能提升效益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: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 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=180000*0.5%*10*12=108,000  RMB/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年 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(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提升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0.5%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產出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)</a:t>
            </a:r>
          </a:p>
          <a:p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 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Cost Down 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約</a:t>
            </a:r>
            <a:r>
              <a:rPr lang="en-US" altLang="zh-CN" sz="2800" b="1" dirty="0" smtClean="0">
                <a:solidFill>
                  <a:srgbClr val="FF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111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萬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RMB/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年（</a:t>
            </a:r>
            <a:r>
              <a:rPr lang="en-US" altLang="zh-CN" sz="2400" b="1" dirty="0" smtClean="0">
                <a:solidFill>
                  <a:srgbClr val="FF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527</a:t>
            </a:r>
            <a:r>
              <a:rPr lang="zh-CN" altLang="en-US" sz="2400" b="1" dirty="0" smtClean="0">
                <a:solidFill>
                  <a:srgbClr val="FF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萬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NTD/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年）</a:t>
            </a:r>
            <a:endParaRPr lang="zh-TW" altLang="en-US" sz="1600" dirty="0">
              <a:latin typeface="Arial" pitchFamily="34" charset="0"/>
              <a:ea typeface="微軟正黑體" pitchFamily="34" charset="-120"/>
              <a:cs typeface="Arial" pitchFamily="34" charset="0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9137" y="4359249"/>
            <a:ext cx="894806" cy="89480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295343" y="1063411"/>
            <a:ext cx="69560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TW" sz="1600" b="1" dirty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約 80% </a:t>
            </a:r>
            <a:r>
              <a:rPr lang="en-US" altLang="zh-TW" sz="1600" b="1" dirty="0" err="1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技術支援</a:t>
            </a:r>
            <a:r>
              <a:rPr lang="zh-CN" altLang="en-US" sz="1600" b="1" dirty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可以</a:t>
            </a:r>
            <a:r>
              <a:rPr lang="en-US" altLang="zh-TW" sz="1600" b="1" dirty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由 AI </a:t>
            </a:r>
            <a:r>
              <a:rPr lang="en-US" altLang="zh-TW" sz="1600" b="1" dirty="0" err="1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助手自行解決</a:t>
            </a:r>
            <a:r>
              <a:rPr lang="en-US" altLang="zh-TW" sz="1600" b="1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Noto Sans SC"/>
                <a:sym typeface="Noto Sans SC"/>
              </a:rPr>
              <a:t>1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.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技術支援速度更及時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.</a:t>
            </a:r>
            <a:endParaRPr lang="en-US" altLang="zh-CN" sz="1600" b="1" dirty="0" smtClean="0">
              <a:solidFill>
                <a:srgbClr val="0000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zh-CN" altLang="en-US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資深維修工程師同比降低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.(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设备工程课可以减少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PMDL)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重大</a:t>
            </a:r>
            <a:r>
              <a:rPr lang="zh-CN" altLang="en-US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機況</a:t>
            </a:r>
            <a:r>
              <a:rPr lang="en-US" altLang="zh-TW" sz="1600" b="1" dirty="0" err="1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產線停機時間降低</a:t>
            </a:r>
            <a:r>
              <a:rPr lang="en-US" altLang="zh-TW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 33</a:t>
            </a:r>
            <a:r>
              <a:rPr lang="en-US" altLang="zh-TW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14" name="AutoShape 41"/>
          <p:cNvSpPr/>
          <p:nvPr/>
        </p:nvSpPr>
        <p:spPr>
          <a:xfrm>
            <a:off x="3388815" y="2477652"/>
            <a:ext cx="4911304" cy="15568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約 </a:t>
            </a:r>
            <a:r>
              <a:rPr lang="en-US" sz="1600" b="1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30</a:t>
            </a:r>
            <a:r>
              <a:rPr lang="en-US" sz="1600" b="1" i="0" u="none" strike="noStrike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% </a:t>
            </a:r>
            <a:r>
              <a:rPr lang="zh-CN" altLang="en-US" sz="1600" b="1" i="0" u="none" strike="noStrike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重大機況可以</a:t>
            </a:r>
            <a:r>
              <a:rPr lang="en-US" sz="1600" b="1" i="0" u="none" strike="noStrike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由 AI</a:t>
            </a:r>
            <a:r>
              <a:rPr lang="zh-CN" altLang="en-US" sz="1600" b="1" i="0" u="none" strike="noStrike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提前預警</a:t>
            </a:r>
            <a:r>
              <a:rPr lang="en-US" altLang="zh-CN" sz="1600" b="1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zh-CN" altLang="en-US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減少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非計劃性停機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降低生產綫人力浪費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en-US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2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.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避免重大機況導致的關聯機構損壞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r>
              <a:rPr lang="en-US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3.</a:t>
            </a:r>
            <a:r>
              <a:rPr lang="zh-CN" altLang="en-US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突發異常的被動調控→提前規劃借機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維護</a:t>
            </a:r>
            <a:endParaRPr lang="zh-TW" alt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21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1004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Arial" panose="020B0604020202020204" pitchFamily="34" charset="0"/>
              </a:rPr>
              <a:t>時程規劃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3" name="Freeform 5"/>
          <p:cNvSpPr>
            <a:spLocks/>
          </p:cNvSpPr>
          <p:nvPr/>
        </p:nvSpPr>
        <p:spPr bwMode="auto">
          <a:xfrm>
            <a:off x="888097" y="2730247"/>
            <a:ext cx="2127373" cy="612000"/>
          </a:xfrm>
          <a:custGeom>
            <a:avLst/>
            <a:gdLst>
              <a:gd name="T0" fmla="*/ 888 w 929"/>
              <a:gd name="T1" fmla="*/ 98 h 98"/>
              <a:gd name="T2" fmla="*/ 444 w 929"/>
              <a:gd name="T3" fmla="*/ 98 h 98"/>
              <a:gd name="T4" fmla="*/ 0 w 929"/>
              <a:gd name="T5" fmla="*/ 98 h 98"/>
              <a:gd name="T6" fmla="*/ 41 w 929"/>
              <a:gd name="T7" fmla="*/ 49 h 98"/>
              <a:gd name="T8" fmla="*/ 0 w 929"/>
              <a:gd name="T9" fmla="*/ 0 h 98"/>
              <a:gd name="T10" fmla="*/ 444 w 929"/>
              <a:gd name="T11" fmla="*/ 0 h 98"/>
              <a:gd name="T12" fmla="*/ 888 w 929"/>
              <a:gd name="T13" fmla="*/ 0 h 98"/>
              <a:gd name="T14" fmla="*/ 929 w 929"/>
              <a:gd name="T15" fmla="*/ 49 h 98"/>
              <a:gd name="T16" fmla="*/ 888 w 929"/>
              <a:gd name="T1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9" h="98">
                <a:moveTo>
                  <a:pt x="888" y="98"/>
                </a:moveTo>
                <a:lnTo>
                  <a:pt x="444" y="98"/>
                </a:lnTo>
                <a:lnTo>
                  <a:pt x="0" y="98"/>
                </a:lnTo>
                <a:lnTo>
                  <a:pt x="41" y="49"/>
                </a:lnTo>
                <a:lnTo>
                  <a:pt x="0" y="0"/>
                </a:lnTo>
                <a:lnTo>
                  <a:pt x="444" y="0"/>
                </a:lnTo>
                <a:lnTo>
                  <a:pt x="888" y="0"/>
                </a:lnTo>
                <a:lnTo>
                  <a:pt x="929" y="49"/>
                </a:lnTo>
                <a:lnTo>
                  <a:pt x="888" y="98"/>
                </a:lnTo>
                <a:close/>
              </a:path>
            </a:pathLst>
          </a:custGeom>
          <a:solidFill>
            <a:srgbClr val="3A8FCB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3362238" y="2730247"/>
            <a:ext cx="2122793" cy="612000"/>
          </a:xfrm>
          <a:custGeom>
            <a:avLst/>
            <a:gdLst>
              <a:gd name="T0" fmla="*/ 888 w 927"/>
              <a:gd name="T1" fmla="*/ 98 h 98"/>
              <a:gd name="T2" fmla="*/ 444 w 927"/>
              <a:gd name="T3" fmla="*/ 98 h 98"/>
              <a:gd name="T4" fmla="*/ 0 w 927"/>
              <a:gd name="T5" fmla="*/ 98 h 98"/>
              <a:gd name="T6" fmla="*/ 39 w 927"/>
              <a:gd name="T7" fmla="*/ 49 h 98"/>
              <a:gd name="T8" fmla="*/ 0 w 927"/>
              <a:gd name="T9" fmla="*/ 0 h 98"/>
              <a:gd name="T10" fmla="*/ 444 w 927"/>
              <a:gd name="T11" fmla="*/ 0 h 98"/>
              <a:gd name="T12" fmla="*/ 888 w 927"/>
              <a:gd name="T13" fmla="*/ 0 h 98"/>
              <a:gd name="T14" fmla="*/ 927 w 927"/>
              <a:gd name="T15" fmla="*/ 49 h 98"/>
              <a:gd name="T16" fmla="*/ 888 w 927"/>
              <a:gd name="T1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7" h="98">
                <a:moveTo>
                  <a:pt x="888" y="98"/>
                </a:moveTo>
                <a:lnTo>
                  <a:pt x="444" y="98"/>
                </a:lnTo>
                <a:lnTo>
                  <a:pt x="0" y="98"/>
                </a:lnTo>
                <a:lnTo>
                  <a:pt x="39" y="49"/>
                </a:lnTo>
                <a:lnTo>
                  <a:pt x="0" y="0"/>
                </a:lnTo>
                <a:lnTo>
                  <a:pt x="444" y="0"/>
                </a:lnTo>
                <a:lnTo>
                  <a:pt x="888" y="0"/>
                </a:lnTo>
                <a:lnTo>
                  <a:pt x="927" y="49"/>
                </a:lnTo>
                <a:lnTo>
                  <a:pt x="888" y="98"/>
                </a:lnTo>
                <a:close/>
              </a:path>
            </a:pathLst>
          </a:custGeom>
          <a:solidFill>
            <a:srgbClr val="4BB56D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5877520" y="2730247"/>
            <a:ext cx="2125082" cy="612000"/>
          </a:xfrm>
          <a:custGeom>
            <a:avLst/>
            <a:gdLst>
              <a:gd name="T0" fmla="*/ 888 w 928"/>
              <a:gd name="T1" fmla="*/ 98 h 98"/>
              <a:gd name="T2" fmla="*/ 444 w 928"/>
              <a:gd name="T3" fmla="*/ 98 h 98"/>
              <a:gd name="T4" fmla="*/ 0 w 928"/>
              <a:gd name="T5" fmla="*/ 98 h 98"/>
              <a:gd name="T6" fmla="*/ 39 w 928"/>
              <a:gd name="T7" fmla="*/ 49 h 98"/>
              <a:gd name="T8" fmla="*/ 0 w 928"/>
              <a:gd name="T9" fmla="*/ 0 h 98"/>
              <a:gd name="T10" fmla="*/ 444 w 928"/>
              <a:gd name="T11" fmla="*/ 0 h 98"/>
              <a:gd name="T12" fmla="*/ 888 w 928"/>
              <a:gd name="T13" fmla="*/ 0 h 98"/>
              <a:gd name="T14" fmla="*/ 928 w 928"/>
              <a:gd name="T15" fmla="*/ 49 h 98"/>
              <a:gd name="T16" fmla="*/ 888 w 928"/>
              <a:gd name="T1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8" h="98">
                <a:moveTo>
                  <a:pt x="888" y="98"/>
                </a:moveTo>
                <a:lnTo>
                  <a:pt x="444" y="98"/>
                </a:lnTo>
                <a:lnTo>
                  <a:pt x="0" y="98"/>
                </a:lnTo>
                <a:lnTo>
                  <a:pt x="39" y="49"/>
                </a:lnTo>
                <a:lnTo>
                  <a:pt x="0" y="0"/>
                </a:lnTo>
                <a:lnTo>
                  <a:pt x="444" y="0"/>
                </a:lnTo>
                <a:lnTo>
                  <a:pt x="888" y="0"/>
                </a:lnTo>
                <a:lnTo>
                  <a:pt x="928" y="49"/>
                </a:lnTo>
                <a:lnTo>
                  <a:pt x="888" y="98"/>
                </a:lnTo>
                <a:close/>
              </a:path>
            </a:pathLst>
          </a:custGeom>
          <a:solidFill>
            <a:srgbClr val="21998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8362320" y="2730247"/>
            <a:ext cx="2216197" cy="612000"/>
          </a:xfrm>
          <a:custGeom>
            <a:avLst/>
            <a:gdLst>
              <a:gd name="T0" fmla="*/ 889 w 928"/>
              <a:gd name="T1" fmla="*/ 98 h 98"/>
              <a:gd name="T2" fmla="*/ 444 w 928"/>
              <a:gd name="T3" fmla="*/ 98 h 98"/>
              <a:gd name="T4" fmla="*/ 0 w 928"/>
              <a:gd name="T5" fmla="*/ 98 h 98"/>
              <a:gd name="T6" fmla="*/ 40 w 928"/>
              <a:gd name="T7" fmla="*/ 49 h 98"/>
              <a:gd name="T8" fmla="*/ 0 w 928"/>
              <a:gd name="T9" fmla="*/ 0 h 98"/>
              <a:gd name="T10" fmla="*/ 444 w 928"/>
              <a:gd name="T11" fmla="*/ 0 h 98"/>
              <a:gd name="T12" fmla="*/ 889 w 928"/>
              <a:gd name="T13" fmla="*/ 0 h 98"/>
              <a:gd name="T14" fmla="*/ 928 w 928"/>
              <a:gd name="T15" fmla="*/ 49 h 98"/>
              <a:gd name="T16" fmla="*/ 889 w 928"/>
              <a:gd name="T1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8" h="98">
                <a:moveTo>
                  <a:pt x="889" y="98"/>
                </a:moveTo>
                <a:lnTo>
                  <a:pt x="444" y="98"/>
                </a:lnTo>
                <a:lnTo>
                  <a:pt x="0" y="98"/>
                </a:lnTo>
                <a:lnTo>
                  <a:pt x="40" y="49"/>
                </a:lnTo>
                <a:lnTo>
                  <a:pt x="0" y="0"/>
                </a:lnTo>
                <a:lnTo>
                  <a:pt x="444" y="0"/>
                </a:lnTo>
                <a:lnTo>
                  <a:pt x="889" y="0"/>
                </a:lnTo>
                <a:lnTo>
                  <a:pt x="928" y="49"/>
                </a:lnTo>
                <a:lnTo>
                  <a:pt x="889" y="98"/>
                </a:lnTo>
                <a:close/>
              </a:path>
            </a:pathLst>
          </a:custGeom>
          <a:solidFill>
            <a:srgbClr val="EB6B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30"/>
          <p:cNvSpPr>
            <a:spLocks noChangeArrowheads="1"/>
          </p:cNvSpPr>
          <p:nvPr/>
        </p:nvSpPr>
        <p:spPr bwMode="auto">
          <a:xfrm>
            <a:off x="1936898" y="3263080"/>
            <a:ext cx="34350" cy="762557"/>
          </a:xfrm>
          <a:prstGeom prst="rect">
            <a:avLst/>
          </a:prstGeom>
          <a:solidFill>
            <a:srgbClr val="3A8FCB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Rectangle 31"/>
          <p:cNvSpPr>
            <a:spLocks noChangeArrowheads="1"/>
          </p:cNvSpPr>
          <p:nvPr/>
        </p:nvSpPr>
        <p:spPr bwMode="auto">
          <a:xfrm>
            <a:off x="4413329" y="2082189"/>
            <a:ext cx="22900" cy="760266"/>
          </a:xfrm>
          <a:prstGeom prst="rect">
            <a:avLst/>
          </a:prstGeom>
          <a:solidFill>
            <a:srgbClr val="4BB56D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32"/>
          <p:cNvSpPr>
            <a:spLocks noChangeArrowheads="1"/>
          </p:cNvSpPr>
          <p:nvPr/>
        </p:nvSpPr>
        <p:spPr bwMode="auto">
          <a:xfrm>
            <a:off x="6928610" y="3263080"/>
            <a:ext cx="22900" cy="762557"/>
          </a:xfrm>
          <a:prstGeom prst="rect">
            <a:avLst/>
          </a:prstGeom>
          <a:solidFill>
            <a:srgbClr val="21998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Rectangle 33"/>
          <p:cNvSpPr>
            <a:spLocks noChangeArrowheads="1"/>
          </p:cNvSpPr>
          <p:nvPr/>
        </p:nvSpPr>
        <p:spPr bwMode="auto">
          <a:xfrm>
            <a:off x="9413411" y="2082189"/>
            <a:ext cx="22900" cy="760266"/>
          </a:xfrm>
          <a:prstGeom prst="rect">
            <a:avLst/>
          </a:prstGeom>
          <a:solidFill>
            <a:srgbClr val="DF69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Oval 35"/>
          <p:cNvSpPr>
            <a:spLocks noChangeArrowheads="1"/>
          </p:cNvSpPr>
          <p:nvPr/>
        </p:nvSpPr>
        <p:spPr bwMode="auto">
          <a:xfrm>
            <a:off x="3973657" y="1182235"/>
            <a:ext cx="899955" cy="902244"/>
          </a:xfrm>
          <a:prstGeom prst="ellipse">
            <a:avLst/>
          </a:prstGeom>
          <a:solidFill>
            <a:srgbClr val="4BB56D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36"/>
          <p:cNvSpPr>
            <a:spLocks/>
          </p:cNvSpPr>
          <p:nvPr/>
        </p:nvSpPr>
        <p:spPr bwMode="auto">
          <a:xfrm>
            <a:off x="4573626" y="1461610"/>
            <a:ext cx="98469" cy="160297"/>
          </a:xfrm>
          <a:custGeom>
            <a:avLst/>
            <a:gdLst>
              <a:gd name="T0" fmla="*/ 10 w 35"/>
              <a:gd name="T1" fmla="*/ 51 h 57"/>
              <a:gd name="T2" fmla="*/ 10 w 35"/>
              <a:gd name="T3" fmla="*/ 50 h 57"/>
              <a:gd name="T4" fmla="*/ 10 w 35"/>
              <a:gd name="T5" fmla="*/ 50 h 57"/>
              <a:gd name="T6" fmla="*/ 10 w 35"/>
              <a:gd name="T7" fmla="*/ 48 h 57"/>
              <a:gd name="T8" fmla="*/ 10 w 35"/>
              <a:gd name="T9" fmla="*/ 45 h 57"/>
              <a:gd name="T10" fmla="*/ 9 w 35"/>
              <a:gd name="T11" fmla="*/ 43 h 57"/>
              <a:gd name="T12" fmla="*/ 9 w 35"/>
              <a:gd name="T13" fmla="*/ 40 h 57"/>
              <a:gd name="T14" fmla="*/ 9 w 35"/>
              <a:gd name="T15" fmla="*/ 37 h 57"/>
              <a:gd name="T16" fmla="*/ 8 w 35"/>
              <a:gd name="T17" fmla="*/ 34 h 57"/>
              <a:gd name="T18" fmla="*/ 8 w 35"/>
              <a:gd name="T19" fmla="*/ 32 h 57"/>
              <a:gd name="T20" fmla="*/ 7 w 35"/>
              <a:gd name="T21" fmla="*/ 29 h 57"/>
              <a:gd name="T22" fmla="*/ 6 w 35"/>
              <a:gd name="T23" fmla="*/ 27 h 57"/>
              <a:gd name="T24" fmla="*/ 6 w 35"/>
              <a:gd name="T25" fmla="*/ 24 h 57"/>
              <a:gd name="T26" fmla="*/ 5 w 35"/>
              <a:gd name="T27" fmla="*/ 22 h 57"/>
              <a:gd name="T28" fmla="*/ 4 w 35"/>
              <a:gd name="T29" fmla="*/ 19 h 57"/>
              <a:gd name="T30" fmla="*/ 4 w 35"/>
              <a:gd name="T31" fmla="*/ 17 h 57"/>
              <a:gd name="T32" fmla="*/ 3 w 35"/>
              <a:gd name="T33" fmla="*/ 15 h 57"/>
              <a:gd name="T34" fmla="*/ 2 w 35"/>
              <a:gd name="T35" fmla="*/ 12 h 57"/>
              <a:gd name="T36" fmla="*/ 1 w 35"/>
              <a:gd name="T37" fmla="*/ 10 h 57"/>
              <a:gd name="T38" fmla="*/ 4 w 35"/>
              <a:gd name="T39" fmla="*/ 2 h 57"/>
              <a:gd name="T40" fmla="*/ 6 w 35"/>
              <a:gd name="T41" fmla="*/ 1 h 57"/>
              <a:gd name="T42" fmla="*/ 9 w 35"/>
              <a:gd name="T43" fmla="*/ 0 h 57"/>
              <a:gd name="T44" fmla="*/ 14 w 35"/>
              <a:gd name="T45" fmla="*/ 2 h 57"/>
              <a:gd name="T46" fmla="*/ 35 w 35"/>
              <a:gd name="T47" fmla="*/ 50 h 57"/>
              <a:gd name="T48" fmla="*/ 33 w 35"/>
              <a:gd name="T49" fmla="*/ 55 h 57"/>
              <a:gd name="T50" fmla="*/ 29 w 35"/>
              <a:gd name="T51" fmla="*/ 57 h 57"/>
              <a:gd name="T52" fmla="*/ 17 w 35"/>
              <a:gd name="T53" fmla="*/ 57 h 57"/>
              <a:gd name="T54" fmla="*/ 10 w 35"/>
              <a:gd name="T55" fmla="*/ 5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5" h="57">
                <a:moveTo>
                  <a:pt x="10" y="51"/>
                </a:moveTo>
                <a:cubicBezTo>
                  <a:pt x="10" y="51"/>
                  <a:pt x="10" y="51"/>
                  <a:pt x="10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49"/>
                  <a:pt x="10" y="48"/>
                  <a:pt x="10" y="48"/>
                </a:cubicBezTo>
                <a:cubicBezTo>
                  <a:pt x="10" y="47"/>
                  <a:pt x="10" y="46"/>
                  <a:pt x="10" y="45"/>
                </a:cubicBezTo>
                <a:cubicBezTo>
                  <a:pt x="10" y="44"/>
                  <a:pt x="9" y="43"/>
                  <a:pt x="9" y="43"/>
                </a:cubicBezTo>
                <a:cubicBezTo>
                  <a:pt x="9" y="42"/>
                  <a:pt x="9" y="41"/>
                  <a:pt x="9" y="40"/>
                </a:cubicBezTo>
                <a:cubicBezTo>
                  <a:pt x="9" y="39"/>
                  <a:pt x="9" y="38"/>
                  <a:pt x="9" y="37"/>
                </a:cubicBezTo>
                <a:cubicBezTo>
                  <a:pt x="8" y="36"/>
                  <a:pt x="8" y="35"/>
                  <a:pt x="8" y="34"/>
                </a:cubicBezTo>
                <a:cubicBezTo>
                  <a:pt x="8" y="34"/>
                  <a:pt x="8" y="33"/>
                  <a:pt x="8" y="32"/>
                </a:cubicBezTo>
                <a:cubicBezTo>
                  <a:pt x="7" y="31"/>
                  <a:pt x="7" y="30"/>
                  <a:pt x="7" y="29"/>
                </a:cubicBezTo>
                <a:cubicBezTo>
                  <a:pt x="7" y="29"/>
                  <a:pt x="7" y="28"/>
                  <a:pt x="6" y="27"/>
                </a:cubicBezTo>
                <a:cubicBezTo>
                  <a:pt x="6" y="26"/>
                  <a:pt x="6" y="25"/>
                  <a:pt x="6" y="24"/>
                </a:cubicBezTo>
                <a:cubicBezTo>
                  <a:pt x="6" y="24"/>
                  <a:pt x="5" y="23"/>
                  <a:pt x="5" y="22"/>
                </a:cubicBezTo>
                <a:cubicBezTo>
                  <a:pt x="5" y="21"/>
                  <a:pt x="5" y="20"/>
                  <a:pt x="4" y="19"/>
                </a:cubicBezTo>
                <a:cubicBezTo>
                  <a:pt x="4" y="19"/>
                  <a:pt x="4" y="18"/>
                  <a:pt x="4" y="17"/>
                </a:cubicBezTo>
                <a:cubicBezTo>
                  <a:pt x="3" y="16"/>
                  <a:pt x="3" y="15"/>
                  <a:pt x="3" y="15"/>
                </a:cubicBezTo>
                <a:cubicBezTo>
                  <a:pt x="2" y="14"/>
                  <a:pt x="2" y="13"/>
                  <a:pt x="2" y="12"/>
                </a:cubicBezTo>
                <a:cubicBezTo>
                  <a:pt x="2" y="12"/>
                  <a:pt x="1" y="11"/>
                  <a:pt x="1" y="10"/>
                </a:cubicBezTo>
                <a:cubicBezTo>
                  <a:pt x="0" y="7"/>
                  <a:pt x="1" y="3"/>
                  <a:pt x="4" y="2"/>
                </a:cubicBezTo>
                <a:cubicBezTo>
                  <a:pt x="5" y="1"/>
                  <a:pt x="5" y="1"/>
                  <a:pt x="6" y="1"/>
                </a:cubicBezTo>
                <a:cubicBezTo>
                  <a:pt x="7" y="0"/>
                  <a:pt x="8" y="0"/>
                  <a:pt x="9" y="0"/>
                </a:cubicBezTo>
                <a:cubicBezTo>
                  <a:pt x="11" y="0"/>
                  <a:pt x="12" y="1"/>
                  <a:pt x="14" y="2"/>
                </a:cubicBezTo>
                <a:cubicBezTo>
                  <a:pt x="25" y="16"/>
                  <a:pt x="33" y="32"/>
                  <a:pt x="35" y="50"/>
                </a:cubicBezTo>
                <a:cubicBezTo>
                  <a:pt x="35" y="52"/>
                  <a:pt x="35" y="54"/>
                  <a:pt x="33" y="55"/>
                </a:cubicBezTo>
                <a:cubicBezTo>
                  <a:pt x="32" y="57"/>
                  <a:pt x="30" y="57"/>
                  <a:pt x="29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13" y="57"/>
                  <a:pt x="10" y="55"/>
                  <a:pt x="10" y="5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37"/>
          <p:cNvSpPr>
            <a:spLocks/>
          </p:cNvSpPr>
          <p:nvPr/>
        </p:nvSpPr>
        <p:spPr bwMode="auto">
          <a:xfrm>
            <a:off x="4170593" y="1459321"/>
            <a:ext cx="100758" cy="162588"/>
          </a:xfrm>
          <a:custGeom>
            <a:avLst/>
            <a:gdLst>
              <a:gd name="T0" fmla="*/ 32 w 36"/>
              <a:gd name="T1" fmla="*/ 17 h 58"/>
              <a:gd name="T2" fmla="*/ 31 w 36"/>
              <a:gd name="T3" fmla="*/ 20 h 58"/>
              <a:gd name="T4" fmla="*/ 30 w 36"/>
              <a:gd name="T5" fmla="*/ 23 h 58"/>
              <a:gd name="T6" fmla="*/ 30 w 36"/>
              <a:gd name="T7" fmla="*/ 25 h 58"/>
              <a:gd name="T8" fmla="*/ 29 w 36"/>
              <a:gd name="T9" fmla="*/ 28 h 58"/>
              <a:gd name="T10" fmla="*/ 28 w 36"/>
              <a:gd name="T11" fmla="*/ 30 h 58"/>
              <a:gd name="T12" fmla="*/ 28 w 36"/>
              <a:gd name="T13" fmla="*/ 33 h 58"/>
              <a:gd name="T14" fmla="*/ 27 w 36"/>
              <a:gd name="T15" fmla="*/ 35 h 58"/>
              <a:gd name="T16" fmla="*/ 27 w 36"/>
              <a:gd name="T17" fmla="*/ 38 h 58"/>
              <a:gd name="T18" fmla="*/ 26 w 36"/>
              <a:gd name="T19" fmla="*/ 41 h 58"/>
              <a:gd name="T20" fmla="*/ 26 w 36"/>
              <a:gd name="T21" fmla="*/ 44 h 58"/>
              <a:gd name="T22" fmla="*/ 26 w 36"/>
              <a:gd name="T23" fmla="*/ 46 h 58"/>
              <a:gd name="T24" fmla="*/ 25 w 36"/>
              <a:gd name="T25" fmla="*/ 49 h 58"/>
              <a:gd name="T26" fmla="*/ 25 w 36"/>
              <a:gd name="T27" fmla="*/ 51 h 58"/>
              <a:gd name="T28" fmla="*/ 25 w 36"/>
              <a:gd name="T29" fmla="*/ 51 h 58"/>
              <a:gd name="T30" fmla="*/ 25 w 36"/>
              <a:gd name="T31" fmla="*/ 52 h 58"/>
              <a:gd name="T32" fmla="*/ 19 w 36"/>
              <a:gd name="T33" fmla="*/ 58 h 58"/>
              <a:gd name="T34" fmla="*/ 7 w 36"/>
              <a:gd name="T35" fmla="*/ 58 h 58"/>
              <a:gd name="T36" fmla="*/ 2 w 36"/>
              <a:gd name="T37" fmla="*/ 56 h 58"/>
              <a:gd name="T38" fmla="*/ 0 w 36"/>
              <a:gd name="T39" fmla="*/ 51 h 58"/>
              <a:gd name="T40" fmla="*/ 22 w 36"/>
              <a:gd name="T41" fmla="*/ 3 h 58"/>
              <a:gd name="T42" fmla="*/ 30 w 36"/>
              <a:gd name="T43" fmla="*/ 2 h 58"/>
              <a:gd name="T44" fmla="*/ 31 w 36"/>
              <a:gd name="T45" fmla="*/ 3 h 58"/>
              <a:gd name="T46" fmla="*/ 34 w 36"/>
              <a:gd name="T47" fmla="*/ 11 h 58"/>
              <a:gd name="T48" fmla="*/ 34 w 36"/>
              <a:gd name="T49" fmla="*/ 12 h 58"/>
              <a:gd name="T50" fmla="*/ 33 w 36"/>
              <a:gd name="T51" fmla="*/ 16 h 58"/>
              <a:gd name="T52" fmla="*/ 32 w 36"/>
              <a:gd name="T53" fmla="*/ 17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6" h="58">
                <a:moveTo>
                  <a:pt x="32" y="17"/>
                </a:moveTo>
                <a:cubicBezTo>
                  <a:pt x="32" y="18"/>
                  <a:pt x="31" y="19"/>
                  <a:pt x="31" y="20"/>
                </a:cubicBezTo>
                <a:cubicBezTo>
                  <a:pt x="31" y="21"/>
                  <a:pt x="31" y="22"/>
                  <a:pt x="30" y="23"/>
                </a:cubicBezTo>
                <a:cubicBezTo>
                  <a:pt x="30" y="24"/>
                  <a:pt x="30" y="24"/>
                  <a:pt x="30" y="25"/>
                </a:cubicBezTo>
                <a:cubicBezTo>
                  <a:pt x="29" y="26"/>
                  <a:pt x="29" y="27"/>
                  <a:pt x="29" y="28"/>
                </a:cubicBezTo>
                <a:cubicBezTo>
                  <a:pt x="29" y="29"/>
                  <a:pt x="29" y="30"/>
                  <a:pt x="28" y="30"/>
                </a:cubicBezTo>
                <a:cubicBezTo>
                  <a:pt x="28" y="31"/>
                  <a:pt x="28" y="32"/>
                  <a:pt x="28" y="33"/>
                </a:cubicBezTo>
                <a:cubicBezTo>
                  <a:pt x="28" y="34"/>
                  <a:pt x="27" y="35"/>
                  <a:pt x="27" y="35"/>
                </a:cubicBezTo>
                <a:cubicBezTo>
                  <a:pt x="27" y="36"/>
                  <a:pt x="27" y="37"/>
                  <a:pt x="27" y="38"/>
                </a:cubicBezTo>
                <a:cubicBezTo>
                  <a:pt x="27" y="39"/>
                  <a:pt x="27" y="40"/>
                  <a:pt x="26" y="41"/>
                </a:cubicBezTo>
                <a:cubicBezTo>
                  <a:pt x="26" y="42"/>
                  <a:pt x="26" y="43"/>
                  <a:pt x="26" y="44"/>
                </a:cubicBezTo>
                <a:cubicBezTo>
                  <a:pt x="26" y="44"/>
                  <a:pt x="26" y="45"/>
                  <a:pt x="26" y="46"/>
                </a:cubicBezTo>
                <a:cubicBezTo>
                  <a:pt x="26" y="47"/>
                  <a:pt x="26" y="48"/>
                  <a:pt x="25" y="49"/>
                </a:cubicBezTo>
                <a:cubicBezTo>
                  <a:pt x="25" y="50"/>
                  <a:pt x="25" y="50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6"/>
                  <a:pt x="22" y="58"/>
                  <a:pt x="19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5" y="58"/>
                  <a:pt x="3" y="58"/>
                  <a:pt x="2" y="56"/>
                </a:cubicBezTo>
                <a:cubicBezTo>
                  <a:pt x="1" y="55"/>
                  <a:pt x="0" y="53"/>
                  <a:pt x="0" y="51"/>
                </a:cubicBezTo>
                <a:cubicBezTo>
                  <a:pt x="2" y="33"/>
                  <a:pt x="10" y="17"/>
                  <a:pt x="22" y="3"/>
                </a:cubicBezTo>
                <a:cubicBezTo>
                  <a:pt x="24" y="1"/>
                  <a:pt x="27" y="0"/>
                  <a:pt x="30" y="2"/>
                </a:cubicBezTo>
                <a:cubicBezTo>
                  <a:pt x="30" y="2"/>
                  <a:pt x="31" y="2"/>
                  <a:pt x="31" y="3"/>
                </a:cubicBezTo>
                <a:cubicBezTo>
                  <a:pt x="34" y="4"/>
                  <a:pt x="36" y="8"/>
                  <a:pt x="34" y="11"/>
                </a:cubicBezTo>
                <a:cubicBezTo>
                  <a:pt x="34" y="11"/>
                  <a:pt x="34" y="12"/>
                  <a:pt x="34" y="12"/>
                </a:cubicBezTo>
                <a:cubicBezTo>
                  <a:pt x="33" y="13"/>
                  <a:pt x="33" y="14"/>
                  <a:pt x="33" y="16"/>
                </a:cubicBezTo>
                <a:cubicBezTo>
                  <a:pt x="32" y="16"/>
                  <a:pt x="32" y="17"/>
                  <a:pt x="32" y="17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38"/>
          <p:cNvSpPr>
            <a:spLocks/>
          </p:cNvSpPr>
          <p:nvPr/>
        </p:nvSpPr>
        <p:spPr bwMode="auto">
          <a:xfrm>
            <a:off x="4431648" y="1486800"/>
            <a:ext cx="146557" cy="135108"/>
          </a:xfrm>
          <a:custGeom>
            <a:avLst/>
            <a:gdLst>
              <a:gd name="T0" fmla="*/ 46 w 52"/>
              <a:gd name="T1" fmla="*/ 48 h 48"/>
              <a:gd name="T2" fmla="*/ 7 w 52"/>
              <a:gd name="T3" fmla="*/ 48 h 48"/>
              <a:gd name="T4" fmla="*/ 0 w 52"/>
              <a:gd name="T5" fmla="*/ 42 h 48"/>
              <a:gd name="T6" fmla="*/ 0 w 52"/>
              <a:gd name="T7" fmla="*/ 12 h 48"/>
              <a:gd name="T8" fmla="*/ 6 w 52"/>
              <a:gd name="T9" fmla="*/ 5 h 48"/>
              <a:gd name="T10" fmla="*/ 7 w 52"/>
              <a:gd name="T11" fmla="*/ 5 h 48"/>
              <a:gd name="T12" fmla="*/ 8 w 52"/>
              <a:gd name="T13" fmla="*/ 5 h 48"/>
              <a:gd name="T14" fmla="*/ 14 w 52"/>
              <a:gd name="T15" fmla="*/ 5 h 48"/>
              <a:gd name="T16" fmla="*/ 14 w 52"/>
              <a:gd name="T17" fmla="*/ 5 h 48"/>
              <a:gd name="T18" fmla="*/ 20 w 52"/>
              <a:gd name="T19" fmla="*/ 4 h 48"/>
              <a:gd name="T20" fmla="*/ 22 w 52"/>
              <a:gd name="T21" fmla="*/ 3 h 48"/>
              <a:gd name="T22" fmla="*/ 27 w 52"/>
              <a:gd name="T23" fmla="*/ 2 h 48"/>
              <a:gd name="T24" fmla="*/ 29 w 52"/>
              <a:gd name="T25" fmla="*/ 2 h 48"/>
              <a:gd name="T26" fmla="*/ 31 w 52"/>
              <a:gd name="T27" fmla="*/ 1 h 48"/>
              <a:gd name="T28" fmla="*/ 32 w 52"/>
              <a:gd name="T29" fmla="*/ 1 h 48"/>
              <a:gd name="T30" fmla="*/ 36 w 52"/>
              <a:gd name="T31" fmla="*/ 0 h 48"/>
              <a:gd name="T32" fmla="*/ 38 w 52"/>
              <a:gd name="T33" fmla="*/ 0 h 48"/>
              <a:gd name="T34" fmla="*/ 44 w 52"/>
              <a:gd name="T35" fmla="*/ 4 h 48"/>
              <a:gd name="T36" fmla="*/ 44 w 52"/>
              <a:gd name="T37" fmla="*/ 5 h 48"/>
              <a:gd name="T38" fmla="*/ 45 w 52"/>
              <a:gd name="T39" fmla="*/ 8 h 48"/>
              <a:gd name="T40" fmla="*/ 45 w 52"/>
              <a:gd name="T41" fmla="*/ 9 h 48"/>
              <a:gd name="T42" fmla="*/ 51 w 52"/>
              <a:gd name="T43" fmla="*/ 32 h 48"/>
              <a:gd name="T44" fmla="*/ 51 w 52"/>
              <a:gd name="T45" fmla="*/ 33 h 48"/>
              <a:gd name="T46" fmla="*/ 52 w 52"/>
              <a:gd name="T47" fmla="*/ 37 h 48"/>
              <a:gd name="T48" fmla="*/ 52 w 52"/>
              <a:gd name="T49" fmla="*/ 39 h 48"/>
              <a:gd name="T50" fmla="*/ 52 w 52"/>
              <a:gd name="T51" fmla="*/ 42 h 48"/>
              <a:gd name="T52" fmla="*/ 51 w 52"/>
              <a:gd name="T53" fmla="*/ 46 h 48"/>
              <a:gd name="T54" fmla="*/ 46 w 52"/>
              <a:gd name="T55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2" h="48">
                <a:moveTo>
                  <a:pt x="46" y="48"/>
                </a:moveTo>
                <a:cubicBezTo>
                  <a:pt x="7" y="48"/>
                  <a:pt x="7" y="48"/>
                  <a:pt x="7" y="48"/>
                </a:cubicBezTo>
                <a:cubicBezTo>
                  <a:pt x="3" y="48"/>
                  <a:pt x="0" y="45"/>
                  <a:pt x="0" y="4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8"/>
                  <a:pt x="3" y="6"/>
                  <a:pt x="6" y="5"/>
                </a:cubicBezTo>
                <a:cubicBezTo>
                  <a:pt x="6" y="5"/>
                  <a:pt x="7" y="5"/>
                  <a:pt x="7" y="5"/>
                </a:cubicBezTo>
                <a:cubicBezTo>
                  <a:pt x="7" y="5"/>
                  <a:pt x="8" y="5"/>
                  <a:pt x="8" y="5"/>
                </a:cubicBezTo>
                <a:cubicBezTo>
                  <a:pt x="10" y="5"/>
                  <a:pt x="12" y="5"/>
                  <a:pt x="14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6" y="4"/>
                  <a:pt x="18" y="4"/>
                  <a:pt x="20" y="4"/>
                </a:cubicBezTo>
                <a:cubicBezTo>
                  <a:pt x="21" y="3"/>
                  <a:pt x="22" y="3"/>
                  <a:pt x="22" y="3"/>
                </a:cubicBezTo>
                <a:cubicBezTo>
                  <a:pt x="24" y="3"/>
                  <a:pt x="26" y="2"/>
                  <a:pt x="27" y="2"/>
                </a:cubicBezTo>
                <a:cubicBezTo>
                  <a:pt x="28" y="2"/>
                  <a:pt x="29" y="2"/>
                  <a:pt x="29" y="2"/>
                </a:cubicBezTo>
                <a:cubicBezTo>
                  <a:pt x="30" y="2"/>
                  <a:pt x="30" y="1"/>
                  <a:pt x="31" y="1"/>
                </a:cubicBezTo>
                <a:cubicBezTo>
                  <a:pt x="31" y="1"/>
                  <a:pt x="31" y="1"/>
                  <a:pt x="32" y="1"/>
                </a:cubicBezTo>
                <a:cubicBezTo>
                  <a:pt x="33" y="1"/>
                  <a:pt x="34" y="0"/>
                  <a:pt x="36" y="0"/>
                </a:cubicBezTo>
                <a:cubicBezTo>
                  <a:pt x="36" y="0"/>
                  <a:pt x="37" y="0"/>
                  <a:pt x="38" y="0"/>
                </a:cubicBezTo>
                <a:cubicBezTo>
                  <a:pt x="40" y="0"/>
                  <a:pt x="43" y="1"/>
                  <a:pt x="44" y="4"/>
                </a:cubicBezTo>
                <a:cubicBezTo>
                  <a:pt x="44" y="4"/>
                  <a:pt x="44" y="5"/>
                  <a:pt x="44" y="5"/>
                </a:cubicBezTo>
                <a:cubicBezTo>
                  <a:pt x="45" y="6"/>
                  <a:pt x="45" y="7"/>
                  <a:pt x="45" y="8"/>
                </a:cubicBezTo>
                <a:cubicBezTo>
                  <a:pt x="45" y="8"/>
                  <a:pt x="45" y="9"/>
                  <a:pt x="45" y="9"/>
                </a:cubicBezTo>
                <a:cubicBezTo>
                  <a:pt x="48" y="16"/>
                  <a:pt x="50" y="24"/>
                  <a:pt x="51" y="32"/>
                </a:cubicBezTo>
                <a:cubicBezTo>
                  <a:pt x="51" y="33"/>
                  <a:pt x="51" y="33"/>
                  <a:pt x="51" y="33"/>
                </a:cubicBezTo>
                <a:cubicBezTo>
                  <a:pt x="52" y="35"/>
                  <a:pt x="52" y="36"/>
                  <a:pt x="52" y="37"/>
                </a:cubicBezTo>
                <a:cubicBezTo>
                  <a:pt x="52" y="38"/>
                  <a:pt x="52" y="38"/>
                  <a:pt x="52" y="39"/>
                </a:cubicBezTo>
                <a:cubicBezTo>
                  <a:pt x="52" y="40"/>
                  <a:pt x="52" y="41"/>
                  <a:pt x="52" y="42"/>
                </a:cubicBezTo>
                <a:cubicBezTo>
                  <a:pt x="52" y="43"/>
                  <a:pt x="52" y="45"/>
                  <a:pt x="51" y="46"/>
                </a:cubicBezTo>
                <a:cubicBezTo>
                  <a:pt x="49" y="48"/>
                  <a:pt x="48" y="48"/>
                  <a:pt x="46" y="48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39"/>
          <p:cNvSpPr>
            <a:spLocks/>
          </p:cNvSpPr>
          <p:nvPr/>
        </p:nvSpPr>
        <p:spPr bwMode="auto">
          <a:xfrm>
            <a:off x="4262191" y="1486800"/>
            <a:ext cx="146557" cy="135108"/>
          </a:xfrm>
          <a:custGeom>
            <a:avLst/>
            <a:gdLst>
              <a:gd name="T0" fmla="*/ 52 w 52"/>
              <a:gd name="T1" fmla="*/ 12 h 48"/>
              <a:gd name="T2" fmla="*/ 52 w 52"/>
              <a:gd name="T3" fmla="*/ 42 h 48"/>
              <a:gd name="T4" fmla="*/ 46 w 52"/>
              <a:gd name="T5" fmla="*/ 48 h 48"/>
              <a:gd name="T6" fmla="*/ 7 w 52"/>
              <a:gd name="T7" fmla="*/ 48 h 48"/>
              <a:gd name="T8" fmla="*/ 2 w 52"/>
              <a:gd name="T9" fmla="*/ 46 h 48"/>
              <a:gd name="T10" fmla="*/ 0 w 52"/>
              <a:gd name="T11" fmla="*/ 42 h 48"/>
              <a:gd name="T12" fmla="*/ 0 w 52"/>
              <a:gd name="T13" fmla="*/ 39 h 48"/>
              <a:gd name="T14" fmla="*/ 0 w 52"/>
              <a:gd name="T15" fmla="*/ 37 h 48"/>
              <a:gd name="T16" fmla="*/ 1 w 52"/>
              <a:gd name="T17" fmla="*/ 33 h 48"/>
              <a:gd name="T18" fmla="*/ 1 w 52"/>
              <a:gd name="T19" fmla="*/ 32 h 48"/>
              <a:gd name="T20" fmla="*/ 7 w 52"/>
              <a:gd name="T21" fmla="*/ 9 h 48"/>
              <a:gd name="T22" fmla="*/ 7 w 52"/>
              <a:gd name="T23" fmla="*/ 8 h 48"/>
              <a:gd name="T24" fmla="*/ 8 w 52"/>
              <a:gd name="T25" fmla="*/ 5 h 48"/>
              <a:gd name="T26" fmla="*/ 9 w 52"/>
              <a:gd name="T27" fmla="*/ 4 h 48"/>
              <a:gd name="T28" fmla="*/ 15 w 52"/>
              <a:gd name="T29" fmla="*/ 0 h 48"/>
              <a:gd name="T30" fmla="*/ 15 w 52"/>
              <a:gd name="T31" fmla="*/ 0 h 48"/>
              <a:gd name="T32" fmla="*/ 17 w 52"/>
              <a:gd name="T33" fmla="*/ 0 h 48"/>
              <a:gd name="T34" fmla="*/ 21 w 52"/>
              <a:gd name="T35" fmla="*/ 1 h 48"/>
              <a:gd name="T36" fmla="*/ 22 w 52"/>
              <a:gd name="T37" fmla="*/ 1 h 48"/>
              <a:gd name="T38" fmla="*/ 23 w 52"/>
              <a:gd name="T39" fmla="*/ 2 h 48"/>
              <a:gd name="T40" fmla="*/ 25 w 52"/>
              <a:gd name="T41" fmla="*/ 2 h 48"/>
              <a:gd name="T42" fmla="*/ 30 w 52"/>
              <a:gd name="T43" fmla="*/ 3 h 48"/>
              <a:gd name="T44" fmla="*/ 32 w 52"/>
              <a:gd name="T45" fmla="*/ 4 h 48"/>
              <a:gd name="T46" fmla="*/ 38 w 52"/>
              <a:gd name="T47" fmla="*/ 5 h 48"/>
              <a:gd name="T48" fmla="*/ 39 w 52"/>
              <a:gd name="T49" fmla="*/ 5 h 48"/>
              <a:gd name="T50" fmla="*/ 45 w 52"/>
              <a:gd name="T51" fmla="*/ 5 h 48"/>
              <a:gd name="T52" fmla="*/ 45 w 52"/>
              <a:gd name="T53" fmla="*/ 5 h 48"/>
              <a:gd name="T54" fmla="*/ 46 w 52"/>
              <a:gd name="T55" fmla="*/ 5 h 48"/>
              <a:gd name="T56" fmla="*/ 52 w 52"/>
              <a:gd name="T57" fmla="*/ 1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2" h="48">
                <a:moveTo>
                  <a:pt x="52" y="12"/>
                </a:moveTo>
                <a:cubicBezTo>
                  <a:pt x="52" y="42"/>
                  <a:pt x="52" y="42"/>
                  <a:pt x="52" y="42"/>
                </a:cubicBezTo>
                <a:cubicBezTo>
                  <a:pt x="52" y="45"/>
                  <a:pt x="49" y="48"/>
                  <a:pt x="46" y="48"/>
                </a:cubicBezTo>
                <a:cubicBezTo>
                  <a:pt x="7" y="48"/>
                  <a:pt x="7" y="48"/>
                  <a:pt x="7" y="48"/>
                </a:cubicBezTo>
                <a:cubicBezTo>
                  <a:pt x="5" y="48"/>
                  <a:pt x="3" y="48"/>
                  <a:pt x="2" y="46"/>
                </a:cubicBezTo>
                <a:cubicBezTo>
                  <a:pt x="1" y="45"/>
                  <a:pt x="0" y="43"/>
                  <a:pt x="0" y="42"/>
                </a:cubicBezTo>
                <a:cubicBezTo>
                  <a:pt x="0" y="41"/>
                  <a:pt x="0" y="40"/>
                  <a:pt x="0" y="39"/>
                </a:cubicBezTo>
                <a:cubicBezTo>
                  <a:pt x="0" y="38"/>
                  <a:pt x="0" y="38"/>
                  <a:pt x="0" y="37"/>
                </a:cubicBezTo>
                <a:cubicBezTo>
                  <a:pt x="1" y="36"/>
                  <a:pt x="1" y="35"/>
                  <a:pt x="1" y="33"/>
                </a:cubicBezTo>
                <a:cubicBezTo>
                  <a:pt x="1" y="33"/>
                  <a:pt x="1" y="33"/>
                  <a:pt x="1" y="32"/>
                </a:cubicBezTo>
                <a:cubicBezTo>
                  <a:pt x="2" y="24"/>
                  <a:pt x="4" y="16"/>
                  <a:pt x="7" y="9"/>
                </a:cubicBezTo>
                <a:cubicBezTo>
                  <a:pt x="7" y="9"/>
                  <a:pt x="7" y="8"/>
                  <a:pt x="7" y="8"/>
                </a:cubicBezTo>
                <a:cubicBezTo>
                  <a:pt x="7" y="7"/>
                  <a:pt x="8" y="6"/>
                  <a:pt x="8" y="5"/>
                </a:cubicBezTo>
                <a:cubicBezTo>
                  <a:pt x="9" y="4"/>
                  <a:pt x="9" y="4"/>
                  <a:pt x="9" y="4"/>
                </a:cubicBezTo>
                <a:cubicBezTo>
                  <a:pt x="10" y="1"/>
                  <a:pt x="12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5" y="0"/>
                  <a:pt x="16" y="0"/>
                  <a:pt x="17" y="0"/>
                </a:cubicBezTo>
                <a:cubicBezTo>
                  <a:pt x="18" y="0"/>
                  <a:pt x="19" y="1"/>
                  <a:pt x="21" y="1"/>
                </a:cubicBezTo>
                <a:cubicBezTo>
                  <a:pt x="21" y="1"/>
                  <a:pt x="21" y="1"/>
                  <a:pt x="22" y="1"/>
                </a:cubicBezTo>
                <a:cubicBezTo>
                  <a:pt x="22" y="1"/>
                  <a:pt x="23" y="2"/>
                  <a:pt x="23" y="2"/>
                </a:cubicBezTo>
                <a:cubicBezTo>
                  <a:pt x="24" y="2"/>
                  <a:pt x="24" y="2"/>
                  <a:pt x="25" y="2"/>
                </a:cubicBezTo>
                <a:cubicBezTo>
                  <a:pt x="27" y="2"/>
                  <a:pt x="28" y="3"/>
                  <a:pt x="30" y="3"/>
                </a:cubicBezTo>
                <a:cubicBezTo>
                  <a:pt x="31" y="3"/>
                  <a:pt x="31" y="3"/>
                  <a:pt x="32" y="4"/>
                </a:cubicBezTo>
                <a:cubicBezTo>
                  <a:pt x="34" y="4"/>
                  <a:pt x="36" y="4"/>
                  <a:pt x="38" y="5"/>
                </a:cubicBezTo>
                <a:cubicBezTo>
                  <a:pt x="38" y="5"/>
                  <a:pt x="39" y="5"/>
                  <a:pt x="39" y="5"/>
                </a:cubicBezTo>
                <a:cubicBezTo>
                  <a:pt x="41" y="5"/>
                  <a:pt x="43" y="5"/>
                  <a:pt x="45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5" y="5"/>
                  <a:pt x="46" y="5"/>
                  <a:pt x="46" y="5"/>
                </a:cubicBezTo>
                <a:cubicBezTo>
                  <a:pt x="50" y="6"/>
                  <a:pt x="52" y="8"/>
                  <a:pt x="52" y="12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40"/>
          <p:cNvSpPr>
            <a:spLocks/>
          </p:cNvSpPr>
          <p:nvPr/>
        </p:nvSpPr>
        <p:spPr bwMode="auto">
          <a:xfrm>
            <a:off x="4314861" y="1383751"/>
            <a:ext cx="93889" cy="93889"/>
          </a:xfrm>
          <a:custGeom>
            <a:avLst/>
            <a:gdLst>
              <a:gd name="T0" fmla="*/ 31 w 34"/>
              <a:gd name="T1" fmla="*/ 2 h 33"/>
              <a:gd name="T2" fmla="*/ 34 w 34"/>
              <a:gd name="T3" fmla="*/ 7 h 33"/>
              <a:gd name="T4" fmla="*/ 34 w 34"/>
              <a:gd name="T5" fmla="*/ 27 h 33"/>
              <a:gd name="T6" fmla="*/ 32 w 34"/>
              <a:gd name="T7" fmla="*/ 32 h 33"/>
              <a:gd name="T8" fmla="*/ 28 w 34"/>
              <a:gd name="T9" fmla="*/ 33 h 33"/>
              <a:gd name="T10" fmla="*/ 22 w 34"/>
              <a:gd name="T11" fmla="*/ 33 h 33"/>
              <a:gd name="T12" fmla="*/ 21 w 34"/>
              <a:gd name="T13" fmla="*/ 33 h 33"/>
              <a:gd name="T14" fmla="*/ 15 w 34"/>
              <a:gd name="T15" fmla="*/ 32 h 33"/>
              <a:gd name="T16" fmla="*/ 13 w 34"/>
              <a:gd name="T17" fmla="*/ 31 h 33"/>
              <a:gd name="T18" fmla="*/ 9 w 34"/>
              <a:gd name="T19" fmla="*/ 31 h 33"/>
              <a:gd name="T20" fmla="*/ 7 w 34"/>
              <a:gd name="T21" fmla="*/ 30 h 33"/>
              <a:gd name="T22" fmla="*/ 5 w 34"/>
              <a:gd name="T23" fmla="*/ 30 h 33"/>
              <a:gd name="T24" fmla="*/ 1 w 34"/>
              <a:gd name="T25" fmla="*/ 26 h 33"/>
              <a:gd name="T26" fmla="*/ 2 w 34"/>
              <a:gd name="T27" fmla="*/ 20 h 33"/>
              <a:gd name="T28" fmla="*/ 2 w 34"/>
              <a:gd name="T29" fmla="*/ 19 h 33"/>
              <a:gd name="T30" fmla="*/ 4 w 34"/>
              <a:gd name="T31" fmla="*/ 17 h 33"/>
              <a:gd name="T32" fmla="*/ 5 w 34"/>
              <a:gd name="T33" fmla="*/ 16 h 33"/>
              <a:gd name="T34" fmla="*/ 7 w 34"/>
              <a:gd name="T35" fmla="*/ 13 h 33"/>
              <a:gd name="T36" fmla="*/ 8 w 34"/>
              <a:gd name="T37" fmla="*/ 12 h 33"/>
              <a:gd name="T38" fmla="*/ 10 w 34"/>
              <a:gd name="T39" fmla="*/ 11 h 33"/>
              <a:gd name="T40" fmla="*/ 11 w 34"/>
              <a:gd name="T41" fmla="*/ 10 h 33"/>
              <a:gd name="T42" fmla="*/ 13 w 34"/>
              <a:gd name="T43" fmla="*/ 8 h 33"/>
              <a:gd name="T44" fmla="*/ 14 w 34"/>
              <a:gd name="T45" fmla="*/ 7 h 33"/>
              <a:gd name="T46" fmla="*/ 15 w 34"/>
              <a:gd name="T47" fmla="*/ 6 h 33"/>
              <a:gd name="T48" fmla="*/ 17 w 34"/>
              <a:gd name="T49" fmla="*/ 5 h 33"/>
              <a:gd name="T50" fmla="*/ 18 w 34"/>
              <a:gd name="T51" fmla="*/ 5 h 33"/>
              <a:gd name="T52" fmla="*/ 20 w 34"/>
              <a:gd name="T53" fmla="*/ 3 h 33"/>
              <a:gd name="T54" fmla="*/ 21 w 34"/>
              <a:gd name="T55" fmla="*/ 3 h 33"/>
              <a:gd name="T56" fmla="*/ 23 w 34"/>
              <a:gd name="T57" fmla="*/ 2 h 33"/>
              <a:gd name="T58" fmla="*/ 24 w 34"/>
              <a:gd name="T59" fmla="*/ 2 h 33"/>
              <a:gd name="T60" fmla="*/ 26 w 34"/>
              <a:gd name="T61" fmla="*/ 1 h 33"/>
              <a:gd name="T62" fmla="*/ 31 w 34"/>
              <a:gd name="T63" fmla="*/ 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33">
                <a:moveTo>
                  <a:pt x="31" y="2"/>
                </a:moveTo>
                <a:cubicBezTo>
                  <a:pt x="33" y="3"/>
                  <a:pt x="34" y="5"/>
                  <a:pt x="34" y="7"/>
                </a:cubicBezTo>
                <a:cubicBezTo>
                  <a:pt x="34" y="27"/>
                  <a:pt x="34" y="27"/>
                  <a:pt x="34" y="27"/>
                </a:cubicBezTo>
                <a:cubicBezTo>
                  <a:pt x="34" y="29"/>
                  <a:pt x="34" y="30"/>
                  <a:pt x="32" y="32"/>
                </a:cubicBezTo>
                <a:cubicBezTo>
                  <a:pt x="31" y="33"/>
                  <a:pt x="29" y="33"/>
                  <a:pt x="28" y="33"/>
                </a:cubicBezTo>
                <a:cubicBezTo>
                  <a:pt x="26" y="33"/>
                  <a:pt x="24" y="33"/>
                  <a:pt x="22" y="33"/>
                </a:cubicBezTo>
                <a:cubicBezTo>
                  <a:pt x="22" y="33"/>
                  <a:pt x="21" y="33"/>
                  <a:pt x="21" y="33"/>
                </a:cubicBezTo>
                <a:cubicBezTo>
                  <a:pt x="19" y="33"/>
                  <a:pt x="17" y="32"/>
                  <a:pt x="15" y="32"/>
                </a:cubicBezTo>
                <a:cubicBezTo>
                  <a:pt x="15" y="32"/>
                  <a:pt x="14" y="32"/>
                  <a:pt x="13" y="31"/>
                </a:cubicBezTo>
                <a:cubicBezTo>
                  <a:pt x="12" y="31"/>
                  <a:pt x="10" y="31"/>
                  <a:pt x="9" y="31"/>
                </a:cubicBezTo>
                <a:cubicBezTo>
                  <a:pt x="8" y="30"/>
                  <a:pt x="7" y="30"/>
                  <a:pt x="7" y="30"/>
                </a:cubicBezTo>
                <a:cubicBezTo>
                  <a:pt x="6" y="30"/>
                  <a:pt x="6" y="30"/>
                  <a:pt x="5" y="30"/>
                </a:cubicBezTo>
                <a:cubicBezTo>
                  <a:pt x="3" y="29"/>
                  <a:pt x="2" y="28"/>
                  <a:pt x="1" y="26"/>
                </a:cubicBezTo>
                <a:cubicBezTo>
                  <a:pt x="0" y="24"/>
                  <a:pt x="1" y="21"/>
                  <a:pt x="2" y="20"/>
                </a:cubicBezTo>
                <a:cubicBezTo>
                  <a:pt x="2" y="20"/>
                  <a:pt x="2" y="19"/>
                  <a:pt x="2" y="19"/>
                </a:cubicBezTo>
                <a:cubicBezTo>
                  <a:pt x="3" y="19"/>
                  <a:pt x="3" y="18"/>
                  <a:pt x="4" y="17"/>
                </a:cubicBezTo>
                <a:cubicBezTo>
                  <a:pt x="4" y="17"/>
                  <a:pt x="5" y="16"/>
                  <a:pt x="5" y="16"/>
                </a:cubicBezTo>
                <a:cubicBezTo>
                  <a:pt x="6" y="15"/>
                  <a:pt x="6" y="14"/>
                  <a:pt x="7" y="13"/>
                </a:cubicBezTo>
                <a:cubicBezTo>
                  <a:pt x="8" y="13"/>
                  <a:pt x="8" y="13"/>
                  <a:pt x="8" y="12"/>
                </a:cubicBezTo>
                <a:cubicBezTo>
                  <a:pt x="9" y="12"/>
                  <a:pt x="9" y="11"/>
                  <a:pt x="10" y="11"/>
                </a:cubicBezTo>
                <a:cubicBezTo>
                  <a:pt x="10" y="10"/>
                  <a:pt x="11" y="10"/>
                  <a:pt x="11" y="10"/>
                </a:cubicBezTo>
                <a:cubicBezTo>
                  <a:pt x="12" y="9"/>
                  <a:pt x="12" y="9"/>
                  <a:pt x="13" y="8"/>
                </a:cubicBezTo>
                <a:cubicBezTo>
                  <a:pt x="13" y="8"/>
                  <a:pt x="14" y="8"/>
                  <a:pt x="14" y="7"/>
                </a:cubicBezTo>
                <a:cubicBezTo>
                  <a:pt x="15" y="7"/>
                  <a:pt x="15" y="7"/>
                  <a:pt x="15" y="6"/>
                </a:cubicBezTo>
                <a:cubicBezTo>
                  <a:pt x="16" y="6"/>
                  <a:pt x="17" y="6"/>
                  <a:pt x="17" y="5"/>
                </a:cubicBezTo>
                <a:cubicBezTo>
                  <a:pt x="18" y="5"/>
                  <a:pt x="18" y="5"/>
                  <a:pt x="18" y="5"/>
                </a:cubicBezTo>
                <a:cubicBezTo>
                  <a:pt x="19" y="4"/>
                  <a:pt x="20" y="4"/>
                  <a:pt x="20" y="3"/>
                </a:cubicBezTo>
                <a:cubicBezTo>
                  <a:pt x="21" y="3"/>
                  <a:pt x="21" y="3"/>
                  <a:pt x="21" y="3"/>
                </a:cubicBezTo>
                <a:cubicBezTo>
                  <a:pt x="22" y="3"/>
                  <a:pt x="23" y="2"/>
                  <a:pt x="23" y="2"/>
                </a:cubicBezTo>
                <a:cubicBezTo>
                  <a:pt x="23" y="2"/>
                  <a:pt x="24" y="2"/>
                  <a:pt x="24" y="2"/>
                </a:cubicBezTo>
                <a:cubicBezTo>
                  <a:pt x="24" y="1"/>
                  <a:pt x="25" y="1"/>
                  <a:pt x="26" y="1"/>
                </a:cubicBezTo>
                <a:cubicBezTo>
                  <a:pt x="28" y="0"/>
                  <a:pt x="30" y="1"/>
                  <a:pt x="31" y="2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41"/>
          <p:cNvSpPr>
            <a:spLocks/>
          </p:cNvSpPr>
          <p:nvPr/>
        </p:nvSpPr>
        <p:spPr bwMode="auto">
          <a:xfrm>
            <a:off x="4431648" y="1383751"/>
            <a:ext cx="96178" cy="93889"/>
          </a:xfrm>
          <a:custGeom>
            <a:avLst/>
            <a:gdLst>
              <a:gd name="T0" fmla="*/ 33 w 34"/>
              <a:gd name="T1" fmla="*/ 26 h 33"/>
              <a:gd name="T2" fmla="*/ 29 w 34"/>
              <a:gd name="T3" fmla="*/ 30 h 33"/>
              <a:gd name="T4" fmla="*/ 27 w 34"/>
              <a:gd name="T5" fmla="*/ 30 h 33"/>
              <a:gd name="T6" fmla="*/ 26 w 34"/>
              <a:gd name="T7" fmla="*/ 31 h 33"/>
              <a:gd name="T8" fmla="*/ 21 w 34"/>
              <a:gd name="T9" fmla="*/ 31 h 33"/>
              <a:gd name="T10" fmla="*/ 19 w 34"/>
              <a:gd name="T11" fmla="*/ 32 h 33"/>
              <a:gd name="T12" fmla="*/ 13 w 34"/>
              <a:gd name="T13" fmla="*/ 33 h 33"/>
              <a:gd name="T14" fmla="*/ 13 w 34"/>
              <a:gd name="T15" fmla="*/ 33 h 33"/>
              <a:gd name="T16" fmla="*/ 7 w 34"/>
              <a:gd name="T17" fmla="*/ 33 h 33"/>
              <a:gd name="T18" fmla="*/ 2 w 34"/>
              <a:gd name="T19" fmla="*/ 32 h 33"/>
              <a:gd name="T20" fmla="*/ 0 w 34"/>
              <a:gd name="T21" fmla="*/ 27 h 33"/>
              <a:gd name="T22" fmla="*/ 0 w 34"/>
              <a:gd name="T23" fmla="*/ 7 h 33"/>
              <a:gd name="T24" fmla="*/ 3 w 34"/>
              <a:gd name="T25" fmla="*/ 2 h 33"/>
              <a:gd name="T26" fmla="*/ 8 w 34"/>
              <a:gd name="T27" fmla="*/ 1 h 33"/>
              <a:gd name="T28" fmla="*/ 11 w 34"/>
              <a:gd name="T29" fmla="*/ 2 h 33"/>
              <a:gd name="T30" fmla="*/ 11 w 34"/>
              <a:gd name="T31" fmla="*/ 2 h 33"/>
              <a:gd name="T32" fmla="*/ 13 w 34"/>
              <a:gd name="T33" fmla="*/ 3 h 33"/>
              <a:gd name="T34" fmla="*/ 14 w 34"/>
              <a:gd name="T35" fmla="*/ 3 h 33"/>
              <a:gd name="T36" fmla="*/ 16 w 34"/>
              <a:gd name="T37" fmla="*/ 5 h 33"/>
              <a:gd name="T38" fmla="*/ 17 w 34"/>
              <a:gd name="T39" fmla="*/ 5 h 33"/>
              <a:gd name="T40" fmla="*/ 19 w 34"/>
              <a:gd name="T41" fmla="*/ 6 h 33"/>
              <a:gd name="T42" fmla="*/ 20 w 34"/>
              <a:gd name="T43" fmla="*/ 7 h 33"/>
              <a:gd name="T44" fmla="*/ 22 w 34"/>
              <a:gd name="T45" fmla="*/ 8 h 33"/>
              <a:gd name="T46" fmla="*/ 23 w 34"/>
              <a:gd name="T47" fmla="*/ 10 h 33"/>
              <a:gd name="T48" fmla="*/ 24 w 34"/>
              <a:gd name="T49" fmla="*/ 11 h 33"/>
              <a:gd name="T50" fmla="*/ 26 w 34"/>
              <a:gd name="T51" fmla="*/ 12 h 33"/>
              <a:gd name="T52" fmla="*/ 27 w 34"/>
              <a:gd name="T53" fmla="*/ 13 h 33"/>
              <a:gd name="T54" fmla="*/ 30 w 34"/>
              <a:gd name="T55" fmla="*/ 16 h 33"/>
              <a:gd name="T56" fmla="*/ 31 w 34"/>
              <a:gd name="T57" fmla="*/ 17 h 33"/>
              <a:gd name="T58" fmla="*/ 32 w 34"/>
              <a:gd name="T59" fmla="*/ 19 h 33"/>
              <a:gd name="T60" fmla="*/ 32 w 34"/>
              <a:gd name="T61" fmla="*/ 20 h 33"/>
              <a:gd name="T62" fmla="*/ 33 w 34"/>
              <a:gd name="T63" fmla="*/ 26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33">
                <a:moveTo>
                  <a:pt x="33" y="26"/>
                </a:moveTo>
                <a:cubicBezTo>
                  <a:pt x="33" y="28"/>
                  <a:pt x="31" y="29"/>
                  <a:pt x="29" y="30"/>
                </a:cubicBezTo>
                <a:cubicBezTo>
                  <a:pt x="29" y="30"/>
                  <a:pt x="28" y="30"/>
                  <a:pt x="27" y="30"/>
                </a:cubicBezTo>
                <a:cubicBezTo>
                  <a:pt x="27" y="30"/>
                  <a:pt x="26" y="30"/>
                  <a:pt x="26" y="31"/>
                </a:cubicBezTo>
                <a:cubicBezTo>
                  <a:pt x="24" y="31"/>
                  <a:pt x="23" y="31"/>
                  <a:pt x="21" y="31"/>
                </a:cubicBezTo>
                <a:cubicBezTo>
                  <a:pt x="20" y="32"/>
                  <a:pt x="20" y="32"/>
                  <a:pt x="19" y="32"/>
                </a:cubicBezTo>
                <a:cubicBezTo>
                  <a:pt x="17" y="32"/>
                  <a:pt x="15" y="33"/>
                  <a:pt x="13" y="33"/>
                </a:cubicBezTo>
                <a:cubicBezTo>
                  <a:pt x="13" y="33"/>
                  <a:pt x="13" y="33"/>
                  <a:pt x="13" y="33"/>
                </a:cubicBezTo>
                <a:cubicBezTo>
                  <a:pt x="11" y="33"/>
                  <a:pt x="9" y="33"/>
                  <a:pt x="7" y="33"/>
                </a:cubicBezTo>
                <a:cubicBezTo>
                  <a:pt x="5" y="33"/>
                  <a:pt x="3" y="33"/>
                  <a:pt x="2" y="32"/>
                </a:cubicBezTo>
                <a:cubicBezTo>
                  <a:pt x="1" y="30"/>
                  <a:pt x="0" y="29"/>
                  <a:pt x="0" y="27"/>
                </a:cubicBezTo>
                <a:cubicBezTo>
                  <a:pt x="0" y="7"/>
                  <a:pt x="0" y="7"/>
                  <a:pt x="0" y="7"/>
                </a:cubicBezTo>
                <a:cubicBezTo>
                  <a:pt x="0" y="5"/>
                  <a:pt x="1" y="3"/>
                  <a:pt x="3" y="2"/>
                </a:cubicBezTo>
                <a:cubicBezTo>
                  <a:pt x="4" y="1"/>
                  <a:pt x="7" y="0"/>
                  <a:pt x="8" y="1"/>
                </a:cubicBezTo>
                <a:cubicBezTo>
                  <a:pt x="9" y="1"/>
                  <a:pt x="10" y="2"/>
                  <a:pt x="11" y="2"/>
                </a:cubicBezTo>
                <a:cubicBezTo>
                  <a:pt x="11" y="2"/>
                  <a:pt x="11" y="2"/>
                  <a:pt x="11" y="2"/>
                </a:cubicBezTo>
                <a:cubicBezTo>
                  <a:pt x="12" y="2"/>
                  <a:pt x="13" y="3"/>
                  <a:pt x="13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5" y="4"/>
                  <a:pt x="15" y="4"/>
                  <a:pt x="16" y="5"/>
                </a:cubicBezTo>
                <a:cubicBezTo>
                  <a:pt x="16" y="5"/>
                  <a:pt x="17" y="5"/>
                  <a:pt x="17" y="5"/>
                </a:cubicBezTo>
                <a:cubicBezTo>
                  <a:pt x="18" y="6"/>
                  <a:pt x="18" y="6"/>
                  <a:pt x="19" y="6"/>
                </a:cubicBezTo>
                <a:cubicBezTo>
                  <a:pt x="19" y="7"/>
                  <a:pt x="20" y="7"/>
                  <a:pt x="20" y="7"/>
                </a:cubicBezTo>
                <a:cubicBezTo>
                  <a:pt x="21" y="8"/>
                  <a:pt x="21" y="8"/>
                  <a:pt x="22" y="8"/>
                </a:cubicBezTo>
                <a:cubicBezTo>
                  <a:pt x="22" y="9"/>
                  <a:pt x="22" y="9"/>
                  <a:pt x="23" y="10"/>
                </a:cubicBezTo>
                <a:cubicBezTo>
                  <a:pt x="23" y="10"/>
                  <a:pt x="24" y="10"/>
                  <a:pt x="24" y="11"/>
                </a:cubicBezTo>
                <a:cubicBezTo>
                  <a:pt x="25" y="11"/>
                  <a:pt x="25" y="12"/>
                  <a:pt x="26" y="12"/>
                </a:cubicBezTo>
                <a:cubicBezTo>
                  <a:pt x="26" y="13"/>
                  <a:pt x="27" y="13"/>
                  <a:pt x="27" y="13"/>
                </a:cubicBezTo>
                <a:cubicBezTo>
                  <a:pt x="28" y="14"/>
                  <a:pt x="29" y="15"/>
                  <a:pt x="30" y="16"/>
                </a:cubicBezTo>
                <a:cubicBezTo>
                  <a:pt x="30" y="17"/>
                  <a:pt x="30" y="17"/>
                  <a:pt x="31" y="17"/>
                </a:cubicBezTo>
                <a:cubicBezTo>
                  <a:pt x="31" y="18"/>
                  <a:pt x="32" y="19"/>
                  <a:pt x="32" y="19"/>
                </a:cubicBezTo>
                <a:cubicBezTo>
                  <a:pt x="32" y="19"/>
                  <a:pt x="32" y="20"/>
                  <a:pt x="32" y="20"/>
                </a:cubicBezTo>
                <a:cubicBezTo>
                  <a:pt x="34" y="21"/>
                  <a:pt x="34" y="24"/>
                  <a:pt x="33" y="26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42"/>
          <p:cNvSpPr>
            <a:spLocks/>
          </p:cNvSpPr>
          <p:nvPr/>
        </p:nvSpPr>
        <p:spPr bwMode="auto">
          <a:xfrm>
            <a:off x="4573626" y="1644807"/>
            <a:ext cx="98469" cy="160297"/>
          </a:xfrm>
          <a:custGeom>
            <a:avLst/>
            <a:gdLst>
              <a:gd name="T0" fmla="*/ 10 w 35"/>
              <a:gd name="T1" fmla="*/ 6 h 57"/>
              <a:gd name="T2" fmla="*/ 10 w 35"/>
              <a:gd name="T3" fmla="*/ 7 h 57"/>
              <a:gd name="T4" fmla="*/ 10 w 35"/>
              <a:gd name="T5" fmla="*/ 7 h 57"/>
              <a:gd name="T6" fmla="*/ 10 w 35"/>
              <a:gd name="T7" fmla="*/ 9 h 57"/>
              <a:gd name="T8" fmla="*/ 10 w 35"/>
              <a:gd name="T9" fmla="*/ 12 h 57"/>
              <a:gd name="T10" fmla="*/ 9 w 35"/>
              <a:gd name="T11" fmla="*/ 15 h 57"/>
              <a:gd name="T12" fmla="*/ 9 w 35"/>
              <a:gd name="T13" fmla="*/ 17 h 57"/>
              <a:gd name="T14" fmla="*/ 9 w 35"/>
              <a:gd name="T15" fmla="*/ 20 h 57"/>
              <a:gd name="T16" fmla="*/ 8 w 35"/>
              <a:gd name="T17" fmla="*/ 23 h 57"/>
              <a:gd name="T18" fmla="*/ 8 w 35"/>
              <a:gd name="T19" fmla="*/ 25 h 57"/>
              <a:gd name="T20" fmla="*/ 7 w 35"/>
              <a:gd name="T21" fmla="*/ 28 h 57"/>
              <a:gd name="T22" fmla="*/ 6 w 35"/>
              <a:gd name="T23" fmla="*/ 30 h 57"/>
              <a:gd name="T24" fmla="*/ 6 w 35"/>
              <a:gd name="T25" fmla="*/ 33 h 57"/>
              <a:gd name="T26" fmla="*/ 5 w 35"/>
              <a:gd name="T27" fmla="*/ 35 h 57"/>
              <a:gd name="T28" fmla="*/ 4 w 35"/>
              <a:gd name="T29" fmla="*/ 38 h 57"/>
              <a:gd name="T30" fmla="*/ 4 w 35"/>
              <a:gd name="T31" fmla="*/ 40 h 57"/>
              <a:gd name="T32" fmla="*/ 3 w 35"/>
              <a:gd name="T33" fmla="*/ 43 h 57"/>
              <a:gd name="T34" fmla="*/ 2 w 35"/>
              <a:gd name="T35" fmla="*/ 45 h 57"/>
              <a:gd name="T36" fmla="*/ 1 w 35"/>
              <a:gd name="T37" fmla="*/ 47 h 57"/>
              <a:gd name="T38" fmla="*/ 4 w 35"/>
              <a:gd name="T39" fmla="*/ 55 h 57"/>
              <a:gd name="T40" fmla="*/ 6 w 35"/>
              <a:gd name="T41" fmla="*/ 56 h 57"/>
              <a:gd name="T42" fmla="*/ 9 w 35"/>
              <a:gd name="T43" fmla="*/ 57 h 57"/>
              <a:gd name="T44" fmla="*/ 14 w 35"/>
              <a:gd name="T45" fmla="*/ 55 h 57"/>
              <a:gd name="T46" fmla="*/ 35 w 35"/>
              <a:gd name="T47" fmla="*/ 7 h 57"/>
              <a:gd name="T48" fmla="*/ 33 w 35"/>
              <a:gd name="T49" fmla="*/ 2 h 57"/>
              <a:gd name="T50" fmla="*/ 29 w 35"/>
              <a:gd name="T51" fmla="*/ 0 h 57"/>
              <a:gd name="T52" fmla="*/ 17 w 35"/>
              <a:gd name="T53" fmla="*/ 0 h 57"/>
              <a:gd name="T54" fmla="*/ 10 w 35"/>
              <a:gd name="T55" fmla="*/ 6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5" h="57">
                <a:moveTo>
                  <a:pt x="10" y="6"/>
                </a:moveTo>
                <a:cubicBezTo>
                  <a:pt x="10" y="6"/>
                  <a:pt x="10" y="7"/>
                  <a:pt x="10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8"/>
                  <a:pt x="10" y="9"/>
                  <a:pt x="10" y="9"/>
                </a:cubicBezTo>
                <a:cubicBezTo>
                  <a:pt x="10" y="10"/>
                  <a:pt x="10" y="11"/>
                  <a:pt x="10" y="12"/>
                </a:cubicBezTo>
                <a:cubicBezTo>
                  <a:pt x="10" y="13"/>
                  <a:pt x="9" y="14"/>
                  <a:pt x="9" y="15"/>
                </a:cubicBezTo>
                <a:cubicBezTo>
                  <a:pt x="9" y="16"/>
                  <a:pt x="9" y="16"/>
                  <a:pt x="9" y="17"/>
                </a:cubicBezTo>
                <a:cubicBezTo>
                  <a:pt x="9" y="18"/>
                  <a:pt x="9" y="19"/>
                  <a:pt x="9" y="20"/>
                </a:cubicBezTo>
                <a:cubicBezTo>
                  <a:pt x="8" y="21"/>
                  <a:pt x="8" y="22"/>
                  <a:pt x="8" y="23"/>
                </a:cubicBezTo>
                <a:cubicBezTo>
                  <a:pt x="8" y="23"/>
                  <a:pt x="8" y="24"/>
                  <a:pt x="8" y="25"/>
                </a:cubicBezTo>
                <a:cubicBezTo>
                  <a:pt x="7" y="26"/>
                  <a:pt x="7" y="27"/>
                  <a:pt x="7" y="28"/>
                </a:cubicBezTo>
                <a:cubicBezTo>
                  <a:pt x="7" y="29"/>
                  <a:pt x="7" y="29"/>
                  <a:pt x="6" y="30"/>
                </a:cubicBezTo>
                <a:cubicBezTo>
                  <a:pt x="6" y="31"/>
                  <a:pt x="6" y="32"/>
                  <a:pt x="6" y="33"/>
                </a:cubicBezTo>
                <a:cubicBezTo>
                  <a:pt x="6" y="34"/>
                  <a:pt x="5" y="34"/>
                  <a:pt x="5" y="35"/>
                </a:cubicBezTo>
                <a:cubicBezTo>
                  <a:pt x="5" y="36"/>
                  <a:pt x="5" y="37"/>
                  <a:pt x="4" y="38"/>
                </a:cubicBezTo>
                <a:cubicBezTo>
                  <a:pt x="4" y="39"/>
                  <a:pt x="4" y="39"/>
                  <a:pt x="4" y="40"/>
                </a:cubicBezTo>
                <a:cubicBezTo>
                  <a:pt x="3" y="41"/>
                  <a:pt x="3" y="42"/>
                  <a:pt x="3" y="43"/>
                </a:cubicBezTo>
                <a:cubicBezTo>
                  <a:pt x="2" y="43"/>
                  <a:pt x="2" y="44"/>
                  <a:pt x="2" y="45"/>
                </a:cubicBezTo>
                <a:cubicBezTo>
                  <a:pt x="2" y="46"/>
                  <a:pt x="1" y="46"/>
                  <a:pt x="1" y="47"/>
                </a:cubicBezTo>
                <a:cubicBezTo>
                  <a:pt x="0" y="50"/>
                  <a:pt x="1" y="54"/>
                  <a:pt x="4" y="55"/>
                </a:cubicBezTo>
                <a:cubicBezTo>
                  <a:pt x="5" y="56"/>
                  <a:pt x="5" y="56"/>
                  <a:pt x="6" y="56"/>
                </a:cubicBezTo>
                <a:cubicBezTo>
                  <a:pt x="7" y="57"/>
                  <a:pt x="8" y="57"/>
                  <a:pt x="9" y="57"/>
                </a:cubicBezTo>
                <a:cubicBezTo>
                  <a:pt x="11" y="57"/>
                  <a:pt x="12" y="56"/>
                  <a:pt x="14" y="55"/>
                </a:cubicBezTo>
                <a:cubicBezTo>
                  <a:pt x="25" y="41"/>
                  <a:pt x="33" y="25"/>
                  <a:pt x="35" y="7"/>
                </a:cubicBezTo>
                <a:cubicBezTo>
                  <a:pt x="35" y="5"/>
                  <a:pt x="35" y="3"/>
                  <a:pt x="33" y="2"/>
                </a:cubicBezTo>
                <a:cubicBezTo>
                  <a:pt x="32" y="1"/>
                  <a:pt x="30" y="0"/>
                  <a:pt x="29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3" y="0"/>
                  <a:pt x="10" y="2"/>
                  <a:pt x="10" y="6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43"/>
          <p:cNvSpPr>
            <a:spLocks/>
          </p:cNvSpPr>
          <p:nvPr/>
        </p:nvSpPr>
        <p:spPr bwMode="auto">
          <a:xfrm>
            <a:off x="4170593" y="1644807"/>
            <a:ext cx="100758" cy="162588"/>
          </a:xfrm>
          <a:custGeom>
            <a:avLst/>
            <a:gdLst>
              <a:gd name="T0" fmla="*/ 32 w 36"/>
              <a:gd name="T1" fmla="*/ 41 h 58"/>
              <a:gd name="T2" fmla="*/ 31 w 36"/>
              <a:gd name="T3" fmla="*/ 38 h 58"/>
              <a:gd name="T4" fmla="*/ 30 w 36"/>
              <a:gd name="T5" fmla="*/ 36 h 58"/>
              <a:gd name="T6" fmla="*/ 30 w 36"/>
              <a:gd name="T7" fmla="*/ 33 h 58"/>
              <a:gd name="T8" fmla="*/ 29 w 36"/>
              <a:gd name="T9" fmla="*/ 30 h 58"/>
              <a:gd name="T10" fmla="*/ 28 w 36"/>
              <a:gd name="T11" fmla="*/ 28 h 58"/>
              <a:gd name="T12" fmla="*/ 28 w 36"/>
              <a:gd name="T13" fmla="*/ 25 h 58"/>
              <a:gd name="T14" fmla="*/ 27 w 36"/>
              <a:gd name="T15" fmla="*/ 23 h 58"/>
              <a:gd name="T16" fmla="*/ 27 w 36"/>
              <a:gd name="T17" fmla="*/ 20 h 58"/>
              <a:gd name="T18" fmla="*/ 26 w 36"/>
              <a:gd name="T19" fmla="*/ 17 h 58"/>
              <a:gd name="T20" fmla="*/ 26 w 36"/>
              <a:gd name="T21" fmla="*/ 15 h 58"/>
              <a:gd name="T22" fmla="*/ 26 w 36"/>
              <a:gd name="T23" fmla="*/ 12 h 58"/>
              <a:gd name="T24" fmla="*/ 25 w 36"/>
              <a:gd name="T25" fmla="*/ 9 h 58"/>
              <a:gd name="T26" fmla="*/ 25 w 36"/>
              <a:gd name="T27" fmla="*/ 7 h 58"/>
              <a:gd name="T28" fmla="*/ 25 w 36"/>
              <a:gd name="T29" fmla="*/ 7 h 58"/>
              <a:gd name="T30" fmla="*/ 25 w 36"/>
              <a:gd name="T31" fmla="*/ 6 h 58"/>
              <a:gd name="T32" fmla="*/ 19 w 36"/>
              <a:gd name="T33" fmla="*/ 0 h 58"/>
              <a:gd name="T34" fmla="*/ 7 w 36"/>
              <a:gd name="T35" fmla="*/ 0 h 58"/>
              <a:gd name="T36" fmla="*/ 2 w 36"/>
              <a:gd name="T37" fmla="*/ 2 h 58"/>
              <a:gd name="T38" fmla="*/ 0 w 36"/>
              <a:gd name="T39" fmla="*/ 7 h 58"/>
              <a:gd name="T40" fmla="*/ 22 w 36"/>
              <a:gd name="T41" fmla="*/ 55 h 58"/>
              <a:gd name="T42" fmla="*/ 30 w 36"/>
              <a:gd name="T43" fmla="*/ 56 h 58"/>
              <a:gd name="T44" fmla="*/ 31 w 36"/>
              <a:gd name="T45" fmla="*/ 55 h 58"/>
              <a:gd name="T46" fmla="*/ 34 w 36"/>
              <a:gd name="T47" fmla="*/ 47 h 58"/>
              <a:gd name="T48" fmla="*/ 34 w 36"/>
              <a:gd name="T49" fmla="*/ 46 h 58"/>
              <a:gd name="T50" fmla="*/ 33 w 36"/>
              <a:gd name="T51" fmla="*/ 43 h 58"/>
              <a:gd name="T52" fmla="*/ 32 w 36"/>
              <a:gd name="T53" fmla="*/ 41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6" h="58">
                <a:moveTo>
                  <a:pt x="32" y="41"/>
                </a:moveTo>
                <a:cubicBezTo>
                  <a:pt x="32" y="40"/>
                  <a:pt x="31" y="39"/>
                  <a:pt x="31" y="38"/>
                </a:cubicBezTo>
                <a:cubicBezTo>
                  <a:pt x="31" y="37"/>
                  <a:pt x="31" y="36"/>
                  <a:pt x="30" y="36"/>
                </a:cubicBezTo>
                <a:cubicBezTo>
                  <a:pt x="30" y="35"/>
                  <a:pt x="30" y="34"/>
                  <a:pt x="30" y="33"/>
                </a:cubicBezTo>
                <a:cubicBezTo>
                  <a:pt x="29" y="32"/>
                  <a:pt x="29" y="31"/>
                  <a:pt x="29" y="30"/>
                </a:cubicBezTo>
                <a:cubicBezTo>
                  <a:pt x="29" y="29"/>
                  <a:pt x="29" y="29"/>
                  <a:pt x="28" y="28"/>
                </a:cubicBezTo>
                <a:cubicBezTo>
                  <a:pt x="28" y="27"/>
                  <a:pt x="28" y="26"/>
                  <a:pt x="28" y="25"/>
                </a:cubicBezTo>
                <a:cubicBezTo>
                  <a:pt x="28" y="24"/>
                  <a:pt x="27" y="23"/>
                  <a:pt x="27" y="23"/>
                </a:cubicBezTo>
                <a:cubicBezTo>
                  <a:pt x="27" y="22"/>
                  <a:pt x="27" y="21"/>
                  <a:pt x="27" y="20"/>
                </a:cubicBezTo>
                <a:cubicBezTo>
                  <a:pt x="27" y="19"/>
                  <a:pt x="27" y="18"/>
                  <a:pt x="26" y="17"/>
                </a:cubicBezTo>
                <a:cubicBezTo>
                  <a:pt x="26" y="16"/>
                  <a:pt x="26" y="15"/>
                  <a:pt x="26" y="15"/>
                </a:cubicBezTo>
                <a:cubicBezTo>
                  <a:pt x="26" y="14"/>
                  <a:pt x="26" y="13"/>
                  <a:pt x="26" y="12"/>
                </a:cubicBezTo>
                <a:cubicBezTo>
                  <a:pt x="26" y="11"/>
                  <a:pt x="26" y="10"/>
                  <a:pt x="25" y="9"/>
                </a:cubicBezTo>
                <a:cubicBezTo>
                  <a:pt x="25" y="9"/>
                  <a:pt x="25" y="8"/>
                  <a:pt x="25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5" y="7"/>
                  <a:pt x="25" y="6"/>
                  <a:pt x="25" y="6"/>
                </a:cubicBezTo>
                <a:cubicBezTo>
                  <a:pt x="25" y="2"/>
                  <a:pt x="22" y="0"/>
                  <a:pt x="19" y="0"/>
                </a:cubicBezTo>
                <a:cubicBezTo>
                  <a:pt x="7" y="0"/>
                  <a:pt x="7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5"/>
                  <a:pt x="0" y="7"/>
                </a:cubicBezTo>
                <a:cubicBezTo>
                  <a:pt x="2" y="25"/>
                  <a:pt x="10" y="41"/>
                  <a:pt x="22" y="55"/>
                </a:cubicBezTo>
                <a:cubicBezTo>
                  <a:pt x="24" y="57"/>
                  <a:pt x="27" y="58"/>
                  <a:pt x="30" y="56"/>
                </a:cubicBezTo>
                <a:cubicBezTo>
                  <a:pt x="30" y="56"/>
                  <a:pt x="31" y="56"/>
                  <a:pt x="31" y="55"/>
                </a:cubicBezTo>
                <a:cubicBezTo>
                  <a:pt x="34" y="54"/>
                  <a:pt x="36" y="50"/>
                  <a:pt x="34" y="47"/>
                </a:cubicBezTo>
                <a:cubicBezTo>
                  <a:pt x="34" y="47"/>
                  <a:pt x="34" y="46"/>
                  <a:pt x="34" y="46"/>
                </a:cubicBezTo>
                <a:cubicBezTo>
                  <a:pt x="33" y="45"/>
                  <a:pt x="33" y="44"/>
                  <a:pt x="33" y="43"/>
                </a:cubicBezTo>
                <a:cubicBezTo>
                  <a:pt x="32" y="42"/>
                  <a:pt x="32" y="41"/>
                  <a:pt x="32" y="4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44"/>
          <p:cNvSpPr>
            <a:spLocks/>
          </p:cNvSpPr>
          <p:nvPr/>
        </p:nvSpPr>
        <p:spPr bwMode="auto">
          <a:xfrm>
            <a:off x="4431648" y="1644807"/>
            <a:ext cx="146557" cy="137398"/>
          </a:xfrm>
          <a:custGeom>
            <a:avLst/>
            <a:gdLst>
              <a:gd name="T0" fmla="*/ 46 w 52"/>
              <a:gd name="T1" fmla="*/ 0 h 49"/>
              <a:gd name="T2" fmla="*/ 7 w 52"/>
              <a:gd name="T3" fmla="*/ 0 h 49"/>
              <a:gd name="T4" fmla="*/ 0 w 52"/>
              <a:gd name="T5" fmla="*/ 6 h 49"/>
              <a:gd name="T6" fmla="*/ 0 w 52"/>
              <a:gd name="T7" fmla="*/ 36 h 49"/>
              <a:gd name="T8" fmla="*/ 6 w 52"/>
              <a:gd name="T9" fmla="*/ 43 h 49"/>
              <a:gd name="T10" fmla="*/ 7 w 52"/>
              <a:gd name="T11" fmla="*/ 43 h 49"/>
              <a:gd name="T12" fmla="*/ 8 w 52"/>
              <a:gd name="T13" fmla="*/ 43 h 49"/>
              <a:gd name="T14" fmla="*/ 14 w 52"/>
              <a:gd name="T15" fmla="*/ 44 h 49"/>
              <a:gd name="T16" fmla="*/ 14 w 52"/>
              <a:gd name="T17" fmla="*/ 44 h 49"/>
              <a:gd name="T18" fmla="*/ 20 w 52"/>
              <a:gd name="T19" fmla="*/ 45 h 49"/>
              <a:gd name="T20" fmla="*/ 22 w 52"/>
              <a:gd name="T21" fmla="*/ 45 h 49"/>
              <a:gd name="T22" fmla="*/ 27 w 52"/>
              <a:gd name="T23" fmla="*/ 46 h 49"/>
              <a:gd name="T24" fmla="*/ 29 w 52"/>
              <a:gd name="T25" fmla="*/ 46 h 49"/>
              <a:gd name="T26" fmla="*/ 31 w 52"/>
              <a:gd name="T27" fmla="*/ 47 h 49"/>
              <a:gd name="T28" fmla="*/ 32 w 52"/>
              <a:gd name="T29" fmla="*/ 47 h 49"/>
              <a:gd name="T30" fmla="*/ 36 w 52"/>
              <a:gd name="T31" fmla="*/ 48 h 49"/>
              <a:gd name="T32" fmla="*/ 38 w 52"/>
              <a:gd name="T33" fmla="*/ 49 h 49"/>
              <a:gd name="T34" fmla="*/ 44 w 52"/>
              <a:gd name="T35" fmla="*/ 44 h 49"/>
              <a:gd name="T36" fmla="*/ 44 w 52"/>
              <a:gd name="T37" fmla="*/ 43 h 49"/>
              <a:gd name="T38" fmla="*/ 45 w 52"/>
              <a:gd name="T39" fmla="*/ 40 h 49"/>
              <a:gd name="T40" fmla="*/ 45 w 52"/>
              <a:gd name="T41" fmla="*/ 39 h 49"/>
              <a:gd name="T42" fmla="*/ 51 w 52"/>
              <a:gd name="T43" fmla="*/ 16 h 49"/>
              <a:gd name="T44" fmla="*/ 51 w 52"/>
              <a:gd name="T45" fmla="*/ 15 h 49"/>
              <a:gd name="T46" fmla="*/ 52 w 52"/>
              <a:gd name="T47" fmla="*/ 11 h 49"/>
              <a:gd name="T48" fmla="*/ 52 w 52"/>
              <a:gd name="T49" fmla="*/ 9 h 49"/>
              <a:gd name="T50" fmla="*/ 52 w 52"/>
              <a:gd name="T51" fmla="*/ 7 h 49"/>
              <a:gd name="T52" fmla="*/ 51 w 52"/>
              <a:gd name="T53" fmla="*/ 2 h 49"/>
              <a:gd name="T54" fmla="*/ 46 w 52"/>
              <a:gd name="T55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2" h="49">
                <a:moveTo>
                  <a:pt x="46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40"/>
                  <a:pt x="3" y="43"/>
                  <a:pt x="6" y="43"/>
                </a:cubicBezTo>
                <a:cubicBezTo>
                  <a:pt x="6" y="43"/>
                  <a:pt x="7" y="43"/>
                  <a:pt x="7" y="43"/>
                </a:cubicBezTo>
                <a:cubicBezTo>
                  <a:pt x="7" y="43"/>
                  <a:pt x="8" y="43"/>
                  <a:pt x="8" y="43"/>
                </a:cubicBezTo>
                <a:cubicBezTo>
                  <a:pt x="10" y="43"/>
                  <a:pt x="12" y="43"/>
                  <a:pt x="14" y="44"/>
                </a:cubicBezTo>
                <a:cubicBezTo>
                  <a:pt x="14" y="44"/>
                  <a:pt x="14" y="44"/>
                  <a:pt x="14" y="44"/>
                </a:cubicBezTo>
                <a:cubicBezTo>
                  <a:pt x="16" y="44"/>
                  <a:pt x="18" y="44"/>
                  <a:pt x="20" y="45"/>
                </a:cubicBezTo>
                <a:cubicBezTo>
                  <a:pt x="21" y="45"/>
                  <a:pt x="22" y="45"/>
                  <a:pt x="22" y="45"/>
                </a:cubicBezTo>
                <a:cubicBezTo>
                  <a:pt x="24" y="45"/>
                  <a:pt x="26" y="46"/>
                  <a:pt x="27" y="46"/>
                </a:cubicBezTo>
                <a:cubicBezTo>
                  <a:pt x="28" y="46"/>
                  <a:pt x="29" y="46"/>
                  <a:pt x="29" y="46"/>
                </a:cubicBezTo>
                <a:cubicBezTo>
                  <a:pt x="30" y="47"/>
                  <a:pt x="30" y="47"/>
                  <a:pt x="31" y="47"/>
                </a:cubicBezTo>
                <a:cubicBezTo>
                  <a:pt x="31" y="47"/>
                  <a:pt x="31" y="47"/>
                  <a:pt x="32" y="47"/>
                </a:cubicBezTo>
                <a:cubicBezTo>
                  <a:pt x="33" y="47"/>
                  <a:pt x="34" y="48"/>
                  <a:pt x="36" y="48"/>
                </a:cubicBezTo>
                <a:cubicBezTo>
                  <a:pt x="36" y="48"/>
                  <a:pt x="37" y="49"/>
                  <a:pt x="38" y="49"/>
                </a:cubicBezTo>
                <a:cubicBezTo>
                  <a:pt x="40" y="49"/>
                  <a:pt x="43" y="47"/>
                  <a:pt x="44" y="44"/>
                </a:cubicBezTo>
                <a:cubicBezTo>
                  <a:pt x="44" y="44"/>
                  <a:pt x="44" y="44"/>
                  <a:pt x="44" y="43"/>
                </a:cubicBezTo>
                <a:cubicBezTo>
                  <a:pt x="45" y="42"/>
                  <a:pt x="45" y="41"/>
                  <a:pt x="45" y="40"/>
                </a:cubicBezTo>
                <a:cubicBezTo>
                  <a:pt x="45" y="40"/>
                  <a:pt x="45" y="40"/>
                  <a:pt x="45" y="39"/>
                </a:cubicBezTo>
                <a:cubicBezTo>
                  <a:pt x="48" y="32"/>
                  <a:pt x="50" y="24"/>
                  <a:pt x="51" y="16"/>
                </a:cubicBezTo>
                <a:cubicBezTo>
                  <a:pt x="51" y="15"/>
                  <a:pt x="51" y="15"/>
                  <a:pt x="51" y="15"/>
                </a:cubicBezTo>
                <a:cubicBezTo>
                  <a:pt x="52" y="14"/>
                  <a:pt x="52" y="12"/>
                  <a:pt x="52" y="11"/>
                </a:cubicBezTo>
                <a:cubicBezTo>
                  <a:pt x="52" y="10"/>
                  <a:pt x="52" y="10"/>
                  <a:pt x="52" y="9"/>
                </a:cubicBezTo>
                <a:cubicBezTo>
                  <a:pt x="52" y="8"/>
                  <a:pt x="52" y="7"/>
                  <a:pt x="52" y="7"/>
                </a:cubicBezTo>
                <a:cubicBezTo>
                  <a:pt x="52" y="5"/>
                  <a:pt x="52" y="3"/>
                  <a:pt x="51" y="2"/>
                </a:cubicBezTo>
                <a:cubicBezTo>
                  <a:pt x="49" y="0"/>
                  <a:pt x="48" y="0"/>
                  <a:pt x="46" y="0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45"/>
          <p:cNvSpPr>
            <a:spLocks/>
          </p:cNvSpPr>
          <p:nvPr/>
        </p:nvSpPr>
        <p:spPr bwMode="auto">
          <a:xfrm>
            <a:off x="4262191" y="1644807"/>
            <a:ext cx="146557" cy="137398"/>
          </a:xfrm>
          <a:custGeom>
            <a:avLst/>
            <a:gdLst>
              <a:gd name="T0" fmla="*/ 52 w 52"/>
              <a:gd name="T1" fmla="*/ 36 h 49"/>
              <a:gd name="T2" fmla="*/ 52 w 52"/>
              <a:gd name="T3" fmla="*/ 6 h 49"/>
              <a:gd name="T4" fmla="*/ 46 w 52"/>
              <a:gd name="T5" fmla="*/ 0 h 49"/>
              <a:gd name="T6" fmla="*/ 7 w 52"/>
              <a:gd name="T7" fmla="*/ 0 h 49"/>
              <a:gd name="T8" fmla="*/ 2 w 52"/>
              <a:gd name="T9" fmla="*/ 2 h 49"/>
              <a:gd name="T10" fmla="*/ 0 w 52"/>
              <a:gd name="T11" fmla="*/ 7 h 49"/>
              <a:gd name="T12" fmla="*/ 0 w 52"/>
              <a:gd name="T13" fmla="*/ 9 h 49"/>
              <a:gd name="T14" fmla="*/ 0 w 52"/>
              <a:gd name="T15" fmla="*/ 11 h 49"/>
              <a:gd name="T16" fmla="*/ 1 w 52"/>
              <a:gd name="T17" fmla="*/ 15 h 49"/>
              <a:gd name="T18" fmla="*/ 1 w 52"/>
              <a:gd name="T19" fmla="*/ 16 h 49"/>
              <a:gd name="T20" fmla="*/ 7 w 52"/>
              <a:gd name="T21" fmla="*/ 40 h 49"/>
              <a:gd name="T22" fmla="*/ 7 w 52"/>
              <a:gd name="T23" fmla="*/ 40 h 49"/>
              <a:gd name="T24" fmla="*/ 8 w 52"/>
              <a:gd name="T25" fmla="*/ 44 h 49"/>
              <a:gd name="T26" fmla="*/ 9 w 52"/>
              <a:gd name="T27" fmla="*/ 44 h 49"/>
              <a:gd name="T28" fmla="*/ 15 w 52"/>
              <a:gd name="T29" fmla="*/ 49 h 49"/>
              <a:gd name="T30" fmla="*/ 15 w 52"/>
              <a:gd name="T31" fmla="*/ 49 h 49"/>
              <a:gd name="T32" fmla="*/ 17 w 52"/>
              <a:gd name="T33" fmla="*/ 48 h 49"/>
              <a:gd name="T34" fmla="*/ 21 w 52"/>
              <a:gd name="T35" fmla="*/ 47 h 49"/>
              <a:gd name="T36" fmla="*/ 22 w 52"/>
              <a:gd name="T37" fmla="*/ 47 h 49"/>
              <a:gd name="T38" fmla="*/ 23 w 52"/>
              <a:gd name="T39" fmla="*/ 46 h 49"/>
              <a:gd name="T40" fmla="*/ 25 w 52"/>
              <a:gd name="T41" fmla="*/ 46 h 49"/>
              <a:gd name="T42" fmla="*/ 30 w 52"/>
              <a:gd name="T43" fmla="*/ 45 h 49"/>
              <a:gd name="T44" fmla="*/ 32 w 52"/>
              <a:gd name="T45" fmla="*/ 45 h 49"/>
              <a:gd name="T46" fmla="*/ 38 w 52"/>
              <a:gd name="T47" fmla="*/ 44 h 49"/>
              <a:gd name="T48" fmla="*/ 39 w 52"/>
              <a:gd name="T49" fmla="*/ 44 h 49"/>
              <a:gd name="T50" fmla="*/ 45 w 52"/>
              <a:gd name="T51" fmla="*/ 43 h 49"/>
              <a:gd name="T52" fmla="*/ 45 w 52"/>
              <a:gd name="T53" fmla="*/ 43 h 49"/>
              <a:gd name="T54" fmla="*/ 46 w 52"/>
              <a:gd name="T55" fmla="*/ 43 h 49"/>
              <a:gd name="T56" fmla="*/ 52 w 52"/>
              <a:gd name="T57" fmla="*/ 3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2" h="49">
                <a:moveTo>
                  <a:pt x="52" y="36"/>
                </a:moveTo>
                <a:cubicBezTo>
                  <a:pt x="52" y="6"/>
                  <a:pt x="52" y="6"/>
                  <a:pt x="52" y="6"/>
                </a:cubicBezTo>
                <a:cubicBezTo>
                  <a:pt x="52" y="3"/>
                  <a:pt x="49" y="0"/>
                  <a:pt x="46" y="0"/>
                </a:cubicBezTo>
                <a:cubicBezTo>
                  <a:pt x="7" y="0"/>
                  <a:pt x="7" y="0"/>
                  <a:pt x="7" y="0"/>
                </a:cubicBezTo>
                <a:cubicBezTo>
                  <a:pt x="5" y="0"/>
                  <a:pt x="3" y="0"/>
                  <a:pt x="2" y="2"/>
                </a:cubicBezTo>
                <a:cubicBezTo>
                  <a:pt x="1" y="3"/>
                  <a:pt x="0" y="5"/>
                  <a:pt x="0" y="7"/>
                </a:cubicBezTo>
                <a:cubicBezTo>
                  <a:pt x="0" y="7"/>
                  <a:pt x="0" y="8"/>
                  <a:pt x="0" y="9"/>
                </a:cubicBezTo>
                <a:cubicBezTo>
                  <a:pt x="0" y="10"/>
                  <a:pt x="0" y="10"/>
                  <a:pt x="0" y="11"/>
                </a:cubicBezTo>
                <a:cubicBezTo>
                  <a:pt x="1" y="12"/>
                  <a:pt x="1" y="14"/>
                  <a:pt x="1" y="15"/>
                </a:cubicBezTo>
                <a:cubicBezTo>
                  <a:pt x="1" y="15"/>
                  <a:pt x="1" y="15"/>
                  <a:pt x="1" y="16"/>
                </a:cubicBezTo>
                <a:cubicBezTo>
                  <a:pt x="2" y="24"/>
                  <a:pt x="4" y="32"/>
                  <a:pt x="7" y="40"/>
                </a:cubicBezTo>
                <a:cubicBezTo>
                  <a:pt x="7" y="40"/>
                  <a:pt x="7" y="40"/>
                  <a:pt x="7" y="40"/>
                </a:cubicBezTo>
                <a:cubicBezTo>
                  <a:pt x="7" y="41"/>
                  <a:pt x="8" y="42"/>
                  <a:pt x="8" y="44"/>
                </a:cubicBezTo>
                <a:cubicBezTo>
                  <a:pt x="9" y="44"/>
                  <a:pt x="9" y="44"/>
                  <a:pt x="9" y="44"/>
                </a:cubicBezTo>
                <a:cubicBezTo>
                  <a:pt x="10" y="47"/>
                  <a:pt x="12" y="49"/>
                  <a:pt x="15" y="49"/>
                </a:cubicBezTo>
                <a:cubicBezTo>
                  <a:pt x="15" y="49"/>
                  <a:pt x="15" y="49"/>
                  <a:pt x="15" y="49"/>
                </a:cubicBezTo>
                <a:cubicBezTo>
                  <a:pt x="15" y="49"/>
                  <a:pt x="16" y="48"/>
                  <a:pt x="17" y="48"/>
                </a:cubicBezTo>
                <a:cubicBezTo>
                  <a:pt x="18" y="48"/>
                  <a:pt x="19" y="47"/>
                  <a:pt x="21" y="47"/>
                </a:cubicBezTo>
                <a:cubicBezTo>
                  <a:pt x="21" y="47"/>
                  <a:pt x="21" y="47"/>
                  <a:pt x="22" y="47"/>
                </a:cubicBezTo>
                <a:cubicBezTo>
                  <a:pt x="22" y="47"/>
                  <a:pt x="23" y="47"/>
                  <a:pt x="23" y="46"/>
                </a:cubicBezTo>
                <a:cubicBezTo>
                  <a:pt x="24" y="46"/>
                  <a:pt x="24" y="46"/>
                  <a:pt x="25" y="46"/>
                </a:cubicBezTo>
                <a:cubicBezTo>
                  <a:pt x="27" y="46"/>
                  <a:pt x="28" y="45"/>
                  <a:pt x="30" y="45"/>
                </a:cubicBezTo>
                <a:cubicBezTo>
                  <a:pt x="31" y="45"/>
                  <a:pt x="31" y="45"/>
                  <a:pt x="32" y="45"/>
                </a:cubicBezTo>
                <a:cubicBezTo>
                  <a:pt x="34" y="44"/>
                  <a:pt x="36" y="44"/>
                  <a:pt x="38" y="44"/>
                </a:cubicBezTo>
                <a:cubicBezTo>
                  <a:pt x="38" y="44"/>
                  <a:pt x="39" y="44"/>
                  <a:pt x="39" y="44"/>
                </a:cubicBezTo>
                <a:cubicBezTo>
                  <a:pt x="41" y="43"/>
                  <a:pt x="43" y="43"/>
                  <a:pt x="45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5" y="43"/>
                  <a:pt x="46" y="43"/>
                  <a:pt x="46" y="43"/>
                </a:cubicBezTo>
                <a:cubicBezTo>
                  <a:pt x="50" y="43"/>
                  <a:pt x="52" y="40"/>
                  <a:pt x="52" y="36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46"/>
          <p:cNvSpPr>
            <a:spLocks/>
          </p:cNvSpPr>
          <p:nvPr/>
        </p:nvSpPr>
        <p:spPr bwMode="auto">
          <a:xfrm>
            <a:off x="4314861" y="1789075"/>
            <a:ext cx="93889" cy="91598"/>
          </a:xfrm>
          <a:custGeom>
            <a:avLst/>
            <a:gdLst>
              <a:gd name="T0" fmla="*/ 31 w 34"/>
              <a:gd name="T1" fmla="*/ 31 h 33"/>
              <a:gd name="T2" fmla="*/ 34 w 34"/>
              <a:gd name="T3" fmla="*/ 26 h 33"/>
              <a:gd name="T4" fmla="*/ 34 w 34"/>
              <a:gd name="T5" fmla="*/ 6 h 33"/>
              <a:gd name="T6" fmla="*/ 32 w 34"/>
              <a:gd name="T7" fmla="*/ 1 h 33"/>
              <a:gd name="T8" fmla="*/ 28 w 34"/>
              <a:gd name="T9" fmla="*/ 0 h 33"/>
              <a:gd name="T10" fmla="*/ 22 w 34"/>
              <a:gd name="T11" fmla="*/ 0 h 33"/>
              <a:gd name="T12" fmla="*/ 21 w 34"/>
              <a:gd name="T13" fmla="*/ 0 h 33"/>
              <a:gd name="T14" fmla="*/ 15 w 34"/>
              <a:gd name="T15" fmla="*/ 1 h 33"/>
              <a:gd name="T16" fmla="*/ 13 w 34"/>
              <a:gd name="T17" fmla="*/ 2 h 33"/>
              <a:gd name="T18" fmla="*/ 9 w 34"/>
              <a:gd name="T19" fmla="*/ 3 h 33"/>
              <a:gd name="T20" fmla="*/ 7 w 34"/>
              <a:gd name="T21" fmla="*/ 3 h 33"/>
              <a:gd name="T22" fmla="*/ 5 w 34"/>
              <a:gd name="T23" fmla="*/ 4 h 33"/>
              <a:gd name="T24" fmla="*/ 1 w 34"/>
              <a:gd name="T25" fmla="*/ 8 h 33"/>
              <a:gd name="T26" fmla="*/ 2 w 34"/>
              <a:gd name="T27" fmla="*/ 13 h 33"/>
              <a:gd name="T28" fmla="*/ 2 w 34"/>
              <a:gd name="T29" fmla="*/ 14 h 33"/>
              <a:gd name="T30" fmla="*/ 4 w 34"/>
              <a:gd name="T31" fmla="*/ 16 h 33"/>
              <a:gd name="T32" fmla="*/ 5 w 34"/>
              <a:gd name="T33" fmla="*/ 17 h 33"/>
              <a:gd name="T34" fmla="*/ 7 w 34"/>
              <a:gd name="T35" fmla="*/ 20 h 33"/>
              <a:gd name="T36" fmla="*/ 8 w 34"/>
              <a:gd name="T37" fmla="*/ 21 h 33"/>
              <a:gd name="T38" fmla="*/ 10 w 34"/>
              <a:gd name="T39" fmla="*/ 22 h 33"/>
              <a:gd name="T40" fmla="*/ 11 w 34"/>
              <a:gd name="T41" fmla="*/ 24 h 33"/>
              <a:gd name="T42" fmla="*/ 13 w 34"/>
              <a:gd name="T43" fmla="*/ 25 h 33"/>
              <a:gd name="T44" fmla="*/ 14 w 34"/>
              <a:gd name="T45" fmla="*/ 26 h 33"/>
              <a:gd name="T46" fmla="*/ 15 w 34"/>
              <a:gd name="T47" fmla="*/ 27 h 33"/>
              <a:gd name="T48" fmla="*/ 17 w 34"/>
              <a:gd name="T49" fmla="*/ 28 h 33"/>
              <a:gd name="T50" fmla="*/ 18 w 34"/>
              <a:gd name="T51" fmla="*/ 29 h 33"/>
              <a:gd name="T52" fmla="*/ 20 w 34"/>
              <a:gd name="T53" fmla="*/ 30 h 33"/>
              <a:gd name="T54" fmla="*/ 21 w 34"/>
              <a:gd name="T55" fmla="*/ 30 h 33"/>
              <a:gd name="T56" fmla="*/ 23 w 34"/>
              <a:gd name="T57" fmla="*/ 31 h 33"/>
              <a:gd name="T58" fmla="*/ 24 w 34"/>
              <a:gd name="T59" fmla="*/ 31 h 33"/>
              <a:gd name="T60" fmla="*/ 26 w 34"/>
              <a:gd name="T61" fmla="*/ 32 h 33"/>
              <a:gd name="T62" fmla="*/ 31 w 34"/>
              <a:gd name="T63" fmla="*/ 31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33">
                <a:moveTo>
                  <a:pt x="31" y="31"/>
                </a:moveTo>
                <a:cubicBezTo>
                  <a:pt x="33" y="30"/>
                  <a:pt x="34" y="28"/>
                  <a:pt x="34" y="2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4"/>
                  <a:pt x="34" y="3"/>
                  <a:pt x="32" y="1"/>
                </a:cubicBezTo>
                <a:cubicBezTo>
                  <a:pt x="31" y="0"/>
                  <a:pt x="29" y="0"/>
                  <a:pt x="28" y="0"/>
                </a:cubicBezTo>
                <a:cubicBezTo>
                  <a:pt x="26" y="0"/>
                  <a:pt x="24" y="0"/>
                  <a:pt x="22" y="0"/>
                </a:cubicBezTo>
                <a:cubicBezTo>
                  <a:pt x="22" y="0"/>
                  <a:pt x="21" y="0"/>
                  <a:pt x="21" y="0"/>
                </a:cubicBezTo>
                <a:cubicBezTo>
                  <a:pt x="19" y="1"/>
                  <a:pt x="17" y="1"/>
                  <a:pt x="15" y="1"/>
                </a:cubicBezTo>
                <a:cubicBezTo>
                  <a:pt x="15" y="1"/>
                  <a:pt x="14" y="2"/>
                  <a:pt x="13" y="2"/>
                </a:cubicBezTo>
                <a:cubicBezTo>
                  <a:pt x="12" y="2"/>
                  <a:pt x="10" y="2"/>
                  <a:pt x="9" y="3"/>
                </a:cubicBezTo>
                <a:cubicBezTo>
                  <a:pt x="8" y="3"/>
                  <a:pt x="7" y="3"/>
                  <a:pt x="7" y="3"/>
                </a:cubicBezTo>
                <a:cubicBezTo>
                  <a:pt x="6" y="3"/>
                  <a:pt x="6" y="3"/>
                  <a:pt x="5" y="4"/>
                </a:cubicBezTo>
                <a:cubicBezTo>
                  <a:pt x="3" y="4"/>
                  <a:pt x="2" y="6"/>
                  <a:pt x="1" y="8"/>
                </a:cubicBezTo>
                <a:cubicBezTo>
                  <a:pt x="0" y="10"/>
                  <a:pt x="1" y="12"/>
                  <a:pt x="2" y="13"/>
                </a:cubicBezTo>
                <a:cubicBezTo>
                  <a:pt x="2" y="14"/>
                  <a:pt x="2" y="14"/>
                  <a:pt x="2" y="14"/>
                </a:cubicBezTo>
                <a:cubicBezTo>
                  <a:pt x="3" y="15"/>
                  <a:pt x="3" y="15"/>
                  <a:pt x="4" y="16"/>
                </a:cubicBezTo>
                <a:cubicBezTo>
                  <a:pt x="4" y="16"/>
                  <a:pt x="5" y="17"/>
                  <a:pt x="5" y="17"/>
                </a:cubicBezTo>
                <a:cubicBezTo>
                  <a:pt x="6" y="18"/>
                  <a:pt x="6" y="19"/>
                  <a:pt x="7" y="20"/>
                </a:cubicBezTo>
                <a:cubicBezTo>
                  <a:pt x="8" y="20"/>
                  <a:pt x="8" y="20"/>
                  <a:pt x="8" y="21"/>
                </a:cubicBezTo>
                <a:cubicBezTo>
                  <a:pt x="9" y="21"/>
                  <a:pt x="9" y="22"/>
                  <a:pt x="10" y="22"/>
                </a:cubicBezTo>
                <a:cubicBezTo>
                  <a:pt x="10" y="23"/>
                  <a:pt x="11" y="23"/>
                  <a:pt x="11" y="24"/>
                </a:cubicBezTo>
                <a:cubicBezTo>
                  <a:pt x="12" y="24"/>
                  <a:pt x="12" y="24"/>
                  <a:pt x="13" y="25"/>
                </a:cubicBezTo>
                <a:cubicBezTo>
                  <a:pt x="13" y="25"/>
                  <a:pt x="14" y="26"/>
                  <a:pt x="14" y="26"/>
                </a:cubicBezTo>
                <a:cubicBezTo>
                  <a:pt x="15" y="26"/>
                  <a:pt x="15" y="26"/>
                  <a:pt x="15" y="27"/>
                </a:cubicBezTo>
                <a:cubicBezTo>
                  <a:pt x="16" y="27"/>
                  <a:pt x="17" y="28"/>
                  <a:pt x="17" y="28"/>
                </a:cubicBezTo>
                <a:cubicBezTo>
                  <a:pt x="18" y="28"/>
                  <a:pt x="18" y="28"/>
                  <a:pt x="18" y="29"/>
                </a:cubicBezTo>
                <a:cubicBezTo>
                  <a:pt x="19" y="29"/>
                  <a:pt x="20" y="29"/>
                  <a:pt x="20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2" y="30"/>
                  <a:pt x="23" y="31"/>
                  <a:pt x="23" y="31"/>
                </a:cubicBezTo>
                <a:cubicBezTo>
                  <a:pt x="23" y="31"/>
                  <a:pt x="24" y="31"/>
                  <a:pt x="24" y="31"/>
                </a:cubicBezTo>
                <a:cubicBezTo>
                  <a:pt x="24" y="32"/>
                  <a:pt x="25" y="32"/>
                  <a:pt x="26" y="32"/>
                </a:cubicBezTo>
                <a:cubicBezTo>
                  <a:pt x="28" y="33"/>
                  <a:pt x="30" y="32"/>
                  <a:pt x="31" y="3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47"/>
          <p:cNvSpPr>
            <a:spLocks/>
          </p:cNvSpPr>
          <p:nvPr/>
        </p:nvSpPr>
        <p:spPr bwMode="auto">
          <a:xfrm>
            <a:off x="4431648" y="1789075"/>
            <a:ext cx="96178" cy="91598"/>
          </a:xfrm>
          <a:custGeom>
            <a:avLst/>
            <a:gdLst>
              <a:gd name="T0" fmla="*/ 33 w 34"/>
              <a:gd name="T1" fmla="*/ 8 h 33"/>
              <a:gd name="T2" fmla="*/ 29 w 34"/>
              <a:gd name="T3" fmla="*/ 4 h 33"/>
              <a:gd name="T4" fmla="*/ 27 w 34"/>
              <a:gd name="T5" fmla="*/ 3 h 33"/>
              <a:gd name="T6" fmla="*/ 26 w 34"/>
              <a:gd name="T7" fmla="*/ 3 h 33"/>
              <a:gd name="T8" fmla="*/ 21 w 34"/>
              <a:gd name="T9" fmla="*/ 2 h 33"/>
              <a:gd name="T10" fmla="*/ 19 w 34"/>
              <a:gd name="T11" fmla="*/ 1 h 33"/>
              <a:gd name="T12" fmla="*/ 13 w 34"/>
              <a:gd name="T13" fmla="*/ 0 h 33"/>
              <a:gd name="T14" fmla="*/ 13 w 34"/>
              <a:gd name="T15" fmla="*/ 0 h 33"/>
              <a:gd name="T16" fmla="*/ 7 w 34"/>
              <a:gd name="T17" fmla="*/ 0 h 33"/>
              <a:gd name="T18" fmla="*/ 2 w 34"/>
              <a:gd name="T19" fmla="*/ 1 h 33"/>
              <a:gd name="T20" fmla="*/ 0 w 34"/>
              <a:gd name="T21" fmla="*/ 6 h 33"/>
              <a:gd name="T22" fmla="*/ 0 w 34"/>
              <a:gd name="T23" fmla="*/ 26 h 33"/>
              <a:gd name="T24" fmla="*/ 3 w 34"/>
              <a:gd name="T25" fmla="*/ 31 h 33"/>
              <a:gd name="T26" fmla="*/ 8 w 34"/>
              <a:gd name="T27" fmla="*/ 32 h 33"/>
              <a:gd name="T28" fmla="*/ 11 w 34"/>
              <a:gd name="T29" fmla="*/ 31 h 33"/>
              <a:gd name="T30" fmla="*/ 11 w 34"/>
              <a:gd name="T31" fmla="*/ 31 h 33"/>
              <a:gd name="T32" fmla="*/ 13 w 34"/>
              <a:gd name="T33" fmla="*/ 30 h 33"/>
              <a:gd name="T34" fmla="*/ 14 w 34"/>
              <a:gd name="T35" fmla="*/ 30 h 33"/>
              <a:gd name="T36" fmla="*/ 16 w 34"/>
              <a:gd name="T37" fmla="*/ 29 h 33"/>
              <a:gd name="T38" fmla="*/ 17 w 34"/>
              <a:gd name="T39" fmla="*/ 28 h 33"/>
              <a:gd name="T40" fmla="*/ 19 w 34"/>
              <a:gd name="T41" fmla="*/ 27 h 33"/>
              <a:gd name="T42" fmla="*/ 20 w 34"/>
              <a:gd name="T43" fmla="*/ 26 h 33"/>
              <a:gd name="T44" fmla="*/ 22 w 34"/>
              <a:gd name="T45" fmla="*/ 25 h 33"/>
              <a:gd name="T46" fmla="*/ 23 w 34"/>
              <a:gd name="T47" fmla="*/ 24 h 33"/>
              <a:gd name="T48" fmla="*/ 24 w 34"/>
              <a:gd name="T49" fmla="*/ 22 h 33"/>
              <a:gd name="T50" fmla="*/ 26 w 34"/>
              <a:gd name="T51" fmla="*/ 21 h 33"/>
              <a:gd name="T52" fmla="*/ 27 w 34"/>
              <a:gd name="T53" fmla="*/ 20 h 33"/>
              <a:gd name="T54" fmla="*/ 30 w 34"/>
              <a:gd name="T55" fmla="*/ 17 h 33"/>
              <a:gd name="T56" fmla="*/ 31 w 34"/>
              <a:gd name="T57" fmla="*/ 16 h 33"/>
              <a:gd name="T58" fmla="*/ 32 w 34"/>
              <a:gd name="T59" fmla="*/ 14 h 33"/>
              <a:gd name="T60" fmla="*/ 32 w 34"/>
              <a:gd name="T61" fmla="*/ 13 h 33"/>
              <a:gd name="T62" fmla="*/ 33 w 34"/>
              <a:gd name="T63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33">
                <a:moveTo>
                  <a:pt x="33" y="8"/>
                </a:moveTo>
                <a:cubicBezTo>
                  <a:pt x="33" y="6"/>
                  <a:pt x="31" y="4"/>
                  <a:pt x="29" y="4"/>
                </a:cubicBezTo>
                <a:cubicBezTo>
                  <a:pt x="29" y="3"/>
                  <a:pt x="28" y="3"/>
                  <a:pt x="27" y="3"/>
                </a:cubicBezTo>
                <a:cubicBezTo>
                  <a:pt x="27" y="3"/>
                  <a:pt x="26" y="3"/>
                  <a:pt x="26" y="3"/>
                </a:cubicBezTo>
                <a:cubicBezTo>
                  <a:pt x="24" y="2"/>
                  <a:pt x="23" y="2"/>
                  <a:pt x="21" y="2"/>
                </a:cubicBezTo>
                <a:cubicBezTo>
                  <a:pt x="20" y="2"/>
                  <a:pt x="20" y="1"/>
                  <a:pt x="19" y="1"/>
                </a:cubicBezTo>
                <a:cubicBezTo>
                  <a:pt x="17" y="1"/>
                  <a:pt x="15" y="1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9" y="0"/>
                  <a:pt x="7" y="0"/>
                </a:cubicBezTo>
                <a:cubicBezTo>
                  <a:pt x="5" y="0"/>
                  <a:pt x="3" y="0"/>
                  <a:pt x="2" y="1"/>
                </a:cubicBezTo>
                <a:cubicBezTo>
                  <a:pt x="1" y="3"/>
                  <a:pt x="0" y="4"/>
                  <a:pt x="0" y="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8"/>
                  <a:pt x="1" y="30"/>
                  <a:pt x="3" y="31"/>
                </a:cubicBezTo>
                <a:cubicBezTo>
                  <a:pt x="4" y="32"/>
                  <a:pt x="7" y="33"/>
                  <a:pt x="8" y="32"/>
                </a:cubicBezTo>
                <a:cubicBezTo>
                  <a:pt x="9" y="32"/>
                  <a:pt x="10" y="32"/>
                  <a:pt x="11" y="31"/>
                </a:cubicBezTo>
                <a:cubicBezTo>
                  <a:pt x="11" y="31"/>
                  <a:pt x="11" y="31"/>
                  <a:pt x="11" y="31"/>
                </a:cubicBezTo>
                <a:cubicBezTo>
                  <a:pt x="12" y="31"/>
                  <a:pt x="13" y="30"/>
                  <a:pt x="13" y="30"/>
                </a:cubicBezTo>
                <a:cubicBezTo>
                  <a:pt x="14" y="30"/>
                  <a:pt x="14" y="30"/>
                  <a:pt x="14" y="30"/>
                </a:cubicBezTo>
                <a:cubicBezTo>
                  <a:pt x="15" y="29"/>
                  <a:pt x="15" y="29"/>
                  <a:pt x="16" y="29"/>
                </a:cubicBezTo>
                <a:cubicBezTo>
                  <a:pt x="16" y="28"/>
                  <a:pt x="17" y="28"/>
                  <a:pt x="17" y="28"/>
                </a:cubicBezTo>
                <a:cubicBezTo>
                  <a:pt x="18" y="28"/>
                  <a:pt x="18" y="27"/>
                  <a:pt x="19" y="27"/>
                </a:cubicBezTo>
                <a:cubicBezTo>
                  <a:pt x="19" y="26"/>
                  <a:pt x="20" y="26"/>
                  <a:pt x="20" y="26"/>
                </a:cubicBezTo>
                <a:cubicBezTo>
                  <a:pt x="21" y="26"/>
                  <a:pt x="21" y="25"/>
                  <a:pt x="22" y="25"/>
                </a:cubicBezTo>
                <a:cubicBezTo>
                  <a:pt x="22" y="24"/>
                  <a:pt x="22" y="24"/>
                  <a:pt x="23" y="24"/>
                </a:cubicBezTo>
                <a:cubicBezTo>
                  <a:pt x="23" y="23"/>
                  <a:pt x="24" y="23"/>
                  <a:pt x="24" y="22"/>
                </a:cubicBezTo>
                <a:cubicBezTo>
                  <a:pt x="25" y="22"/>
                  <a:pt x="25" y="21"/>
                  <a:pt x="26" y="21"/>
                </a:cubicBezTo>
                <a:cubicBezTo>
                  <a:pt x="26" y="20"/>
                  <a:pt x="27" y="20"/>
                  <a:pt x="27" y="20"/>
                </a:cubicBezTo>
                <a:cubicBezTo>
                  <a:pt x="28" y="19"/>
                  <a:pt x="29" y="18"/>
                  <a:pt x="30" y="17"/>
                </a:cubicBezTo>
                <a:cubicBezTo>
                  <a:pt x="30" y="17"/>
                  <a:pt x="30" y="16"/>
                  <a:pt x="31" y="16"/>
                </a:cubicBezTo>
                <a:cubicBezTo>
                  <a:pt x="31" y="15"/>
                  <a:pt x="32" y="15"/>
                  <a:pt x="32" y="14"/>
                </a:cubicBezTo>
                <a:cubicBezTo>
                  <a:pt x="32" y="14"/>
                  <a:pt x="32" y="14"/>
                  <a:pt x="32" y="13"/>
                </a:cubicBezTo>
                <a:cubicBezTo>
                  <a:pt x="34" y="12"/>
                  <a:pt x="34" y="10"/>
                  <a:pt x="33" y="8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48"/>
          <p:cNvSpPr>
            <a:spLocks/>
          </p:cNvSpPr>
          <p:nvPr/>
        </p:nvSpPr>
        <p:spPr bwMode="auto">
          <a:xfrm>
            <a:off x="4259902" y="1809684"/>
            <a:ext cx="59539" cy="54959"/>
          </a:xfrm>
          <a:custGeom>
            <a:avLst/>
            <a:gdLst>
              <a:gd name="T0" fmla="*/ 13 w 21"/>
              <a:gd name="T1" fmla="*/ 8 h 19"/>
              <a:gd name="T2" fmla="*/ 14 w 21"/>
              <a:gd name="T3" fmla="*/ 9 h 19"/>
              <a:gd name="T4" fmla="*/ 16 w 21"/>
              <a:gd name="T5" fmla="*/ 12 h 19"/>
              <a:gd name="T6" fmla="*/ 21 w 21"/>
              <a:gd name="T7" fmla="*/ 17 h 19"/>
              <a:gd name="T8" fmla="*/ 21 w 21"/>
              <a:gd name="T9" fmla="*/ 18 h 19"/>
              <a:gd name="T10" fmla="*/ 20 w 21"/>
              <a:gd name="T11" fmla="*/ 19 h 19"/>
              <a:gd name="T12" fmla="*/ 1 w 21"/>
              <a:gd name="T13" fmla="*/ 7 h 19"/>
              <a:gd name="T14" fmla="*/ 0 w 21"/>
              <a:gd name="T15" fmla="*/ 4 h 19"/>
              <a:gd name="T16" fmla="*/ 2 w 21"/>
              <a:gd name="T17" fmla="*/ 2 h 19"/>
              <a:gd name="T18" fmla="*/ 10 w 21"/>
              <a:gd name="T19" fmla="*/ 4 h 19"/>
              <a:gd name="T20" fmla="*/ 12 w 21"/>
              <a:gd name="T21" fmla="*/ 7 h 19"/>
              <a:gd name="T22" fmla="*/ 13 w 21"/>
              <a:gd name="T23" fmla="*/ 8 h 19"/>
              <a:gd name="T24" fmla="*/ 13 w 21"/>
              <a:gd name="T25" fmla="*/ 8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" h="19">
                <a:moveTo>
                  <a:pt x="13" y="8"/>
                </a:moveTo>
                <a:cubicBezTo>
                  <a:pt x="13" y="9"/>
                  <a:pt x="13" y="9"/>
                  <a:pt x="14" y="9"/>
                </a:cubicBezTo>
                <a:cubicBezTo>
                  <a:pt x="14" y="10"/>
                  <a:pt x="15" y="11"/>
                  <a:pt x="16" y="12"/>
                </a:cubicBezTo>
                <a:cubicBezTo>
                  <a:pt x="16" y="12"/>
                  <a:pt x="18" y="15"/>
                  <a:pt x="21" y="17"/>
                </a:cubicBezTo>
                <a:cubicBezTo>
                  <a:pt x="21" y="18"/>
                  <a:pt x="21" y="18"/>
                  <a:pt x="21" y="18"/>
                </a:cubicBezTo>
                <a:cubicBezTo>
                  <a:pt x="20" y="19"/>
                  <a:pt x="20" y="19"/>
                  <a:pt x="20" y="19"/>
                </a:cubicBezTo>
                <a:cubicBezTo>
                  <a:pt x="13" y="16"/>
                  <a:pt x="7" y="12"/>
                  <a:pt x="1" y="7"/>
                </a:cubicBezTo>
                <a:cubicBezTo>
                  <a:pt x="0" y="6"/>
                  <a:pt x="0" y="5"/>
                  <a:pt x="0" y="4"/>
                </a:cubicBezTo>
                <a:cubicBezTo>
                  <a:pt x="0" y="3"/>
                  <a:pt x="1" y="2"/>
                  <a:pt x="2" y="2"/>
                </a:cubicBezTo>
                <a:cubicBezTo>
                  <a:pt x="5" y="0"/>
                  <a:pt x="8" y="1"/>
                  <a:pt x="10" y="4"/>
                </a:cubicBezTo>
                <a:cubicBezTo>
                  <a:pt x="11" y="5"/>
                  <a:pt x="12" y="6"/>
                  <a:pt x="12" y="7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8"/>
                  <a:pt x="13" y="8"/>
                  <a:pt x="13" y="8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49"/>
          <p:cNvSpPr>
            <a:spLocks/>
          </p:cNvSpPr>
          <p:nvPr/>
        </p:nvSpPr>
        <p:spPr bwMode="auto">
          <a:xfrm>
            <a:off x="4523247" y="1809684"/>
            <a:ext cx="57250" cy="54959"/>
          </a:xfrm>
          <a:custGeom>
            <a:avLst/>
            <a:gdLst>
              <a:gd name="T0" fmla="*/ 8 w 21"/>
              <a:gd name="T1" fmla="*/ 8 h 19"/>
              <a:gd name="T2" fmla="*/ 7 w 21"/>
              <a:gd name="T3" fmla="*/ 9 h 19"/>
              <a:gd name="T4" fmla="*/ 5 w 21"/>
              <a:gd name="T5" fmla="*/ 12 h 19"/>
              <a:gd name="T6" fmla="*/ 1 w 21"/>
              <a:gd name="T7" fmla="*/ 17 h 19"/>
              <a:gd name="T8" fmla="*/ 0 w 21"/>
              <a:gd name="T9" fmla="*/ 18 h 19"/>
              <a:gd name="T10" fmla="*/ 2 w 21"/>
              <a:gd name="T11" fmla="*/ 19 h 19"/>
              <a:gd name="T12" fmla="*/ 20 w 21"/>
              <a:gd name="T13" fmla="*/ 7 h 19"/>
              <a:gd name="T14" fmla="*/ 21 w 21"/>
              <a:gd name="T15" fmla="*/ 4 h 19"/>
              <a:gd name="T16" fmla="*/ 19 w 21"/>
              <a:gd name="T17" fmla="*/ 2 h 19"/>
              <a:gd name="T18" fmla="*/ 11 w 21"/>
              <a:gd name="T19" fmla="*/ 4 h 19"/>
              <a:gd name="T20" fmla="*/ 9 w 21"/>
              <a:gd name="T21" fmla="*/ 7 h 19"/>
              <a:gd name="T22" fmla="*/ 8 w 21"/>
              <a:gd name="T23" fmla="*/ 8 h 19"/>
              <a:gd name="T24" fmla="*/ 8 w 21"/>
              <a:gd name="T25" fmla="*/ 8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" h="19">
                <a:moveTo>
                  <a:pt x="8" y="8"/>
                </a:moveTo>
                <a:cubicBezTo>
                  <a:pt x="8" y="9"/>
                  <a:pt x="8" y="9"/>
                  <a:pt x="7" y="9"/>
                </a:cubicBezTo>
                <a:cubicBezTo>
                  <a:pt x="7" y="10"/>
                  <a:pt x="6" y="11"/>
                  <a:pt x="5" y="12"/>
                </a:cubicBezTo>
                <a:cubicBezTo>
                  <a:pt x="5" y="12"/>
                  <a:pt x="3" y="15"/>
                  <a:pt x="1" y="17"/>
                </a:cubicBezTo>
                <a:cubicBezTo>
                  <a:pt x="0" y="18"/>
                  <a:pt x="0" y="18"/>
                  <a:pt x="0" y="18"/>
                </a:cubicBezTo>
                <a:cubicBezTo>
                  <a:pt x="1" y="19"/>
                  <a:pt x="1" y="19"/>
                  <a:pt x="2" y="19"/>
                </a:cubicBezTo>
                <a:cubicBezTo>
                  <a:pt x="8" y="16"/>
                  <a:pt x="14" y="12"/>
                  <a:pt x="20" y="7"/>
                </a:cubicBezTo>
                <a:cubicBezTo>
                  <a:pt x="21" y="6"/>
                  <a:pt x="21" y="5"/>
                  <a:pt x="21" y="4"/>
                </a:cubicBezTo>
                <a:cubicBezTo>
                  <a:pt x="21" y="3"/>
                  <a:pt x="20" y="2"/>
                  <a:pt x="19" y="2"/>
                </a:cubicBezTo>
                <a:cubicBezTo>
                  <a:pt x="16" y="0"/>
                  <a:pt x="13" y="1"/>
                  <a:pt x="11" y="4"/>
                </a:cubicBezTo>
                <a:cubicBezTo>
                  <a:pt x="10" y="5"/>
                  <a:pt x="9" y="6"/>
                  <a:pt x="9" y="7"/>
                </a:cubicBezTo>
                <a:cubicBezTo>
                  <a:pt x="9" y="8"/>
                  <a:pt x="8" y="8"/>
                  <a:pt x="8" y="8"/>
                </a:cubicBezTo>
                <a:cubicBezTo>
                  <a:pt x="8" y="8"/>
                  <a:pt x="8" y="8"/>
                  <a:pt x="8" y="8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Freeform 50"/>
          <p:cNvSpPr>
            <a:spLocks/>
          </p:cNvSpPr>
          <p:nvPr/>
        </p:nvSpPr>
        <p:spPr bwMode="auto">
          <a:xfrm>
            <a:off x="4259902" y="1402071"/>
            <a:ext cx="59539" cy="52670"/>
          </a:xfrm>
          <a:custGeom>
            <a:avLst/>
            <a:gdLst>
              <a:gd name="T0" fmla="*/ 13 w 21"/>
              <a:gd name="T1" fmla="*/ 11 h 19"/>
              <a:gd name="T2" fmla="*/ 14 w 21"/>
              <a:gd name="T3" fmla="*/ 10 h 19"/>
              <a:gd name="T4" fmla="*/ 16 w 21"/>
              <a:gd name="T5" fmla="*/ 7 h 19"/>
              <a:gd name="T6" fmla="*/ 20 w 21"/>
              <a:gd name="T7" fmla="*/ 2 h 19"/>
              <a:gd name="T8" fmla="*/ 21 w 21"/>
              <a:gd name="T9" fmla="*/ 1 h 19"/>
              <a:gd name="T10" fmla="*/ 20 w 21"/>
              <a:gd name="T11" fmla="*/ 0 h 19"/>
              <a:gd name="T12" fmla="*/ 1 w 21"/>
              <a:gd name="T13" fmla="*/ 12 h 19"/>
              <a:gd name="T14" fmla="*/ 0 w 21"/>
              <a:gd name="T15" fmla="*/ 15 h 19"/>
              <a:gd name="T16" fmla="*/ 2 w 21"/>
              <a:gd name="T17" fmla="*/ 17 h 19"/>
              <a:gd name="T18" fmla="*/ 10 w 21"/>
              <a:gd name="T19" fmla="*/ 15 h 19"/>
              <a:gd name="T20" fmla="*/ 12 w 21"/>
              <a:gd name="T21" fmla="*/ 12 h 19"/>
              <a:gd name="T22" fmla="*/ 13 w 21"/>
              <a:gd name="T23" fmla="*/ 11 h 19"/>
              <a:gd name="T24" fmla="*/ 13 w 21"/>
              <a:gd name="T25" fmla="*/ 11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" h="19">
                <a:moveTo>
                  <a:pt x="13" y="11"/>
                </a:moveTo>
                <a:cubicBezTo>
                  <a:pt x="13" y="10"/>
                  <a:pt x="13" y="10"/>
                  <a:pt x="14" y="10"/>
                </a:cubicBezTo>
                <a:cubicBezTo>
                  <a:pt x="14" y="9"/>
                  <a:pt x="15" y="8"/>
                  <a:pt x="16" y="7"/>
                </a:cubicBezTo>
                <a:cubicBezTo>
                  <a:pt x="16" y="7"/>
                  <a:pt x="18" y="4"/>
                  <a:pt x="20" y="2"/>
                </a:cubicBezTo>
                <a:cubicBezTo>
                  <a:pt x="21" y="1"/>
                  <a:pt x="21" y="1"/>
                  <a:pt x="21" y="1"/>
                </a:cubicBezTo>
                <a:cubicBezTo>
                  <a:pt x="20" y="0"/>
                  <a:pt x="20" y="0"/>
                  <a:pt x="20" y="0"/>
                </a:cubicBezTo>
                <a:cubicBezTo>
                  <a:pt x="13" y="3"/>
                  <a:pt x="7" y="7"/>
                  <a:pt x="1" y="12"/>
                </a:cubicBezTo>
                <a:cubicBezTo>
                  <a:pt x="0" y="13"/>
                  <a:pt x="0" y="14"/>
                  <a:pt x="0" y="15"/>
                </a:cubicBezTo>
                <a:cubicBezTo>
                  <a:pt x="0" y="16"/>
                  <a:pt x="1" y="17"/>
                  <a:pt x="2" y="17"/>
                </a:cubicBezTo>
                <a:cubicBezTo>
                  <a:pt x="5" y="19"/>
                  <a:pt x="8" y="18"/>
                  <a:pt x="10" y="15"/>
                </a:cubicBezTo>
                <a:cubicBezTo>
                  <a:pt x="11" y="14"/>
                  <a:pt x="12" y="13"/>
                  <a:pt x="12" y="12"/>
                </a:cubicBezTo>
                <a:cubicBezTo>
                  <a:pt x="13" y="11"/>
                  <a:pt x="13" y="11"/>
                  <a:pt x="13" y="11"/>
                </a:cubicBezTo>
                <a:cubicBezTo>
                  <a:pt x="13" y="11"/>
                  <a:pt x="13" y="11"/>
                  <a:pt x="13" y="1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51"/>
          <p:cNvSpPr>
            <a:spLocks/>
          </p:cNvSpPr>
          <p:nvPr/>
        </p:nvSpPr>
        <p:spPr bwMode="auto">
          <a:xfrm>
            <a:off x="4523247" y="1402071"/>
            <a:ext cx="57250" cy="52670"/>
          </a:xfrm>
          <a:custGeom>
            <a:avLst/>
            <a:gdLst>
              <a:gd name="T0" fmla="*/ 8 w 21"/>
              <a:gd name="T1" fmla="*/ 11 h 19"/>
              <a:gd name="T2" fmla="*/ 7 w 21"/>
              <a:gd name="T3" fmla="*/ 10 h 19"/>
              <a:gd name="T4" fmla="*/ 5 w 21"/>
              <a:gd name="T5" fmla="*/ 7 h 19"/>
              <a:gd name="T6" fmla="*/ 1 w 21"/>
              <a:gd name="T7" fmla="*/ 2 h 19"/>
              <a:gd name="T8" fmla="*/ 0 w 21"/>
              <a:gd name="T9" fmla="*/ 1 h 19"/>
              <a:gd name="T10" fmla="*/ 2 w 21"/>
              <a:gd name="T11" fmla="*/ 0 h 19"/>
              <a:gd name="T12" fmla="*/ 20 w 21"/>
              <a:gd name="T13" fmla="*/ 12 h 19"/>
              <a:gd name="T14" fmla="*/ 21 w 21"/>
              <a:gd name="T15" fmla="*/ 15 h 19"/>
              <a:gd name="T16" fmla="*/ 19 w 21"/>
              <a:gd name="T17" fmla="*/ 17 h 19"/>
              <a:gd name="T18" fmla="*/ 11 w 21"/>
              <a:gd name="T19" fmla="*/ 15 h 19"/>
              <a:gd name="T20" fmla="*/ 9 w 21"/>
              <a:gd name="T21" fmla="*/ 12 h 19"/>
              <a:gd name="T22" fmla="*/ 8 w 21"/>
              <a:gd name="T23" fmla="*/ 11 h 19"/>
              <a:gd name="T24" fmla="*/ 8 w 21"/>
              <a:gd name="T25" fmla="*/ 11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" h="19">
                <a:moveTo>
                  <a:pt x="8" y="11"/>
                </a:moveTo>
                <a:cubicBezTo>
                  <a:pt x="8" y="10"/>
                  <a:pt x="8" y="10"/>
                  <a:pt x="7" y="10"/>
                </a:cubicBezTo>
                <a:cubicBezTo>
                  <a:pt x="7" y="9"/>
                  <a:pt x="6" y="8"/>
                  <a:pt x="5" y="7"/>
                </a:cubicBezTo>
                <a:cubicBezTo>
                  <a:pt x="5" y="7"/>
                  <a:pt x="3" y="4"/>
                  <a:pt x="1" y="2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2" y="0"/>
                </a:cubicBezTo>
                <a:cubicBezTo>
                  <a:pt x="8" y="3"/>
                  <a:pt x="14" y="7"/>
                  <a:pt x="20" y="12"/>
                </a:cubicBezTo>
                <a:cubicBezTo>
                  <a:pt x="21" y="13"/>
                  <a:pt x="21" y="14"/>
                  <a:pt x="21" y="15"/>
                </a:cubicBezTo>
                <a:cubicBezTo>
                  <a:pt x="21" y="16"/>
                  <a:pt x="20" y="17"/>
                  <a:pt x="19" y="17"/>
                </a:cubicBezTo>
                <a:cubicBezTo>
                  <a:pt x="16" y="19"/>
                  <a:pt x="13" y="18"/>
                  <a:pt x="11" y="15"/>
                </a:cubicBezTo>
                <a:cubicBezTo>
                  <a:pt x="10" y="14"/>
                  <a:pt x="9" y="13"/>
                  <a:pt x="9" y="12"/>
                </a:cubicBezTo>
                <a:cubicBezTo>
                  <a:pt x="9" y="11"/>
                  <a:pt x="8" y="11"/>
                  <a:pt x="8" y="11"/>
                </a:cubicBezTo>
                <a:cubicBezTo>
                  <a:pt x="8" y="11"/>
                  <a:pt x="8" y="11"/>
                  <a:pt x="8" y="1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Oval 52"/>
          <p:cNvSpPr>
            <a:spLocks noChangeArrowheads="1"/>
          </p:cNvSpPr>
          <p:nvPr/>
        </p:nvSpPr>
        <p:spPr bwMode="auto">
          <a:xfrm>
            <a:off x="6488938" y="3947903"/>
            <a:ext cx="902244" cy="904534"/>
          </a:xfrm>
          <a:prstGeom prst="ellipse">
            <a:avLst/>
          </a:prstGeom>
          <a:solidFill>
            <a:srgbClr val="21998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53"/>
          <p:cNvSpPr>
            <a:spLocks/>
          </p:cNvSpPr>
          <p:nvPr/>
        </p:nvSpPr>
        <p:spPr bwMode="auto">
          <a:xfrm>
            <a:off x="6949220" y="4405895"/>
            <a:ext cx="103049" cy="183197"/>
          </a:xfrm>
          <a:custGeom>
            <a:avLst/>
            <a:gdLst>
              <a:gd name="T0" fmla="*/ 29 w 37"/>
              <a:gd name="T1" fmla="*/ 0 h 65"/>
              <a:gd name="T2" fmla="*/ 8 w 37"/>
              <a:gd name="T3" fmla="*/ 0 h 65"/>
              <a:gd name="T4" fmla="*/ 0 w 37"/>
              <a:gd name="T5" fmla="*/ 7 h 65"/>
              <a:gd name="T6" fmla="*/ 0 w 37"/>
              <a:gd name="T7" fmla="*/ 58 h 65"/>
              <a:gd name="T8" fmla="*/ 8 w 37"/>
              <a:gd name="T9" fmla="*/ 65 h 65"/>
              <a:gd name="T10" fmla="*/ 29 w 37"/>
              <a:gd name="T11" fmla="*/ 65 h 65"/>
              <a:gd name="T12" fmla="*/ 37 w 37"/>
              <a:gd name="T13" fmla="*/ 58 h 65"/>
              <a:gd name="T14" fmla="*/ 37 w 37"/>
              <a:gd name="T15" fmla="*/ 7 h 65"/>
              <a:gd name="T16" fmla="*/ 29 w 37"/>
              <a:gd name="T17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65">
                <a:moveTo>
                  <a:pt x="29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7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4" y="65"/>
                  <a:pt x="8" y="65"/>
                </a:cubicBezTo>
                <a:cubicBezTo>
                  <a:pt x="29" y="65"/>
                  <a:pt x="29" y="65"/>
                  <a:pt x="29" y="65"/>
                </a:cubicBezTo>
                <a:cubicBezTo>
                  <a:pt x="33" y="65"/>
                  <a:pt x="37" y="62"/>
                  <a:pt x="37" y="58"/>
                </a:cubicBezTo>
                <a:cubicBezTo>
                  <a:pt x="37" y="7"/>
                  <a:pt x="37" y="7"/>
                  <a:pt x="37" y="7"/>
                </a:cubicBezTo>
                <a:cubicBezTo>
                  <a:pt x="37" y="3"/>
                  <a:pt x="33" y="0"/>
                  <a:pt x="29" y="0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54"/>
          <p:cNvSpPr>
            <a:spLocks/>
          </p:cNvSpPr>
          <p:nvPr/>
        </p:nvSpPr>
        <p:spPr bwMode="auto">
          <a:xfrm>
            <a:off x="7072878" y="4211249"/>
            <a:ext cx="100758" cy="377844"/>
          </a:xfrm>
          <a:custGeom>
            <a:avLst/>
            <a:gdLst>
              <a:gd name="T0" fmla="*/ 7 w 36"/>
              <a:gd name="T1" fmla="*/ 134 h 134"/>
              <a:gd name="T2" fmla="*/ 29 w 36"/>
              <a:gd name="T3" fmla="*/ 134 h 134"/>
              <a:gd name="T4" fmla="*/ 36 w 36"/>
              <a:gd name="T5" fmla="*/ 127 h 134"/>
              <a:gd name="T6" fmla="*/ 36 w 36"/>
              <a:gd name="T7" fmla="*/ 8 h 134"/>
              <a:gd name="T8" fmla="*/ 29 w 36"/>
              <a:gd name="T9" fmla="*/ 0 h 134"/>
              <a:gd name="T10" fmla="*/ 7 w 36"/>
              <a:gd name="T11" fmla="*/ 0 h 134"/>
              <a:gd name="T12" fmla="*/ 0 w 36"/>
              <a:gd name="T13" fmla="*/ 8 h 134"/>
              <a:gd name="T14" fmla="*/ 0 w 36"/>
              <a:gd name="T15" fmla="*/ 76 h 134"/>
              <a:gd name="T16" fmla="*/ 0 w 36"/>
              <a:gd name="T17" fmla="*/ 127 h 134"/>
              <a:gd name="T18" fmla="*/ 7 w 36"/>
              <a:gd name="T19" fmla="*/ 134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6" h="134">
                <a:moveTo>
                  <a:pt x="7" y="134"/>
                </a:moveTo>
                <a:cubicBezTo>
                  <a:pt x="29" y="134"/>
                  <a:pt x="29" y="134"/>
                  <a:pt x="29" y="134"/>
                </a:cubicBezTo>
                <a:cubicBezTo>
                  <a:pt x="33" y="134"/>
                  <a:pt x="36" y="131"/>
                  <a:pt x="36" y="127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3"/>
                  <a:pt x="33" y="0"/>
                  <a:pt x="29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8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31"/>
                  <a:pt x="3" y="134"/>
                  <a:pt x="7" y="134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55"/>
          <p:cNvSpPr>
            <a:spLocks/>
          </p:cNvSpPr>
          <p:nvPr/>
        </p:nvSpPr>
        <p:spPr bwMode="auto">
          <a:xfrm>
            <a:off x="6827852" y="4318877"/>
            <a:ext cx="100758" cy="270215"/>
          </a:xfrm>
          <a:custGeom>
            <a:avLst/>
            <a:gdLst>
              <a:gd name="T0" fmla="*/ 29 w 36"/>
              <a:gd name="T1" fmla="*/ 0 h 96"/>
              <a:gd name="T2" fmla="*/ 8 w 36"/>
              <a:gd name="T3" fmla="*/ 0 h 96"/>
              <a:gd name="T4" fmla="*/ 0 w 36"/>
              <a:gd name="T5" fmla="*/ 7 h 96"/>
              <a:gd name="T6" fmla="*/ 0 w 36"/>
              <a:gd name="T7" fmla="*/ 69 h 96"/>
              <a:gd name="T8" fmla="*/ 0 w 36"/>
              <a:gd name="T9" fmla="*/ 89 h 96"/>
              <a:gd name="T10" fmla="*/ 8 w 36"/>
              <a:gd name="T11" fmla="*/ 96 h 96"/>
              <a:gd name="T12" fmla="*/ 29 w 36"/>
              <a:gd name="T13" fmla="*/ 96 h 96"/>
              <a:gd name="T14" fmla="*/ 36 w 36"/>
              <a:gd name="T15" fmla="*/ 89 h 96"/>
              <a:gd name="T16" fmla="*/ 36 w 36"/>
              <a:gd name="T17" fmla="*/ 38 h 96"/>
              <a:gd name="T18" fmla="*/ 36 w 36"/>
              <a:gd name="T19" fmla="*/ 7 h 96"/>
              <a:gd name="T20" fmla="*/ 29 w 36"/>
              <a:gd name="T21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6" h="96">
                <a:moveTo>
                  <a:pt x="29" y="0"/>
                </a:moveTo>
                <a:cubicBezTo>
                  <a:pt x="8" y="0"/>
                  <a:pt x="8" y="0"/>
                  <a:pt x="8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93"/>
                  <a:pt x="3" y="96"/>
                  <a:pt x="8" y="96"/>
                </a:cubicBezTo>
                <a:cubicBezTo>
                  <a:pt x="29" y="96"/>
                  <a:pt x="29" y="96"/>
                  <a:pt x="29" y="96"/>
                </a:cubicBezTo>
                <a:cubicBezTo>
                  <a:pt x="33" y="96"/>
                  <a:pt x="36" y="93"/>
                  <a:pt x="36" y="89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3"/>
                  <a:pt x="33" y="0"/>
                  <a:pt x="29" y="0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56"/>
          <p:cNvSpPr>
            <a:spLocks/>
          </p:cNvSpPr>
          <p:nvPr/>
        </p:nvSpPr>
        <p:spPr bwMode="auto">
          <a:xfrm>
            <a:off x="6706485" y="4490624"/>
            <a:ext cx="100758" cy="98469"/>
          </a:xfrm>
          <a:custGeom>
            <a:avLst/>
            <a:gdLst>
              <a:gd name="T0" fmla="*/ 29 w 36"/>
              <a:gd name="T1" fmla="*/ 0 h 35"/>
              <a:gd name="T2" fmla="*/ 7 w 36"/>
              <a:gd name="T3" fmla="*/ 0 h 35"/>
              <a:gd name="T4" fmla="*/ 0 w 36"/>
              <a:gd name="T5" fmla="*/ 8 h 35"/>
              <a:gd name="T6" fmla="*/ 0 w 36"/>
              <a:gd name="T7" fmla="*/ 28 h 35"/>
              <a:gd name="T8" fmla="*/ 7 w 36"/>
              <a:gd name="T9" fmla="*/ 35 h 35"/>
              <a:gd name="T10" fmla="*/ 29 w 36"/>
              <a:gd name="T11" fmla="*/ 35 h 35"/>
              <a:gd name="T12" fmla="*/ 36 w 36"/>
              <a:gd name="T13" fmla="*/ 28 h 35"/>
              <a:gd name="T14" fmla="*/ 36 w 36"/>
              <a:gd name="T15" fmla="*/ 8 h 35"/>
              <a:gd name="T16" fmla="*/ 29 w 36"/>
              <a:gd name="T17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" h="35">
                <a:moveTo>
                  <a:pt x="29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32"/>
                  <a:pt x="3" y="35"/>
                  <a:pt x="7" y="35"/>
                </a:cubicBezTo>
                <a:cubicBezTo>
                  <a:pt x="29" y="35"/>
                  <a:pt x="29" y="35"/>
                  <a:pt x="29" y="35"/>
                </a:cubicBezTo>
                <a:cubicBezTo>
                  <a:pt x="33" y="35"/>
                  <a:pt x="36" y="32"/>
                  <a:pt x="36" y="28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3"/>
                  <a:pt x="33" y="0"/>
                  <a:pt x="29" y="0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57"/>
          <p:cNvSpPr>
            <a:spLocks noChangeArrowheads="1"/>
          </p:cNvSpPr>
          <p:nvPr/>
        </p:nvSpPr>
        <p:spPr bwMode="auto">
          <a:xfrm>
            <a:off x="8973739" y="1182235"/>
            <a:ext cx="902244" cy="902244"/>
          </a:xfrm>
          <a:prstGeom prst="ellipse">
            <a:avLst/>
          </a:prstGeom>
          <a:solidFill>
            <a:srgbClr val="EB6B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58"/>
          <p:cNvSpPr>
            <a:spLocks noEditPoints="1"/>
          </p:cNvSpPr>
          <p:nvPr/>
        </p:nvSpPr>
        <p:spPr bwMode="auto">
          <a:xfrm>
            <a:off x="9218765" y="1427261"/>
            <a:ext cx="412193" cy="302275"/>
          </a:xfrm>
          <a:custGeom>
            <a:avLst/>
            <a:gdLst>
              <a:gd name="T0" fmla="*/ 9 w 146"/>
              <a:gd name="T1" fmla="*/ 107 h 107"/>
              <a:gd name="T2" fmla="*/ 137 w 146"/>
              <a:gd name="T3" fmla="*/ 107 h 107"/>
              <a:gd name="T4" fmla="*/ 146 w 146"/>
              <a:gd name="T5" fmla="*/ 98 h 107"/>
              <a:gd name="T6" fmla="*/ 146 w 146"/>
              <a:gd name="T7" fmla="*/ 9 h 107"/>
              <a:gd name="T8" fmla="*/ 137 w 146"/>
              <a:gd name="T9" fmla="*/ 0 h 107"/>
              <a:gd name="T10" fmla="*/ 9 w 146"/>
              <a:gd name="T11" fmla="*/ 0 h 107"/>
              <a:gd name="T12" fmla="*/ 0 w 146"/>
              <a:gd name="T13" fmla="*/ 9 h 107"/>
              <a:gd name="T14" fmla="*/ 0 w 146"/>
              <a:gd name="T15" fmla="*/ 98 h 107"/>
              <a:gd name="T16" fmla="*/ 9 w 146"/>
              <a:gd name="T17" fmla="*/ 107 h 107"/>
              <a:gd name="T18" fmla="*/ 10 w 146"/>
              <a:gd name="T19" fmla="*/ 16 h 107"/>
              <a:gd name="T20" fmla="*/ 16 w 146"/>
              <a:gd name="T21" fmla="*/ 10 h 107"/>
              <a:gd name="T22" fmla="*/ 130 w 146"/>
              <a:gd name="T23" fmla="*/ 10 h 107"/>
              <a:gd name="T24" fmla="*/ 136 w 146"/>
              <a:gd name="T25" fmla="*/ 16 h 107"/>
              <a:gd name="T26" fmla="*/ 136 w 146"/>
              <a:gd name="T27" fmla="*/ 91 h 107"/>
              <a:gd name="T28" fmla="*/ 130 w 146"/>
              <a:gd name="T29" fmla="*/ 97 h 107"/>
              <a:gd name="T30" fmla="*/ 16 w 146"/>
              <a:gd name="T31" fmla="*/ 97 h 107"/>
              <a:gd name="T32" fmla="*/ 10 w 146"/>
              <a:gd name="T33" fmla="*/ 91 h 107"/>
              <a:gd name="T34" fmla="*/ 10 w 146"/>
              <a:gd name="T35" fmla="*/ 16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6" h="107">
                <a:moveTo>
                  <a:pt x="9" y="107"/>
                </a:moveTo>
                <a:cubicBezTo>
                  <a:pt x="137" y="107"/>
                  <a:pt x="137" y="107"/>
                  <a:pt x="137" y="107"/>
                </a:cubicBezTo>
                <a:cubicBezTo>
                  <a:pt x="142" y="107"/>
                  <a:pt x="146" y="103"/>
                  <a:pt x="146" y="98"/>
                </a:cubicBezTo>
                <a:cubicBezTo>
                  <a:pt x="146" y="9"/>
                  <a:pt x="146" y="9"/>
                  <a:pt x="146" y="9"/>
                </a:cubicBezTo>
                <a:cubicBezTo>
                  <a:pt x="146" y="4"/>
                  <a:pt x="142" y="0"/>
                  <a:pt x="137" y="0"/>
                </a:cubicBez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03"/>
                  <a:pt x="4" y="107"/>
                  <a:pt x="9" y="107"/>
                </a:cubicBezTo>
                <a:close/>
                <a:moveTo>
                  <a:pt x="10" y="16"/>
                </a:moveTo>
                <a:cubicBezTo>
                  <a:pt x="10" y="13"/>
                  <a:pt x="13" y="10"/>
                  <a:pt x="16" y="10"/>
                </a:cubicBezTo>
                <a:cubicBezTo>
                  <a:pt x="130" y="10"/>
                  <a:pt x="130" y="10"/>
                  <a:pt x="130" y="10"/>
                </a:cubicBezTo>
                <a:cubicBezTo>
                  <a:pt x="133" y="10"/>
                  <a:pt x="136" y="13"/>
                  <a:pt x="136" y="16"/>
                </a:cubicBezTo>
                <a:cubicBezTo>
                  <a:pt x="136" y="91"/>
                  <a:pt x="136" y="91"/>
                  <a:pt x="136" y="91"/>
                </a:cubicBezTo>
                <a:cubicBezTo>
                  <a:pt x="136" y="94"/>
                  <a:pt x="133" y="97"/>
                  <a:pt x="130" y="97"/>
                </a:cubicBezTo>
                <a:cubicBezTo>
                  <a:pt x="16" y="97"/>
                  <a:pt x="16" y="97"/>
                  <a:pt x="16" y="97"/>
                </a:cubicBezTo>
                <a:cubicBezTo>
                  <a:pt x="13" y="97"/>
                  <a:pt x="10" y="94"/>
                  <a:pt x="10" y="91"/>
                </a:cubicBezTo>
                <a:lnTo>
                  <a:pt x="10" y="16"/>
                </a:ln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59"/>
          <p:cNvSpPr>
            <a:spLocks/>
          </p:cNvSpPr>
          <p:nvPr/>
        </p:nvSpPr>
        <p:spPr bwMode="auto">
          <a:xfrm>
            <a:off x="9179835" y="1745565"/>
            <a:ext cx="490051" cy="96178"/>
          </a:xfrm>
          <a:custGeom>
            <a:avLst/>
            <a:gdLst>
              <a:gd name="T0" fmla="*/ 171 w 174"/>
              <a:gd name="T1" fmla="*/ 14 h 34"/>
              <a:gd name="T2" fmla="*/ 166 w 174"/>
              <a:gd name="T3" fmla="*/ 5 h 34"/>
              <a:gd name="T4" fmla="*/ 158 w 174"/>
              <a:gd name="T5" fmla="*/ 0 h 34"/>
              <a:gd name="T6" fmla="*/ 157 w 174"/>
              <a:gd name="T7" fmla="*/ 0 h 34"/>
              <a:gd name="T8" fmla="*/ 17 w 174"/>
              <a:gd name="T9" fmla="*/ 0 h 34"/>
              <a:gd name="T10" fmla="*/ 16 w 174"/>
              <a:gd name="T11" fmla="*/ 0 h 34"/>
              <a:gd name="T12" fmla="*/ 8 w 174"/>
              <a:gd name="T13" fmla="*/ 5 h 34"/>
              <a:gd name="T14" fmla="*/ 3 w 174"/>
              <a:gd name="T15" fmla="*/ 14 h 34"/>
              <a:gd name="T16" fmla="*/ 2 w 174"/>
              <a:gd name="T17" fmla="*/ 27 h 34"/>
              <a:gd name="T18" fmla="*/ 11 w 174"/>
              <a:gd name="T19" fmla="*/ 34 h 34"/>
              <a:gd name="T20" fmla="*/ 163 w 174"/>
              <a:gd name="T21" fmla="*/ 34 h 34"/>
              <a:gd name="T22" fmla="*/ 172 w 174"/>
              <a:gd name="T23" fmla="*/ 27 h 34"/>
              <a:gd name="T24" fmla="*/ 171 w 174"/>
              <a:gd name="T25" fmla="*/ 1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4" h="34">
                <a:moveTo>
                  <a:pt x="171" y="14"/>
                </a:moveTo>
                <a:cubicBezTo>
                  <a:pt x="166" y="5"/>
                  <a:pt x="166" y="5"/>
                  <a:pt x="166" y="5"/>
                </a:cubicBezTo>
                <a:cubicBezTo>
                  <a:pt x="164" y="2"/>
                  <a:pt x="161" y="0"/>
                  <a:pt x="158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3" y="0"/>
                  <a:pt x="10" y="2"/>
                  <a:pt x="8" y="5"/>
                </a:cubicBezTo>
                <a:cubicBezTo>
                  <a:pt x="3" y="14"/>
                  <a:pt x="3" y="14"/>
                  <a:pt x="3" y="14"/>
                </a:cubicBezTo>
                <a:cubicBezTo>
                  <a:pt x="0" y="17"/>
                  <a:pt x="0" y="23"/>
                  <a:pt x="2" y="27"/>
                </a:cubicBezTo>
                <a:cubicBezTo>
                  <a:pt x="3" y="31"/>
                  <a:pt x="7" y="34"/>
                  <a:pt x="11" y="34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7" y="34"/>
                  <a:pt x="171" y="31"/>
                  <a:pt x="172" y="27"/>
                </a:cubicBezTo>
                <a:cubicBezTo>
                  <a:pt x="174" y="23"/>
                  <a:pt x="174" y="17"/>
                  <a:pt x="171" y="14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60"/>
          <p:cNvSpPr>
            <a:spLocks noChangeArrowheads="1"/>
          </p:cNvSpPr>
          <p:nvPr/>
        </p:nvSpPr>
        <p:spPr bwMode="auto">
          <a:xfrm>
            <a:off x="1501806" y="3947903"/>
            <a:ext cx="902244" cy="904534"/>
          </a:xfrm>
          <a:prstGeom prst="ellipse">
            <a:avLst/>
          </a:prstGeom>
          <a:solidFill>
            <a:srgbClr val="3A8FCB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Freeform 61"/>
          <p:cNvSpPr>
            <a:spLocks noEditPoints="1"/>
          </p:cNvSpPr>
          <p:nvPr/>
        </p:nvSpPr>
        <p:spPr bwMode="auto">
          <a:xfrm>
            <a:off x="1678132" y="4259338"/>
            <a:ext cx="393873" cy="387004"/>
          </a:xfrm>
          <a:custGeom>
            <a:avLst/>
            <a:gdLst>
              <a:gd name="T0" fmla="*/ 120 w 140"/>
              <a:gd name="T1" fmla="*/ 104 h 137"/>
              <a:gd name="T2" fmla="*/ 117 w 140"/>
              <a:gd name="T3" fmla="*/ 101 h 137"/>
              <a:gd name="T4" fmla="*/ 113 w 140"/>
              <a:gd name="T5" fmla="*/ 83 h 137"/>
              <a:gd name="T6" fmla="*/ 113 w 140"/>
              <a:gd name="T7" fmla="*/ 83 h 137"/>
              <a:gd name="T8" fmla="*/ 127 w 140"/>
              <a:gd name="T9" fmla="*/ 71 h 137"/>
              <a:gd name="T10" fmla="*/ 131 w 140"/>
              <a:gd name="T11" fmla="*/ 70 h 137"/>
              <a:gd name="T12" fmla="*/ 139 w 140"/>
              <a:gd name="T13" fmla="*/ 59 h 137"/>
              <a:gd name="T14" fmla="*/ 137 w 140"/>
              <a:gd name="T15" fmla="*/ 50 h 137"/>
              <a:gd name="T16" fmla="*/ 126 w 140"/>
              <a:gd name="T17" fmla="*/ 43 h 137"/>
              <a:gd name="T18" fmla="*/ 121 w 140"/>
              <a:gd name="T19" fmla="*/ 44 h 137"/>
              <a:gd name="T20" fmla="*/ 104 w 140"/>
              <a:gd name="T21" fmla="*/ 38 h 137"/>
              <a:gd name="T22" fmla="*/ 104 w 140"/>
              <a:gd name="T23" fmla="*/ 38 h 137"/>
              <a:gd name="T24" fmla="*/ 100 w 140"/>
              <a:gd name="T25" fmla="*/ 20 h 137"/>
              <a:gd name="T26" fmla="*/ 102 w 140"/>
              <a:gd name="T27" fmla="*/ 16 h 137"/>
              <a:gd name="T28" fmla="*/ 96 w 140"/>
              <a:gd name="T29" fmla="*/ 4 h 137"/>
              <a:gd name="T30" fmla="*/ 92 w 140"/>
              <a:gd name="T31" fmla="*/ 2 h 137"/>
              <a:gd name="T32" fmla="*/ 87 w 140"/>
              <a:gd name="T33" fmla="*/ 1 h 137"/>
              <a:gd name="T34" fmla="*/ 76 w 140"/>
              <a:gd name="T35" fmla="*/ 7 h 137"/>
              <a:gd name="T36" fmla="*/ 74 w 140"/>
              <a:gd name="T37" fmla="*/ 12 h 137"/>
              <a:gd name="T38" fmla="*/ 61 w 140"/>
              <a:gd name="T39" fmla="*/ 24 h 137"/>
              <a:gd name="T40" fmla="*/ 61 w 140"/>
              <a:gd name="T41" fmla="*/ 24 h 137"/>
              <a:gd name="T42" fmla="*/ 43 w 140"/>
              <a:gd name="T43" fmla="*/ 18 h 137"/>
              <a:gd name="T44" fmla="*/ 40 w 140"/>
              <a:gd name="T45" fmla="*/ 14 h 137"/>
              <a:gd name="T46" fmla="*/ 27 w 140"/>
              <a:gd name="T47" fmla="*/ 13 h 137"/>
              <a:gd name="T48" fmla="*/ 20 w 140"/>
              <a:gd name="T49" fmla="*/ 19 h 137"/>
              <a:gd name="T50" fmla="*/ 20 w 140"/>
              <a:gd name="T51" fmla="*/ 33 h 137"/>
              <a:gd name="T52" fmla="*/ 23 w 140"/>
              <a:gd name="T53" fmla="*/ 36 h 137"/>
              <a:gd name="T54" fmla="*/ 26 w 140"/>
              <a:gd name="T55" fmla="*/ 54 h 137"/>
              <a:gd name="T56" fmla="*/ 13 w 140"/>
              <a:gd name="T57" fmla="*/ 66 h 137"/>
              <a:gd name="T58" fmla="*/ 8 w 140"/>
              <a:gd name="T59" fmla="*/ 67 h 137"/>
              <a:gd name="T60" fmla="*/ 0 w 140"/>
              <a:gd name="T61" fmla="*/ 78 h 137"/>
              <a:gd name="T62" fmla="*/ 2 w 140"/>
              <a:gd name="T63" fmla="*/ 87 h 137"/>
              <a:gd name="T64" fmla="*/ 14 w 140"/>
              <a:gd name="T65" fmla="*/ 94 h 137"/>
              <a:gd name="T66" fmla="*/ 18 w 140"/>
              <a:gd name="T67" fmla="*/ 93 h 137"/>
              <a:gd name="T68" fmla="*/ 35 w 140"/>
              <a:gd name="T69" fmla="*/ 99 h 137"/>
              <a:gd name="T70" fmla="*/ 35 w 140"/>
              <a:gd name="T71" fmla="*/ 99 h 137"/>
              <a:gd name="T72" fmla="*/ 39 w 140"/>
              <a:gd name="T73" fmla="*/ 117 h 137"/>
              <a:gd name="T74" fmla="*/ 37 w 140"/>
              <a:gd name="T75" fmla="*/ 121 h 137"/>
              <a:gd name="T76" fmla="*/ 43 w 140"/>
              <a:gd name="T77" fmla="*/ 133 h 137"/>
              <a:gd name="T78" fmla="*/ 47 w 140"/>
              <a:gd name="T79" fmla="*/ 135 h 137"/>
              <a:gd name="T80" fmla="*/ 52 w 140"/>
              <a:gd name="T81" fmla="*/ 136 h 137"/>
              <a:gd name="T82" fmla="*/ 64 w 140"/>
              <a:gd name="T83" fmla="*/ 130 h 137"/>
              <a:gd name="T84" fmla="*/ 65 w 140"/>
              <a:gd name="T85" fmla="*/ 125 h 137"/>
              <a:gd name="T86" fmla="*/ 79 w 140"/>
              <a:gd name="T87" fmla="*/ 114 h 137"/>
              <a:gd name="T88" fmla="*/ 79 w 140"/>
              <a:gd name="T89" fmla="*/ 114 h 137"/>
              <a:gd name="T90" fmla="*/ 96 w 140"/>
              <a:gd name="T91" fmla="*/ 119 h 137"/>
              <a:gd name="T92" fmla="*/ 99 w 140"/>
              <a:gd name="T93" fmla="*/ 123 h 137"/>
              <a:gd name="T94" fmla="*/ 112 w 140"/>
              <a:gd name="T95" fmla="*/ 124 h 137"/>
              <a:gd name="T96" fmla="*/ 119 w 140"/>
              <a:gd name="T97" fmla="*/ 118 h 137"/>
              <a:gd name="T98" fmla="*/ 120 w 140"/>
              <a:gd name="T99" fmla="*/ 104 h 137"/>
              <a:gd name="T100" fmla="*/ 62 w 140"/>
              <a:gd name="T101" fmla="*/ 91 h 137"/>
              <a:gd name="T102" fmla="*/ 47 w 140"/>
              <a:gd name="T103" fmla="*/ 61 h 137"/>
              <a:gd name="T104" fmla="*/ 77 w 140"/>
              <a:gd name="T105" fmla="*/ 46 h 137"/>
              <a:gd name="T106" fmla="*/ 92 w 140"/>
              <a:gd name="T107" fmla="*/ 76 h 137"/>
              <a:gd name="T108" fmla="*/ 62 w 140"/>
              <a:gd name="T109" fmla="*/ 9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0" h="137">
                <a:moveTo>
                  <a:pt x="120" y="104"/>
                </a:moveTo>
                <a:cubicBezTo>
                  <a:pt x="117" y="101"/>
                  <a:pt x="117" y="101"/>
                  <a:pt x="117" y="101"/>
                </a:cubicBezTo>
                <a:cubicBezTo>
                  <a:pt x="112" y="96"/>
                  <a:pt x="111" y="89"/>
                  <a:pt x="113" y="83"/>
                </a:cubicBezTo>
                <a:cubicBezTo>
                  <a:pt x="113" y="83"/>
                  <a:pt x="113" y="83"/>
                  <a:pt x="113" y="83"/>
                </a:cubicBezTo>
                <a:cubicBezTo>
                  <a:pt x="115" y="77"/>
                  <a:pt x="120" y="72"/>
                  <a:pt x="127" y="71"/>
                </a:cubicBezTo>
                <a:cubicBezTo>
                  <a:pt x="131" y="70"/>
                  <a:pt x="131" y="70"/>
                  <a:pt x="131" y="70"/>
                </a:cubicBezTo>
                <a:cubicBezTo>
                  <a:pt x="136" y="69"/>
                  <a:pt x="140" y="64"/>
                  <a:pt x="139" y="59"/>
                </a:cubicBezTo>
                <a:cubicBezTo>
                  <a:pt x="138" y="56"/>
                  <a:pt x="138" y="53"/>
                  <a:pt x="137" y="50"/>
                </a:cubicBezTo>
                <a:cubicBezTo>
                  <a:pt x="136" y="45"/>
                  <a:pt x="131" y="42"/>
                  <a:pt x="126" y="43"/>
                </a:cubicBezTo>
                <a:cubicBezTo>
                  <a:pt x="121" y="44"/>
                  <a:pt x="121" y="44"/>
                  <a:pt x="121" y="44"/>
                </a:cubicBezTo>
                <a:cubicBezTo>
                  <a:pt x="115" y="45"/>
                  <a:pt x="108" y="43"/>
                  <a:pt x="104" y="38"/>
                </a:cubicBezTo>
                <a:cubicBezTo>
                  <a:pt x="104" y="38"/>
                  <a:pt x="104" y="38"/>
                  <a:pt x="104" y="38"/>
                </a:cubicBezTo>
                <a:cubicBezTo>
                  <a:pt x="100" y="33"/>
                  <a:pt x="98" y="27"/>
                  <a:pt x="100" y="20"/>
                </a:cubicBezTo>
                <a:cubicBezTo>
                  <a:pt x="102" y="16"/>
                  <a:pt x="102" y="16"/>
                  <a:pt x="102" y="16"/>
                </a:cubicBezTo>
                <a:cubicBezTo>
                  <a:pt x="103" y="11"/>
                  <a:pt x="101" y="6"/>
                  <a:pt x="96" y="4"/>
                </a:cubicBezTo>
                <a:cubicBezTo>
                  <a:pt x="95" y="3"/>
                  <a:pt x="93" y="3"/>
                  <a:pt x="92" y="2"/>
                </a:cubicBezTo>
                <a:cubicBezTo>
                  <a:pt x="90" y="2"/>
                  <a:pt x="89" y="1"/>
                  <a:pt x="87" y="1"/>
                </a:cubicBezTo>
                <a:cubicBezTo>
                  <a:pt x="82" y="0"/>
                  <a:pt x="77" y="2"/>
                  <a:pt x="76" y="7"/>
                </a:cubicBezTo>
                <a:cubicBezTo>
                  <a:pt x="74" y="12"/>
                  <a:pt x="74" y="12"/>
                  <a:pt x="74" y="12"/>
                </a:cubicBezTo>
                <a:cubicBezTo>
                  <a:pt x="72" y="18"/>
                  <a:pt x="67" y="22"/>
                  <a:pt x="61" y="24"/>
                </a:cubicBezTo>
                <a:cubicBezTo>
                  <a:pt x="61" y="24"/>
                  <a:pt x="61" y="24"/>
                  <a:pt x="61" y="24"/>
                </a:cubicBezTo>
                <a:cubicBezTo>
                  <a:pt x="54" y="25"/>
                  <a:pt x="48" y="23"/>
                  <a:pt x="43" y="18"/>
                </a:cubicBezTo>
                <a:cubicBezTo>
                  <a:pt x="40" y="14"/>
                  <a:pt x="40" y="14"/>
                  <a:pt x="40" y="14"/>
                </a:cubicBezTo>
                <a:cubicBezTo>
                  <a:pt x="37" y="11"/>
                  <a:pt x="31" y="10"/>
                  <a:pt x="27" y="13"/>
                </a:cubicBezTo>
                <a:cubicBezTo>
                  <a:pt x="25" y="15"/>
                  <a:pt x="22" y="17"/>
                  <a:pt x="20" y="19"/>
                </a:cubicBezTo>
                <a:cubicBezTo>
                  <a:pt x="16" y="23"/>
                  <a:pt x="16" y="29"/>
                  <a:pt x="20" y="33"/>
                </a:cubicBezTo>
                <a:cubicBezTo>
                  <a:pt x="23" y="36"/>
                  <a:pt x="23" y="36"/>
                  <a:pt x="23" y="36"/>
                </a:cubicBezTo>
                <a:cubicBezTo>
                  <a:pt x="27" y="41"/>
                  <a:pt x="28" y="48"/>
                  <a:pt x="26" y="54"/>
                </a:cubicBezTo>
                <a:cubicBezTo>
                  <a:pt x="24" y="60"/>
                  <a:pt x="19" y="65"/>
                  <a:pt x="13" y="66"/>
                </a:cubicBezTo>
                <a:cubicBezTo>
                  <a:pt x="8" y="67"/>
                  <a:pt x="8" y="67"/>
                  <a:pt x="8" y="67"/>
                </a:cubicBezTo>
                <a:cubicBezTo>
                  <a:pt x="3" y="68"/>
                  <a:pt x="0" y="73"/>
                  <a:pt x="0" y="78"/>
                </a:cubicBezTo>
                <a:cubicBezTo>
                  <a:pt x="1" y="81"/>
                  <a:pt x="1" y="84"/>
                  <a:pt x="2" y="87"/>
                </a:cubicBezTo>
                <a:cubicBezTo>
                  <a:pt x="4" y="92"/>
                  <a:pt x="9" y="95"/>
                  <a:pt x="14" y="94"/>
                </a:cubicBezTo>
                <a:cubicBezTo>
                  <a:pt x="18" y="93"/>
                  <a:pt x="18" y="93"/>
                  <a:pt x="18" y="93"/>
                </a:cubicBezTo>
                <a:cubicBezTo>
                  <a:pt x="24" y="92"/>
                  <a:pt x="31" y="94"/>
                  <a:pt x="35" y="99"/>
                </a:cubicBezTo>
                <a:cubicBezTo>
                  <a:pt x="35" y="99"/>
                  <a:pt x="35" y="99"/>
                  <a:pt x="35" y="99"/>
                </a:cubicBezTo>
                <a:cubicBezTo>
                  <a:pt x="40" y="104"/>
                  <a:pt x="41" y="111"/>
                  <a:pt x="39" y="117"/>
                </a:cubicBezTo>
                <a:cubicBezTo>
                  <a:pt x="37" y="121"/>
                  <a:pt x="37" y="121"/>
                  <a:pt x="37" y="121"/>
                </a:cubicBezTo>
                <a:cubicBezTo>
                  <a:pt x="36" y="126"/>
                  <a:pt x="38" y="131"/>
                  <a:pt x="43" y="133"/>
                </a:cubicBezTo>
                <a:cubicBezTo>
                  <a:pt x="44" y="134"/>
                  <a:pt x="46" y="134"/>
                  <a:pt x="47" y="135"/>
                </a:cubicBezTo>
                <a:cubicBezTo>
                  <a:pt x="49" y="135"/>
                  <a:pt x="50" y="136"/>
                  <a:pt x="52" y="136"/>
                </a:cubicBezTo>
                <a:cubicBezTo>
                  <a:pt x="57" y="137"/>
                  <a:pt x="62" y="135"/>
                  <a:pt x="64" y="130"/>
                </a:cubicBezTo>
                <a:cubicBezTo>
                  <a:pt x="65" y="125"/>
                  <a:pt x="65" y="125"/>
                  <a:pt x="65" y="125"/>
                </a:cubicBezTo>
                <a:cubicBezTo>
                  <a:pt x="67" y="119"/>
                  <a:pt x="72" y="115"/>
                  <a:pt x="79" y="114"/>
                </a:cubicBezTo>
                <a:cubicBezTo>
                  <a:pt x="79" y="114"/>
                  <a:pt x="79" y="113"/>
                  <a:pt x="79" y="114"/>
                </a:cubicBezTo>
                <a:cubicBezTo>
                  <a:pt x="85" y="112"/>
                  <a:pt x="92" y="114"/>
                  <a:pt x="96" y="119"/>
                </a:cubicBezTo>
                <a:cubicBezTo>
                  <a:pt x="99" y="123"/>
                  <a:pt x="99" y="123"/>
                  <a:pt x="99" y="123"/>
                </a:cubicBezTo>
                <a:cubicBezTo>
                  <a:pt x="102" y="126"/>
                  <a:pt x="108" y="127"/>
                  <a:pt x="112" y="124"/>
                </a:cubicBezTo>
                <a:cubicBezTo>
                  <a:pt x="115" y="122"/>
                  <a:pt x="117" y="120"/>
                  <a:pt x="119" y="118"/>
                </a:cubicBezTo>
                <a:cubicBezTo>
                  <a:pt x="123" y="114"/>
                  <a:pt x="123" y="108"/>
                  <a:pt x="120" y="104"/>
                </a:cubicBezTo>
                <a:close/>
                <a:moveTo>
                  <a:pt x="62" y="91"/>
                </a:moveTo>
                <a:cubicBezTo>
                  <a:pt x="50" y="87"/>
                  <a:pt x="43" y="73"/>
                  <a:pt x="47" y="61"/>
                </a:cubicBezTo>
                <a:cubicBezTo>
                  <a:pt x="51" y="49"/>
                  <a:pt x="65" y="42"/>
                  <a:pt x="77" y="46"/>
                </a:cubicBezTo>
                <a:cubicBezTo>
                  <a:pt x="89" y="50"/>
                  <a:pt x="96" y="64"/>
                  <a:pt x="92" y="76"/>
                </a:cubicBezTo>
                <a:cubicBezTo>
                  <a:pt x="88" y="88"/>
                  <a:pt x="74" y="95"/>
                  <a:pt x="62" y="9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62"/>
          <p:cNvSpPr>
            <a:spLocks noEditPoints="1"/>
          </p:cNvSpPr>
          <p:nvPr/>
        </p:nvSpPr>
        <p:spPr bwMode="auto">
          <a:xfrm>
            <a:off x="1996437" y="4163159"/>
            <a:ext cx="231287" cy="242736"/>
          </a:xfrm>
          <a:custGeom>
            <a:avLst/>
            <a:gdLst>
              <a:gd name="T0" fmla="*/ 77 w 82"/>
              <a:gd name="T1" fmla="*/ 56 h 86"/>
              <a:gd name="T2" fmla="*/ 74 w 82"/>
              <a:gd name="T3" fmla="*/ 54 h 86"/>
              <a:gd name="T4" fmla="*/ 69 w 82"/>
              <a:gd name="T5" fmla="*/ 44 h 86"/>
              <a:gd name="T6" fmla="*/ 69 w 82"/>
              <a:gd name="T7" fmla="*/ 44 h 86"/>
              <a:gd name="T8" fmla="*/ 75 w 82"/>
              <a:gd name="T9" fmla="*/ 35 h 86"/>
              <a:gd name="T10" fmla="*/ 78 w 82"/>
              <a:gd name="T11" fmla="*/ 33 h 86"/>
              <a:gd name="T12" fmla="*/ 80 w 82"/>
              <a:gd name="T13" fmla="*/ 25 h 86"/>
              <a:gd name="T14" fmla="*/ 78 w 82"/>
              <a:gd name="T15" fmla="*/ 20 h 86"/>
              <a:gd name="T16" fmla="*/ 69 w 82"/>
              <a:gd name="T17" fmla="*/ 18 h 86"/>
              <a:gd name="T18" fmla="*/ 67 w 82"/>
              <a:gd name="T19" fmla="*/ 19 h 86"/>
              <a:gd name="T20" fmla="*/ 56 w 82"/>
              <a:gd name="T21" fmla="*/ 19 h 86"/>
              <a:gd name="T22" fmla="*/ 56 w 82"/>
              <a:gd name="T23" fmla="*/ 19 h 86"/>
              <a:gd name="T24" fmla="*/ 51 w 82"/>
              <a:gd name="T25" fmla="*/ 9 h 86"/>
              <a:gd name="T26" fmla="*/ 51 w 82"/>
              <a:gd name="T27" fmla="*/ 6 h 86"/>
              <a:gd name="T28" fmla="*/ 45 w 82"/>
              <a:gd name="T29" fmla="*/ 0 h 86"/>
              <a:gd name="T30" fmla="*/ 42 w 82"/>
              <a:gd name="T31" fmla="*/ 0 h 86"/>
              <a:gd name="T32" fmla="*/ 39 w 82"/>
              <a:gd name="T33" fmla="*/ 0 h 86"/>
              <a:gd name="T34" fmla="*/ 34 w 82"/>
              <a:gd name="T35" fmla="*/ 6 h 86"/>
              <a:gd name="T36" fmla="*/ 33 w 82"/>
              <a:gd name="T37" fmla="*/ 9 h 86"/>
              <a:gd name="T38" fmla="*/ 28 w 82"/>
              <a:gd name="T39" fmla="*/ 18 h 86"/>
              <a:gd name="T40" fmla="*/ 28 w 82"/>
              <a:gd name="T41" fmla="*/ 18 h 86"/>
              <a:gd name="T42" fmla="*/ 16 w 82"/>
              <a:gd name="T43" fmla="*/ 18 h 86"/>
              <a:gd name="T44" fmla="*/ 14 w 82"/>
              <a:gd name="T45" fmla="*/ 16 h 86"/>
              <a:gd name="T46" fmla="*/ 6 w 82"/>
              <a:gd name="T47" fmla="*/ 18 h 86"/>
              <a:gd name="T48" fmla="*/ 3 w 82"/>
              <a:gd name="T49" fmla="*/ 23 h 86"/>
              <a:gd name="T50" fmla="*/ 5 w 82"/>
              <a:gd name="T51" fmla="*/ 31 h 86"/>
              <a:gd name="T52" fmla="*/ 7 w 82"/>
              <a:gd name="T53" fmla="*/ 32 h 86"/>
              <a:gd name="T54" fmla="*/ 12 w 82"/>
              <a:gd name="T55" fmla="*/ 42 h 86"/>
              <a:gd name="T56" fmla="*/ 6 w 82"/>
              <a:gd name="T57" fmla="*/ 52 h 86"/>
              <a:gd name="T58" fmla="*/ 4 w 82"/>
              <a:gd name="T59" fmla="*/ 53 h 86"/>
              <a:gd name="T60" fmla="*/ 1 w 82"/>
              <a:gd name="T61" fmla="*/ 61 h 86"/>
              <a:gd name="T62" fmla="*/ 4 w 82"/>
              <a:gd name="T63" fmla="*/ 66 h 86"/>
              <a:gd name="T64" fmla="*/ 12 w 82"/>
              <a:gd name="T65" fmla="*/ 68 h 86"/>
              <a:gd name="T66" fmla="*/ 15 w 82"/>
              <a:gd name="T67" fmla="*/ 67 h 86"/>
              <a:gd name="T68" fmla="*/ 26 w 82"/>
              <a:gd name="T69" fmla="*/ 67 h 86"/>
              <a:gd name="T70" fmla="*/ 26 w 82"/>
              <a:gd name="T71" fmla="*/ 67 h 86"/>
              <a:gd name="T72" fmla="*/ 31 w 82"/>
              <a:gd name="T73" fmla="*/ 77 h 86"/>
              <a:gd name="T74" fmla="*/ 31 w 82"/>
              <a:gd name="T75" fmla="*/ 80 h 86"/>
              <a:gd name="T76" fmla="*/ 36 w 82"/>
              <a:gd name="T77" fmla="*/ 86 h 86"/>
              <a:gd name="T78" fmla="*/ 39 w 82"/>
              <a:gd name="T79" fmla="*/ 86 h 86"/>
              <a:gd name="T80" fmla="*/ 42 w 82"/>
              <a:gd name="T81" fmla="*/ 86 h 86"/>
              <a:gd name="T82" fmla="*/ 48 w 82"/>
              <a:gd name="T83" fmla="*/ 80 h 86"/>
              <a:gd name="T84" fmla="*/ 48 w 82"/>
              <a:gd name="T85" fmla="*/ 78 h 86"/>
              <a:gd name="T86" fmla="*/ 54 w 82"/>
              <a:gd name="T87" fmla="*/ 68 h 86"/>
              <a:gd name="T88" fmla="*/ 54 w 82"/>
              <a:gd name="T89" fmla="*/ 68 h 86"/>
              <a:gd name="T90" fmla="*/ 65 w 82"/>
              <a:gd name="T91" fmla="*/ 69 h 86"/>
              <a:gd name="T92" fmla="*/ 68 w 82"/>
              <a:gd name="T93" fmla="*/ 70 h 86"/>
              <a:gd name="T94" fmla="*/ 76 w 82"/>
              <a:gd name="T95" fmla="*/ 68 h 86"/>
              <a:gd name="T96" fmla="*/ 79 w 82"/>
              <a:gd name="T97" fmla="*/ 64 h 86"/>
              <a:gd name="T98" fmla="*/ 77 w 82"/>
              <a:gd name="T99" fmla="*/ 56 h 86"/>
              <a:gd name="T100" fmla="*/ 40 w 82"/>
              <a:gd name="T101" fmla="*/ 55 h 86"/>
              <a:gd name="T102" fmla="*/ 29 w 82"/>
              <a:gd name="T103" fmla="*/ 43 h 86"/>
              <a:gd name="T104" fmla="*/ 41 w 82"/>
              <a:gd name="T105" fmla="*/ 31 h 86"/>
              <a:gd name="T106" fmla="*/ 53 w 82"/>
              <a:gd name="T107" fmla="*/ 44 h 86"/>
              <a:gd name="T108" fmla="*/ 40 w 82"/>
              <a:gd name="T109" fmla="*/ 55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82" h="86">
                <a:moveTo>
                  <a:pt x="77" y="56"/>
                </a:moveTo>
                <a:cubicBezTo>
                  <a:pt x="74" y="54"/>
                  <a:pt x="74" y="54"/>
                  <a:pt x="74" y="54"/>
                </a:cubicBezTo>
                <a:cubicBezTo>
                  <a:pt x="71" y="52"/>
                  <a:pt x="69" y="48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40"/>
                  <a:pt x="72" y="37"/>
                  <a:pt x="75" y="35"/>
                </a:cubicBezTo>
                <a:cubicBezTo>
                  <a:pt x="78" y="33"/>
                  <a:pt x="78" y="33"/>
                  <a:pt x="78" y="33"/>
                </a:cubicBezTo>
                <a:cubicBezTo>
                  <a:pt x="80" y="32"/>
                  <a:pt x="82" y="28"/>
                  <a:pt x="80" y="25"/>
                </a:cubicBezTo>
                <a:cubicBezTo>
                  <a:pt x="79" y="24"/>
                  <a:pt x="79" y="22"/>
                  <a:pt x="78" y="20"/>
                </a:cubicBezTo>
                <a:cubicBezTo>
                  <a:pt x="76" y="18"/>
                  <a:pt x="72" y="17"/>
                  <a:pt x="69" y="18"/>
                </a:cubicBezTo>
                <a:cubicBezTo>
                  <a:pt x="67" y="19"/>
                  <a:pt x="67" y="19"/>
                  <a:pt x="67" y="19"/>
                </a:cubicBezTo>
                <a:cubicBezTo>
                  <a:pt x="64" y="21"/>
                  <a:pt x="59" y="21"/>
                  <a:pt x="56" y="19"/>
                </a:cubicBezTo>
                <a:cubicBezTo>
                  <a:pt x="56" y="19"/>
                  <a:pt x="56" y="19"/>
                  <a:pt x="56" y="19"/>
                </a:cubicBezTo>
                <a:cubicBezTo>
                  <a:pt x="52" y="17"/>
                  <a:pt x="50" y="13"/>
                  <a:pt x="51" y="9"/>
                </a:cubicBezTo>
                <a:cubicBezTo>
                  <a:pt x="51" y="6"/>
                  <a:pt x="51" y="6"/>
                  <a:pt x="51" y="6"/>
                </a:cubicBezTo>
                <a:cubicBezTo>
                  <a:pt x="51" y="3"/>
                  <a:pt x="48" y="0"/>
                  <a:pt x="45" y="0"/>
                </a:cubicBezTo>
                <a:cubicBezTo>
                  <a:pt x="44" y="0"/>
                  <a:pt x="43" y="0"/>
                  <a:pt x="42" y="0"/>
                </a:cubicBezTo>
                <a:cubicBezTo>
                  <a:pt x="41" y="0"/>
                  <a:pt x="40" y="0"/>
                  <a:pt x="39" y="0"/>
                </a:cubicBezTo>
                <a:cubicBezTo>
                  <a:pt x="36" y="0"/>
                  <a:pt x="34" y="3"/>
                  <a:pt x="34" y="6"/>
                </a:cubicBezTo>
                <a:cubicBezTo>
                  <a:pt x="33" y="9"/>
                  <a:pt x="33" y="9"/>
                  <a:pt x="33" y="9"/>
                </a:cubicBezTo>
                <a:cubicBezTo>
                  <a:pt x="33" y="13"/>
                  <a:pt x="31" y="16"/>
                  <a:pt x="28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24" y="20"/>
                  <a:pt x="20" y="20"/>
                  <a:pt x="16" y="18"/>
                </a:cubicBezTo>
                <a:cubicBezTo>
                  <a:pt x="14" y="16"/>
                  <a:pt x="14" y="16"/>
                  <a:pt x="14" y="16"/>
                </a:cubicBezTo>
                <a:cubicBezTo>
                  <a:pt x="11" y="14"/>
                  <a:pt x="8" y="15"/>
                  <a:pt x="6" y="18"/>
                </a:cubicBezTo>
                <a:cubicBezTo>
                  <a:pt x="5" y="19"/>
                  <a:pt x="4" y="21"/>
                  <a:pt x="3" y="23"/>
                </a:cubicBezTo>
                <a:cubicBezTo>
                  <a:pt x="1" y="25"/>
                  <a:pt x="2" y="29"/>
                  <a:pt x="5" y="31"/>
                </a:cubicBezTo>
                <a:cubicBezTo>
                  <a:pt x="7" y="32"/>
                  <a:pt x="7" y="32"/>
                  <a:pt x="7" y="32"/>
                </a:cubicBezTo>
                <a:cubicBezTo>
                  <a:pt x="11" y="34"/>
                  <a:pt x="13" y="38"/>
                  <a:pt x="12" y="42"/>
                </a:cubicBezTo>
                <a:cubicBezTo>
                  <a:pt x="12" y="46"/>
                  <a:pt x="10" y="50"/>
                  <a:pt x="6" y="52"/>
                </a:cubicBezTo>
                <a:cubicBezTo>
                  <a:pt x="4" y="53"/>
                  <a:pt x="4" y="53"/>
                  <a:pt x="4" y="53"/>
                </a:cubicBezTo>
                <a:cubicBezTo>
                  <a:pt x="1" y="54"/>
                  <a:pt x="0" y="58"/>
                  <a:pt x="1" y="61"/>
                </a:cubicBezTo>
                <a:cubicBezTo>
                  <a:pt x="2" y="62"/>
                  <a:pt x="3" y="64"/>
                  <a:pt x="4" y="66"/>
                </a:cubicBezTo>
                <a:cubicBezTo>
                  <a:pt x="6" y="69"/>
                  <a:pt x="9" y="69"/>
                  <a:pt x="12" y="68"/>
                </a:cubicBezTo>
                <a:cubicBezTo>
                  <a:pt x="15" y="67"/>
                  <a:pt x="15" y="67"/>
                  <a:pt x="15" y="67"/>
                </a:cubicBezTo>
                <a:cubicBezTo>
                  <a:pt x="18" y="65"/>
                  <a:pt x="22" y="65"/>
                  <a:pt x="26" y="67"/>
                </a:cubicBezTo>
                <a:cubicBezTo>
                  <a:pt x="26" y="67"/>
                  <a:pt x="26" y="67"/>
                  <a:pt x="26" y="67"/>
                </a:cubicBezTo>
                <a:cubicBezTo>
                  <a:pt x="29" y="69"/>
                  <a:pt x="31" y="73"/>
                  <a:pt x="31" y="77"/>
                </a:cubicBezTo>
                <a:cubicBezTo>
                  <a:pt x="31" y="80"/>
                  <a:pt x="31" y="80"/>
                  <a:pt x="31" y="80"/>
                </a:cubicBezTo>
                <a:cubicBezTo>
                  <a:pt x="31" y="83"/>
                  <a:pt x="33" y="86"/>
                  <a:pt x="36" y="86"/>
                </a:cubicBezTo>
                <a:cubicBezTo>
                  <a:pt x="37" y="86"/>
                  <a:pt x="38" y="86"/>
                  <a:pt x="39" y="86"/>
                </a:cubicBezTo>
                <a:cubicBezTo>
                  <a:pt x="40" y="86"/>
                  <a:pt x="41" y="86"/>
                  <a:pt x="42" y="86"/>
                </a:cubicBezTo>
                <a:cubicBezTo>
                  <a:pt x="45" y="86"/>
                  <a:pt x="48" y="84"/>
                  <a:pt x="48" y="80"/>
                </a:cubicBezTo>
                <a:cubicBezTo>
                  <a:pt x="48" y="78"/>
                  <a:pt x="48" y="78"/>
                  <a:pt x="48" y="78"/>
                </a:cubicBezTo>
                <a:cubicBezTo>
                  <a:pt x="48" y="74"/>
                  <a:pt x="51" y="70"/>
                  <a:pt x="54" y="68"/>
                </a:cubicBezTo>
                <a:cubicBezTo>
                  <a:pt x="54" y="68"/>
                  <a:pt x="54" y="68"/>
                  <a:pt x="54" y="68"/>
                </a:cubicBezTo>
                <a:cubicBezTo>
                  <a:pt x="58" y="66"/>
                  <a:pt x="62" y="66"/>
                  <a:pt x="65" y="69"/>
                </a:cubicBezTo>
                <a:cubicBezTo>
                  <a:pt x="68" y="70"/>
                  <a:pt x="68" y="70"/>
                  <a:pt x="68" y="70"/>
                </a:cubicBezTo>
                <a:cubicBezTo>
                  <a:pt x="70" y="72"/>
                  <a:pt x="74" y="71"/>
                  <a:pt x="76" y="68"/>
                </a:cubicBezTo>
                <a:cubicBezTo>
                  <a:pt x="77" y="67"/>
                  <a:pt x="78" y="65"/>
                  <a:pt x="79" y="64"/>
                </a:cubicBezTo>
                <a:cubicBezTo>
                  <a:pt x="80" y="61"/>
                  <a:pt x="79" y="57"/>
                  <a:pt x="77" y="56"/>
                </a:cubicBezTo>
                <a:close/>
                <a:moveTo>
                  <a:pt x="40" y="55"/>
                </a:moveTo>
                <a:cubicBezTo>
                  <a:pt x="34" y="55"/>
                  <a:pt x="28" y="49"/>
                  <a:pt x="29" y="43"/>
                </a:cubicBezTo>
                <a:cubicBezTo>
                  <a:pt x="29" y="36"/>
                  <a:pt x="34" y="31"/>
                  <a:pt x="41" y="31"/>
                </a:cubicBezTo>
                <a:cubicBezTo>
                  <a:pt x="48" y="31"/>
                  <a:pt x="53" y="37"/>
                  <a:pt x="53" y="44"/>
                </a:cubicBezTo>
                <a:cubicBezTo>
                  <a:pt x="53" y="50"/>
                  <a:pt x="47" y="56"/>
                  <a:pt x="40" y="55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69"/>
          <p:cNvSpPr>
            <a:spLocks noChangeArrowheads="1"/>
          </p:cNvSpPr>
          <p:nvPr/>
        </p:nvSpPr>
        <p:spPr bwMode="auto">
          <a:xfrm>
            <a:off x="1892918" y="3234618"/>
            <a:ext cx="107629" cy="107629"/>
          </a:xfrm>
          <a:prstGeom prst="ellipse">
            <a:avLst/>
          </a:pr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70"/>
          <p:cNvSpPr>
            <a:spLocks noChangeArrowheads="1"/>
          </p:cNvSpPr>
          <p:nvPr/>
        </p:nvSpPr>
        <p:spPr bwMode="auto">
          <a:xfrm>
            <a:off x="4369820" y="2789786"/>
            <a:ext cx="107629" cy="107629"/>
          </a:xfrm>
          <a:prstGeom prst="ellipse">
            <a:avLst/>
          </a:pr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71"/>
          <p:cNvSpPr>
            <a:spLocks noChangeArrowheads="1"/>
          </p:cNvSpPr>
          <p:nvPr/>
        </p:nvSpPr>
        <p:spPr bwMode="auto">
          <a:xfrm>
            <a:off x="6887391" y="3283562"/>
            <a:ext cx="105338" cy="107629"/>
          </a:xfrm>
          <a:prstGeom prst="ellipse">
            <a:avLst/>
          </a:pr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72"/>
          <p:cNvSpPr>
            <a:spLocks noChangeArrowheads="1"/>
          </p:cNvSpPr>
          <p:nvPr/>
        </p:nvSpPr>
        <p:spPr bwMode="auto">
          <a:xfrm>
            <a:off x="9372192" y="2753210"/>
            <a:ext cx="107629" cy="107629"/>
          </a:xfrm>
          <a:prstGeom prst="ellipse">
            <a:avLst/>
          </a:pr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文本框 208"/>
          <p:cNvSpPr txBox="1"/>
          <p:nvPr/>
        </p:nvSpPr>
        <p:spPr>
          <a:xfrm>
            <a:off x="1214801" y="4949960"/>
            <a:ext cx="1463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3A8FCB"/>
                </a:solidFill>
                <a:latin typeface="Arial" pitchFamily="34" charset="0"/>
                <a:cs typeface="Arial" pitchFamily="34" charset="0"/>
              </a:rPr>
              <a:t>Step 01</a:t>
            </a:r>
            <a:endParaRPr lang="zh-CN" altLang="en-US" sz="6000" b="1" dirty="0">
              <a:solidFill>
                <a:srgbClr val="3A8FCB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文本框 209"/>
          <p:cNvSpPr txBox="1"/>
          <p:nvPr/>
        </p:nvSpPr>
        <p:spPr>
          <a:xfrm>
            <a:off x="6362905" y="4949960"/>
            <a:ext cx="1678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4BB56D"/>
                </a:solidFill>
                <a:latin typeface="Arial" pitchFamily="34" charset="0"/>
                <a:cs typeface="Arial" pitchFamily="34" charset="0"/>
              </a:rPr>
              <a:t>Step</a:t>
            </a:r>
            <a:r>
              <a:rPr lang="en-US" altLang="zh-CN" sz="2800" b="1" dirty="0" smtClean="0">
                <a:solidFill>
                  <a:srgbClr val="219980"/>
                </a:solidFill>
                <a:latin typeface="Arial" pitchFamily="34" charset="0"/>
                <a:cs typeface="Arial" pitchFamily="34" charset="0"/>
              </a:rPr>
              <a:t> 03</a:t>
            </a:r>
            <a:endParaRPr lang="zh-CN" altLang="en-US" sz="6000" b="1" dirty="0">
              <a:solidFill>
                <a:srgbClr val="2199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文本框 218"/>
          <p:cNvSpPr txBox="1"/>
          <p:nvPr/>
        </p:nvSpPr>
        <p:spPr>
          <a:xfrm>
            <a:off x="1009285" y="2203207"/>
            <a:ext cx="178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3A8FCB"/>
                </a:solidFill>
                <a:latin typeface="Impact" panose="020B0806030902050204" pitchFamily="34" charset="0"/>
              </a:rPr>
              <a:t>2026/9/20</a:t>
            </a:r>
            <a:endParaRPr lang="zh-CN" altLang="en-US" sz="2800" dirty="0">
              <a:solidFill>
                <a:srgbClr val="3A8FCB"/>
              </a:solidFill>
              <a:latin typeface="Impact" panose="020B0806030902050204" pitchFamily="34" charset="0"/>
            </a:endParaRPr>
          </a:p>
        </p:txBody>
      </p:sp>
      <p:sp>
        <p:nvSpPr>
          <p:cNvPr id="46" name="文本框 219"/>
          <p:cNvSpPr txBox="1"/>
          <p:nvPr/>
        </p:nvSpPr>
        <p:spPr>
          <a:xfrm>
            <a:off x="3578740" y="3333906"/>
            <a:ext cx="178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4BB56D"/>
                </a:solidFill>
                <a:latin typeface="Impact" panose="020B0806030902050204" pitchFamily="34" charset="0"/>
              </a:rPr>
              <a:t>2026/9/28</a:t>
            </a:r>
            <a:endParaRPr lang="zh-CN" altLang="en-US" sz="2800" dirty="0">
              <a:solidFill>
                <a:srgbClr val="4BB56D"/>
              </a:solidFill>
              <a:latin typeface="Impact" panose="020B0806030902050204" pitchFamily="34" charset="0"/>
            </a:endParaRPr>
          </a:p>
        </p:txBody>
      </p:sp>
      <p:sp>
        <p:nvSpPr>
          <p:cNvPr id="47" name="文本框 220"/>
          <p:cNvSpPr txBox="1"/>
          <p:nvPr/>
        </p:nvSpPr>
        <p:spPr>
          <a:xfrm>
            <a:off x="5986520" y="2201983"/>
            <a:ext cx="1745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219980"/>
                </a:solidFill>
                <a:latin typeface="Impact" panose="020B0806030902050204" pitchFamily="34" charset="0"/>
              </a:rPr>
              <a:t>2026/11/M</a:t>
            </a:r>
            <a:endParaRPr lang="zh-CN" altLang="en-US" sz="2800" dirty="0">
              <a:solidFill>
                <a:srgbClr val="219980"/>
              </a:solidFill>
              <a:latin typeface="Impact" panose="020B0806030902050204" pitchFamily="34" charset="0"/>
            </a:endParaRPr>
          </a:p>
        </p:txBody>
      </p:sp>
      <p:sp>
        <p:nvSpPr>
          <p:cNvPr id="48" name="文本框 221"/>
          <p:cNvSpPr txBox="1"/>
          <p:nvPr/>
        </p:nvSpPr>
        <p:spPr>
          <a:xfrm>
            <a:off x="8462053" y="3303699"/>
            <a:ext cx="168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EB6B5C"/>
                </a:solidFill>
                <a:latin typeface="Impact" panose="020B0806030902050204" pitchFamily="34" charset="0"/>
              </a:rPr>
              <a:t>2026/12/E</a:t>
            </a:r>
            <a:endParaRPr lang="zh-CN" altLang="en-US" sz="2800" dirty="0">
              <a:solidFill>
                <a:srgbClr val="EB6B5C"/>
              </a:solidFill>
              <a:latin typeface="Impact" panose="020B0806030902050204" pitchFamily="34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48416" y="2718192"/>
            <a:ext cx="2025833" cy="534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資料收集</a:t>
            </a:r>
            <a:endParaRPr lang="zh-TW" altLang="en-US" sz="2400" b="1" dirty="0">
              <a:solidFill>
                <a:schemeClr val="bg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470664" y="2785522"/>
            <a:ext cx="2277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初版程序開發</a:t>
            </a:r>
            <a:endParaRPr lang="zh-TW" altLang="en-US" sz="2400" b="1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231763" y="2718192"/>
            <a:ext cx="1677674" cy="534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工廠測試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514777" y="2730122"/>
            <a:ext cx="2163473" cy="57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工廠評估導入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81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191942" y="1936751"/>
            <a:ext cx="6119284" cy="22241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718" tIns="62858" rIns="125718" bIns="62858" anchor="ctr"/>
          <a:lstStyle/>
          <a:p>
            <a:pPr algn="ctr">
              <a:defRPr/>
            </a:pPr>
            <a:r>
              <a:rPr lang="en-US" altLang="zh-CN" sz="9600" dirty="0" smtClean="0">
                <a:solidFill>
                  <a:schemeClr val="tx1"/>
                </a:solidFill>
                <a:latin typeface="Microsoft YaHei" pitchFamily="34" charset="-122"/>
                <a:ea typeface="Microsoft YaHei" pitchFamily="34" charset="-122"/>
              </a:rPr>
              <a:t>Q&amp;A</a:t>
            </a:r>
            <a:endParaRPr lang="zh-TW" altLang="en-US" sz="9600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20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ents Slide Master">
  <a:themeElements>
    <a:clrScheme name="ALLPPT-4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B6D67"/>
      </a:accent1>
      <a:accent2>
        <a:srgbClr val="78D7D7"/>
      </a:accent2>
      <a:accent3>
        <a:srgbClr val="55B0DA"/>
      </a:accent3>
      <a:accent4>
        <a:srgbClr val="356C84"/>
      </a:accent4>
      <a:accent5>
        <a:srgbClr val="2B5A67"/>
      </a:accent5>
      <a:accent6>
        <a:srgbClr val="2B2A3A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ntents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ontents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ontents Slide Master">
  <a:themeElements>
    <a:clrScheme name="ALLPPT-2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C3539"/>
      </a:accent1>
      <a:accent2>
        <a:srgbClr val="F1CF01"/>
      </a:accent2>
      <a:accent3>
        <a:srgbClr val="449074"/>
      </a:accent3>
      <a:accent4>
        <a:srgbClr val="1764B9"/>
      </a:accent4>
      <a:accent5>
        <a:srgbClr val="8B62A8"/>
      </a:accent5>
      <a:accent6>
        <a:srgbClr val="FDB53E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35909</TotalTime>
  <Words>1705</Words>
  <Application>Microsoft Office PowerPoint</Application>
  <PresentationFormat>寬螢幕</PresentationFormat>
  <Paragraphs>236</Paragraphs>
  <Slides>15</Slides>
  <Notes>2</Notes>
  <HiddenSlides>0</HiddenSlides>
  <MMClips>1</MMClips>
  <ScaleCrop>false</ScaleCrop>
  <HeadingPairs>
    <vt:vector size="8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5</vt:i4>
      </vt:variant>
      <vt:variant>
        <vt:lpstr>投影片標題</vt:lpstr>
      </vt:variant>
      <vt:variant>
        <vt:i4>15</vt:i4>
      </vt:variant>
      <vt:variant>
        <vt:lpstr>自訂放映</vt:lpstr>
      </vt:variant>
      <vt:variant>
        <vt:i4>1</vt:i4>
      </vt:variant>
    </vt:vector>
  </HeadingPairs>
  <TitlesOfParts>
    <vt:vector size="35" baseType="lpstr">
      <vt:lpstr>Arial Unicode MS</vt:lpstr>
      <vt:lpstr>等线</vt:lpstr>
      <vt:lpstr>等线 Light</vt:lpstr>
      <vt:lpstr>Microsoft YaHei</vt:lpstr>
      <vt:lpstr>Microsoft YaHei</vt:lpstr>
      <vt:lpstr>Noto Sans SC</vt:lpstr>
      <vt:lpstr>微软雅黑 Light</vt:lpstr>
      <vt:lpstr>微軟正黑體</vt:lpstr>
      <vt:lpstr>新細明體</vt:lpstr>
      <vt:lpstr>Arial</vt:lpstr>
      <vt:lpstr>Calibri</vt:lpstr>
      <vt:lpstr>Calibri Light</vt:lpstr>
      <vt:lpstr>Candara</vt:lpstr>
      <vt:lpstr>Impact</vt:lpstr>
      <vt:lpstr>Contents Slide Master</vt:lpstr>
      <vt:lpstr>1_Contents Slide Master</vt:lpstr>
      <vt:lpstr>2_Contents Slide Master</vt:lpstr>
      <vt:lpstr>Office 佈景主題</vt:lpstr>
      <vt:lpstr>3_Contents Slide Master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自訂放映 1</vt:lpstr>
    </vt:vector>
  </TitlesOfParts>
  <Company>Innolux Corp.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ichun.hsu 徐宜君</dc:creator>
  <cp:lastModifiedBy>xianfeng.zhang</cp:lastModifiedBy>
  <cp:revision>7856</cp:revision>
  <dcterms:created xsi:type="dcterms:W3CDTF">2022-01-10T01:16:10Z</dcterms:created>
  <dcterms:modified xsi:type="dcterms:W3CDTF">2026-10-12T01:04:34Z</dcterms:modified>
</cp:coreProperties>
</file>